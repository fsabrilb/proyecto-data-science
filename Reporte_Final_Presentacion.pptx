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83" r:id="rId4"/>
    <p:sldId id="264" r:id="rId5"/>
    <p:sldId id="272" r:id="rId6"/>
    <p:sldId id="273" r:id="rId7"/>
    <p:sldId id="274" r:id="rId8"/>
    <p:sldId id="275" r:id="rId9"/>
    <p:sldId id="277" r:id="rId10"/>
    <p:sldId id="258" r:id="rId11"/>
    <p:sldId id="263" r:id="rId12"/>
    <p:sldId id="278" r:id="rId13"/>
    <p:sldId id="279" r:id="rId14"/>
    <p:sldId id="280" r:id="rId15"/>
    <p:sldId id="281" r:id="rId16"/>
    <p:sldId id="271" r:id="rId17"/>
    <p:sldId id="284" r:id="rId18"/>
  </p:sldIdLst>
  <p:sldSz cx="12192000" cy="6858000"/>
  <p:notesSz cx="6858000" cy="9144000"/>
  <p:defaultTextStyle>
    <a:defPPr>
      <a:defRPr lang="es-C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68" d="100"/>
          <a:sy n="68" d="100"/>
        </p:scale>
        <p:origin x="84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felip\Documents\R\PPT%20Diaria%20SDS\Informe_202107\Obligacion_1\A.%20Modelo%20Squire\C&#243;digos\Data\Muertes_Rt_UCI_Hosp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felip\Documents\R\PPT%20Diaria%20SDS\Informe_202107\Obligacion_1\A.%20Modelo%20Squire\C&#243;digos\Data\Muertes_Rt_UCI_Hosp.xlsx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felip\Documents\R\PPT%20Diaria%20SDS\Informe_202107\Obligacion_1\A.%20Modelo%20Squire\C&#243;digos\Data\Muertes_Rt_UCI_Hosp.xlsx" TargetMode="External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s-CO"/>
              <a:t>Hospitalización general Covid – 19 en Bogotá</a:t>
            </a:r>
          </a:p>
        </c:rich>
      </c:tx>
      <c:layout>
        <c:manualLayout>
          <c:xMode val="edge"/>
          <c:yMode val="edge"/>
          <c:x val="0.38374553558793545"/>
          <c:y val="1.1358790888013726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s-CO"/>
        </a:p>
      </c:txPr>
    </c:title>
    <c:autoTitleDeleted val="0"/>
    <c:plotArea>
      <c:layout>
        <c:manualLayout>
          <c:layoutTarget val="inner"/>
          <c:xMode val="edge"/>
          <c:yMode val="edge"/>
          <c:x val="0.10106367521367521"/>
          <c:y val="9.3471094741785346E-2"/>
          <c:w val="0.81049772079772076"/>
          <c:h val="0.6097320788530467"/>
        </c:manualLayout>
      </c:layout>
      <c:scatterChart>
        <c:scatterStyle val="smoothMarker"/>
        <c:varyColors val="0"/>
        <c:ser>
          <c:idx val="0"/>
          <c:order val="0"/>
          <c:tx>
            <c:strRef>
              <c:f>Hosp!$B$1</c:f>
              <c:strCache>
                <c:ptCount val="1"/>
                <c:pt idx="0">
                  <c:v>hospital_disp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xVal>
            <c:numRef>
              <c:f>Hosp!$A$2:$A$482</c:f>
              <c:numCache>
                <c:formatCode>m/d/yyyy</c:formatCode>
                <c:ptCount val="481"/>
                <c:pt idx="0">
                  <c:v>43966</c:v>
                </c:pt>
                <c:pt idx="1">
                  <c:v>43967</c:v>
                </c:pt>
                <c:pt idx="2">
                  <c:v>43968</c:v>
                </c:pt>
                <c:pt idx="3">
                  <c:v>43969</c:v>
                </c:pt>
                <c:pt idx="4">
                  <c:v>43970</c:v>
                </c:pt>
                <c:pt idx="5">
                  <c:v>43971</c:v>
                </c:pt>
                <c:pt idx="6">
                  <c:v>43972</c:v>
                </c:pt>
                <c:pt idx="7">
                  <c:v>43973</c:v>
                </c:pt>
                <c:pt idx="8">
                  <c:v>43974</c:v>
                </c:pt>
                <c:pt idx="9">
                  <c:v>43975</c:v>
                </c:pt>
                <c:pt idx="10">
                  <c:v>43976</c:v>
                </c:pt>
                <c:pt idx="11">
                  <c:v>43977</c:v>
                </c:pt>
                <c:pt idx="12">
                  <c:v>43978</c:v>
                </c:pt>
                <c:pt idx="13">
                  <c:v>43979</c:v>
                </c:pt>
                <c:pt idx="14">
                  <c:v>43980</c:v>
                </c:pt>
                <c:pt idx="15">
                  <c:v>43981</c:v>
                </c:pt>
                <c:pt idx="16">
                  <c:v>43982</c:v>
                </c:pt>
                <c:pt idx="17">
                  <c:v>43983</c:v>
                </c:pt>
                <c:pt idx="18">
                  <c:v>43984</c:v>
                </c:pt>
                <c:pt idx="19">
                  <c:v>43985</c:v>
                </c:pt>
                <c:pt idx="20">
                  <c:v>43986</c:v>
                </c:pt>
                <c:pt idx="21">
                  <c:v>43987</c:v>
                </c:pt>
                <c:pt idx="22">
                  <c:v>43988</c:v>
                </c:pt>
                <c:pt idx="23">
                  <c:v>43989</c:v>
                </c:pt>
                <c:pt idx="24">
                  <c:v>43990</c:v>
                </c:pt>
                <c:pt idx="25">
                  <c:v>43991</c:v>
                </c:pt>
                <c:pt idx="26">
                  <c:v>43992</c:v>
                </c:pt>
                <c:pt idx="27">
                  <c:v>43993</c:v>
                </c:pt>
                <c:pt idx="28">
                  <c:v>43994</c:v>
                </c:pt>
                <c:pt idx="29">
                  <c:v>43995</c:v>
                </c:pt>
                <c:pt idx="30">
                  <c:v>43996</c:v>
                </c:pt>
                <c:pt idx="31">
                  <c:v>43997</c:v>
                </c:pt>
                <c:pt idx="32">
                  <c:v>43998</c:v>
                </c:pt>
                <c:pt idx="33">
                  <c:v>43999</c:v>
                </c:pt>
                <c:pt idx="34">
                  <c:v>44000</c:v>
                </c:pt>
                <c:pt idx="35">
                  <c:v>44001</c:v>
                </c:pt>
                <c:pt idx="36">
                  <c:v>44002</c:v>
                </c:pt>
                <c:pt idx="37">
                  <c:v>44003</c:v>
                </c:pt>
                <c:pt idx="38">
                  <c:v>44004</c:v>
                </c:pt>
                <c:pt idx="39">
                  <c:v>44005</c:v>
                </c:pt>
                <c:pt idx="40">
                  <c:v>44006</c:v>
                </c:pt>
                <c:pt idx="41">
                  <c:v>44007</c:v>
                </c:pt>
                <c:pt idx="42">
                  <c:v>44008</c:v>
                </c:pt>
                <c:pt idx="43">
                  <c:v>44009</c:v>
                </c:pt>
                <c:pt idx="44">
                  <c:v>44010</c:v>
                </c:pt>
                <c:pt idx="45">
                  <c:v>44011</c:v>
                </c:pt>
                <c:pt idx="46">
                  <c:v>44012</c:v>
                </c:pt>
                <c:pt idx="47">
                  <c:v>44013</c:v>
                </c:pt>
                <c:pt idx="48">
                  <c:v>44014</c:v>
                </c:pt>
                <c:pt idx="49">
                  <c:v>44015</c:v>
                </c:pt>
                <c:pt idx="50">
                  <c:v>44016</c:v>
                </c:pt>
                <c:pt idx="51">
                  <c:v>44017</c:v>
                </c:pt>
                <c:pt idx="52">
                  <c:v>44018</c:v>
                </c:pt>
                <c:pt idx="53">
                  <c:v>44019</c:v>
                </c:pt>
                <c:pt idx="54">
                  <c:v>44020</c:v>
                </c:pt>
                <c:pt idx="55">
                  <c:v>44021</c:v>
                </c:pt>
                <c:pt idx="56">
                  <c:v>44022</c:v>
                </c:pt>
                <c:pt idx="57">
                  <c:v>44023</c:v>
                </c:pt>
                <c:pt idx="58">
                  <c:v>44024</c:v>
                </c:pt>
                <c:pt idx="59">
                  <c:v>44025</c:v>
                </c:pt>
                <c:pt idx="60">
                  <c:v>44026</c:v>
                </c:pt>
                <c:pt idx="61">
                  <c:v>44027</c:v>
                </c:pt>
                <c:pt idx="62">
                  <c:v>44028</c:v>
                </c:pt>
                <c:pt idx="63">
                  <c:v>44029</c:v>
                </c:pt>
                <c:pt idx="64">
                  <c:v>44030</c:v>
                </c:pt>
                <c:pt idx="65">
                  <c:v>44031</c:v>
                </c:pt>
                <c:pt idx="66">
                  <c:v>44032</c:v>
                </c:pt>
                <c:pt idx="67">
                  <c:v>44033</c:v>
                </c:pt>
                <c:pt idx="68">
                  <c:v>44034</c:v>
                </c:pt>
                <c:pt idx="69">
                  <c:v>44035</c:v>
                </c:pt>
                <c:pt idx="70">
                  <c:v>44036</c:v>
                </c:pt>
                <c:pt idx="71">
                  <c:v>44037</c:v>
                </c:pt>
                <c:pt idx="72">
                  <c:v>44038</c:v>
                </c:pt>
                <c:pt idx="73">
                  <c:v>44039</c:v>
                </c:pt>
                <c:pt idx="74">
                  <c:v>44040</c:v>
                </c:pt>
                <c:pt idx="75">
                  <c:v>44041</c:v>
                </c:pt>
                <c:pt idx="76">
                  <c:v>44042</c:v>
                </c:pt>
                <c:pt idx="77">
                  <c:v>44043</c:v>
                </c:pt>
                <c:pt idx="78">
                  <c:v>44044</c:v>
                </c:pt>
                <c:pt idx="79">
                  <c:v>44045</c:v>
                </c:pt>
                <c:pt idx="80">
                  <c:v>44046</c:v>
                </c:pt>
                <c:pt idx="81">
                  <c:v>44047</c:v>
                </c:pt>
                <c:pt idx="82">
                  <c:v>44048</c:v>
                </c:pt>
                <c:pt idx="83">
                  <c:v>44049</c:v>
                </c:pt>
                <c:pt idx="84">
                  <c:v>44050</c:v>
                </c:pt>
                <c:pt idx="85">
                  <c:v>44051</c:v>
                </c:pt>
                <c:pt idx="86">
                  <c:v>44052</c:v>
                </c:pt>
                <c:pt idx="87">
                  <c:v>44053</c:v>
                </c:pt>
                <c:pt idx="88">
                  <c:v>44054</c:v>
                </c:pt>
                <c:pt idx="89">
                  <c:v>44055</c:v>
                </c:pt>
                <c:pt idx="90">
                  <c:v>44056</c:v>
                </c:pt>
                <c:pt idx="91">
                  <c:v>44057</c:v>
                </c:pt>
                <c:pt idx="92">
                  <c:v>44058</c:v>
                </c:pt>
                <c:pt idx="93">
                  <c:v>44059</c:v>
                </c:pt>
                <c:pt idx="94">
                  <c:v>44060</c:v>
                </c:pt>
                <c:pt idx="95">
                  <c:v>44061</c:v>
                </c:pt>
                <c:pt idx="96">
                  <c:v>44062</c:v>
                </c:pt>
                <c:pt idx="97">
                  <c:v>44063</c:v>
                </c:pt>
                <c:pt idx="98">
                  <c:v>44064</c:v>
                </c:pt>
                <c:pt idx="99">
                  <c:v>44065</c:v>
                </c:pt>
                <c:pt idx="100">
                  <c:v>44066</c:v>
                </c:pt>
                <c:pt idx="101">
                  <c:v>44067</c:v>
                </c:pt>
                <c:pt idx="102">
                  <c:v>44068</c:v>
                </c:pt>
                <c:pt idx="103">
                  <c:v>44069</c:v>
                </c:pt>
                <c:pt idx="104">
                  <c:v>44070</c:v>
                </c:pt>
                <c:pt idx="105">
                  <c:v>44071</c:v>
                </c:pt>
                <c:pt idx="106">
                  <c:v>44072</c:v>
                </c:pt>
                <c:pt idx="107">
                  <c:v>44073</c:v>
                </c:pt>
                <c:pt idx="108">
                  <c:v>44074</c:v>
                </c:pt>
                <c:pt idx="109">
                  <c:v>44075</c:v>
                </c:pt>
                <c:pt idx="110">
                  <c:v>44076</c:v>
                </c:pt>
                <c:pt idx="111">
                  <c:v>44077</c:v>
                </c:pt>
                <c:pt idx="112">
                  <c:v>44078</c:v>
                </c:pt>
                <c:pt idx="113">
                  <c:v>44079</c:v>
                </c:pt>
                <c:pt idx="114">
                  <c:v>44080</c:v>
                </c:pt>
                <c:pt idx="115">
                  <c:v>44081</c:v>
                </c:pt>
                <c:pt idx="116">
                  <c:v>44082</c:v>
                </c:pt>
                <c:pt idx="117">
                  <c:v>44083</c:v>
                </c:pt>
                <c:pt idx="118">
                  <c:v>44084</c:v>
                </c:pt>
                <c:pt idx="119">
                  <c:v>44085</c:v>
                </c:pt>
                <c:pt idx="120">
                  <c:v>44086</c:v>
                </c:pt>
                <c:pt idx="121">
                  <c:v>44087</c:v>
                </c:pt>
                <c:pt idx="122">
                  <c:v>44088</c:v>
                </c:pt>
                <c:pt idx="123">
                  <c:v>44089</c:v>
                </c:pt>
                <c:pt idx="124">
                  <c:v>44090</c:v>
                </c:pt>
                <c:pt idx="125">
                  <c:v>44091</c:v>
                </c:pt>
                <c:pt idx="126">
                  <c:v>44092</c:v>
                </c:pt>
                <c:pt idx="127">
                  <c:v>44093</c:v>
                </c:pt>
                <c:pt idx="128">
                  <c:v>44094</c:v>
                </c:pt>
                <c:pt idx="129">
                  <c:v>44095</c:v>
                </c:pt>
                <c:pt idx="130">
                  <c:v>44096</c:v>
                </c:pt>
                <c:pt idx="131">
                  <c:v>44097</c:v>
                </c:pt>
                <c:pt idx="132">
                  <c:v>44098</c:v>
                </c:pt>
                <c:pt idx="133">
                  <c:v>44099</c:v>
                </c:pt>
                <c:pt idx="134">
                  <c:v>44100</c:v>
                </c:pt>
                <c:pt idx="135">
                  <c:v>44101</c:v>
                </c:pt>
                <c:pt idx="136">
                  <c:v>44102</c:v>
                </c:pt>
                <c:pt idx="137">
                  <c:v>44103</c:v>
                </c:pt>
                <c:pt idx="138">
                  <c:v>44104</c:v>
                </c:pt>
                <c:pt idx="139">
                  <c:v>44105</c:v>
                </c:pt>
                <c:pt idx="140">
                  <c:v>44106</c:v>
                </c:pt>
                <c:pt idx="141">
                  <c:v>44107</c:v>
                </c:pt>
                <c:pt idx="142">
                  <c:v>44108</c:v>
                </c:pt>
                <c:pt idx="143">
                  <c:v>44109</c:v>
                </c:pt>
                <c:pt idx="144">
                  <c:v>44110</c:v>
                </c:pt>
                <c:pt idx="145">
                  <c:v>44111</c:v>
                </c:pt>
                <c:pt idx="146">
                  <c:v>44112</c:v>
                </c:pt>
                <c:pt idx="147">
                  <c:v>44113</c:v>
                </c:pt>
                <c:pt idx="148">
                  <c:v>44114</c:v>
                </c:pt>
                <c:pt idx="149">
                  <c:v>44115</c:v>
                </c:pt>
                <c:pt idx="150">
                  <c:v>44116</c:v>
                </c:pt>
                <c:pt idx="151">
                  <c:v>44117</c:v>
                </c:pt>
                <c:pt idx="152">
                  <c:v>44118</c:v>
                </c:pt>
                <c:pt idx="153">
                  <c:v>44119</c:v>
                </c:pt>
                <c:pt idx="154">
                  <c:v>44120</c:v>
                </c:pt>
                <c:pt idx="155">
                  <c:v>44121</c:v>
                </c:pt>
                <c:pt idx="156">
                  <c:v>44122</c:v>
                </c:pt>
                <c:pt idx="157">
                  <c:v>44123</c:v>
                </c:pt>
                <c:pt idx="158">
                  <c:v>44124</c:v>
                </c:pt>
                <c:pt idx="159">
                  <c:v>44125</c:v>
                </c:pt>
                <c:pt idx="160">
                  <c:v>44126</c:v>
                </c:pt>
                <c:pt idx="161">
                  <c:v>44127</c:v>
                </c:pt>
                <c:pt idx="162">
                  <c:v>44128</c:v>
                </c:pt>
                <c:pt idx="163">
                  <c:v>44129</c:v>
                </c:pt>
                <c:pt idx="164">
                  <c:v>44130</c:v>
                </c:pt>
                <c:pt idx="165">
                  <c:v>44131</c:v>
                </c:pt>
                <c:pt idx="166">
                  <c:v>44132</c:v>
                </c:pt>
                <c:pt idx="167">
                  <c:v>44133</c:v>
                </c:pt>
                <c:pt idx="168">
                  <c:v>44134</c:v>
                </c:pt>
                <c:pt idx="169">
                  <c:v>44135</c:v>
                </c:pt>
                <c:pt idx="170">
                  <c:v>44136</c:v>
                </c:pt>
                <c:pt idx="171">
                  <c:v>44137</c:v>
                </c:pt>
                <c:pt idx="172">
                  <c:v>44138</c:v>
                </c:pt>
                <c:pt idx="173">
                  <c:v>44139</c:v>
                </c:pt>
                <c:pt idx="174">
                  <c:v>44140</c:v>
                </c:pt>
                <c:pt idx="175">
                  <c:v>44141</c:v>
                </c:pt>
                <c:pt idx="176">
                  <c:v>44142</c:v>
                </c:pt>
                <c:pt idx="177">
                  <c:v>44143</c:v>
                </c:pt>
                <c:pt idx="178">
                  <c:v>44144</c:v>
                </c:pt>
                <c:pt idx="179">
                  <c:v>44145</c:v>
                </c:pt>
                <c:pt idx="180">
                  <c:v>44146</c:v>
                </c:pt>
                <c:pt idx="181">
                  <c:v>44147</c:v>
                </c:pt>
                <c:pt idx="182">
                  <c:v>44148</c:v>
                </c:pt>
                <c:pt idx="183">
                  <c:v>44149</c:v>
                </c:pt>
                <c:pt idx="184">
                  <c:v>44150</c:v>
                </c:pt>
                <c:pt idx="185">
                  <c:v>44151</c:v>
                </c:pt>
                <c:pt idx="186">
                  <c:v>44152</c:v>
                </c:pt>
                <c:pt idx="187">
                  <c:v>44153</c:v>
                </c:pt>
                <c:pt idx="188">
                  <c:v>44154</c:v>
                </c:pt>
                <c:pt idx="189">
                  <c:v>44155</c:v>
                </c:pt>
                <c:pt idx="190">
                  <c:v>44156</c:v>
                </c:pt>
                <c:pt idx="191">
                  <c:v>44157</c:v>
                </c:pt>
                <c:pt idx="192">
                  <c:v>44158</c:v>
                </c:pt>
                <c:pt idx="193">
                  <c:v>44159</c:v>
                </c:pt>
                <c:pt idx="194">
                  <c:v>44160</c:v>
                </c:pt>
                <c:pt idx="195">
                  <c:v>44161</c:v>
                </c:pt>
                <c:pt idx="196">
                  <c:v>44162</c:v>
                </c:pt>
                <c:pt idx="197">
                  <c:v>44163</c:v>
                </c:pt>
                <c:pt idx="198">
                  <c:v>44164</c:v>
                </c:pt>
                <c:pt idx="199">
                  <c:v>44165</c:v>
                </c:pt>
                <c:pt idx="200">
                  <c:v>44166</c:v>
                </c:pt>
                <c:pt idx="201">
                  <c:v>44167</c:v>
                </c:pt>
                <c:pt idx="202">
                  <c:v>44168</c:v>
                </c:pt>
                <c:pt idx="203">
                  <c:v>44169</c:v>
                </c:pt>
                <c:pt idx="204">
                  <c:v>44170</c:v>
                </c:pt>
                <c:pt idx="205">
                  <c:v>44171</c:v>
                </c:pt>
                <c:pt idx="206">
                  <c:v>44172</c:v>
                </c:pt>
                <c:pt idx="207">
                  <c:v>44173</c:v>
                </c:pt>
                <c:pt idx="208">
                  <c:v>44174</c:v>
                </c:pt>
                <c:pt idx="209">
                  <c:v>44175</c:v>
                </c:pt>
                <c:pt idx="210">
                  <c:v>44176</c:v>
                </c:pt>
                <c:pt idx="211">
                  <c:v>44177</c:v>
                </c:pt>
                <c:pt idx="212">
                  <c:v>44178</c:v>
                </c:pt>
                <c:pt idx="213">
                  <c:v>44179</c:v>
                </c:pt>
                <c:pt idx="214">
                  <c:v>44180</c:v>
                </c:pt>
                <c:pt idx="215">
                  <c:v>44181</c:v>
                </c:pt>
                <c:pt idx="216">
                  <c:v>44182</c:v>
                </c:pt>
                <c:pt idx="217">
                  <c:v>44183</c:v>
                </c:pt>
                <c:pt idx="218">
                  <c:v>44184</c:v>
                </c:pt>
                <c:pt idx="219">
                  <c:v>44185</c:v>
                </c:pt>
                <c:pt idx="220">
                  <c:v>44186</c:v>
                </c:pt>
                <c:pt idx="221">
                  <c:v>44187</c:v>
                </c:pt>
                <c:pt idx="222">
                  <c:v>44188</c:v>
                </c:pt>
                <c:pt idx="223">
                  <c:v>44189</c:v>
                </c:pt>
                <c:pt idx="224">
                  <c:v>44190</c:v>
                </c:pt>
                <c:pt idx="225">
                  <c:v>44191</c:v>
                </c:pt>
                <c:pt idx="226">
                  <c:v>44192</c:v>
                </c:pt>
                <c:pt idx="227">
                  <c:v>44193</c:v>
                </c:pt>
                <c:pt idx="228">
                  <c:v>44194</c:v>
                </c:pt>
                <c:pt idx="229">
                  <c:v>44195</c:v>
                </c:pt>
                <c:pt idx="230">
                  <c:v>44196</c:v>
                </c:pt>
                <c:pt idx="231">
                  <c:v>44197</c:v>
                </c:pt>
                <c:pt idx="232">
                  <c:v>44198</c:v>
                </c:pt>
                <c:pt idx="233">
                  <c:v>44199</c:v>
                </c:pt>
                <c:pt idx="234">
                  <c:v>44200</c:v>
                </c:pt>
                <c:pt idx="235">
                  <c:v>44201</c:v>
                </c:pt>
                <c:pt idx="236">
                  <c:v>44202</c:v>
                </c:pt>
                <c:pt idx="237">
                  <c:v>44203</c:v>
                </c:pt>
                <c:pt idx="238">
                  <c:v>44204</c:v>
                </c:pt>
                <c:pt idx="239">
                  <c:v>44205</c:v>
                </c:pt>
                <c:pt idx="240">
                  <c:v>44206</c:v>
                </c:pt>
                <c:pt idx="241">
                  <c:v>44207</c:v>
                </c:pt>
                <c:pt idx="242">
                  <c:v>44208</c:v>
                </c:pt>
                <c:pt idx="243">
                  <c:v>44209</c:v>
                </c:pt>
                <c:pt idx="244">
                  <c:v>44210</c:v>
                </c:pt>
                <c:pt idx="245">
                  <c:v>44211</c:v>
                </c:pt>
                <c:pt idx="246">
                  <c:v>44212</c:v>
                </c:pt>
                <c:pt idx="247">
                  <c:v>44213</c:v>
                </c:pt>
                <c:pt idx="248">
                  <c:v>44214</c:v>
                </c:pt>
                <c:pt idx="249">
                  <c:v>44215</c:v>
                </c:pt>
                <c:pt idx="250">
                  <c:v>44216</c:v>
                </c:pt>
                <c:pt idx="251">
                  <c:v>44217</c:v>
                </c:pt>
                <c:pt idx="252">
                  <c:v>44218</c:v>
                </c:pt>
                <c:pt idx="253">
                  <c:v>44219</c:v>
                </c:pt>
                <c:pt idx="254">
                  <c:v>44220</c:v>
                </c:pt>
                <c:pt idx="255">
                  <c:v>44221</c:v>
                </c:pt>
                <c:pt idx="256">
                  <c:v>44222</c:v>
                </c:pt>
                <c:pt idx="257">
                  <c:v>44223</c:v>
                </c:pt>
                <c:pt idx="258">
                  <c:v>44224</c:v>
                </c:pt>
                <c:pt idx="259">
                  <c:v>44225</c:v>
                </c:pt>
                <c:pt idx="260">
                  <c:v>44226</c:v>
                </c:pt>
                <c:pt idx="261">
                  <c:v>44227</c:v>
                </c:pt>
                <c:pt idx="262">
                  <c:v>44228</c:v>
                </c:pt>
                <c:pt idx="263">
                  <c:v>44229</c:v>
                </c:pt>
                <c:pt idx="264">
                  <c:v>44230</c:v>
                </c:pt>
                <c:pt idx="265">
                  <c:v>44231</c:v>
                </c:pt>
                <c:pt idx="266">
                  <c:v>44232</c:v>
                </c:pt>
                <c:pt idx="267">
                  <c:v>44233</c:v>
                </c:pt>
                <c:pt idx="268">
                  <c:v>44234</c:v>
                </c:pt>
                <c:pt idx="269">
                  <c:v>44235</c:v>
                </c:pt>
                <c:pt idx="270">
                  <c:v>44236</c:v>
                </c:pt>
                <c:pt idx="271">
                  <c:v>44237</c:v>
                </c:pt>
                <c:pt idx="272">
                  <c:v>44238</c:v>
                </c:pt>
                <c:pt idx="273">
                  <c:v>44239</c:v>
                </c:pt>
                <c:pt idx="274">
                  <c:v>44240</c:v>
                </c:pt>
                <c:pt idx="275">
                  <c:v>44241</c:v>
                </c:pt>
                <c:pt idx="276">
                  <c:v>44242</c:v>
                </c:pt>
                <c:pt idx="277">
                  <c:v>44243</c:v>
                </c:pt>
                <c:pt idx="278">
                  <c:v>44244</c:v>
                </c:pt>
                <c:pt idx="279">
                  <c:v>44245</c:v>
                </c:pt>
                <c:pt idx="280">
                  <c:v>44246</c:v>
                </c:pt>
                <c:pt idx="281">
                  <c:v>44247</c:v>
                </c:pt>
                <c:pt idx="282">
                  <c:v>44248</c:v>
                </c:pt>
                <c:pt idx="283">
                  <c:v>44249</c:v>
                </c:pt>
                <c:pt idx="284">
                  <c:v>44250</c:v>
                </c:pt>
                <c:pt idx="285">
                  <c:v>44251</c:v>
                </c:pt>
                <c:pt idx="286">
                  <c:v>44252</c:v>
                </c:pt>
                <c:pt idx="287">
                  <c:v>44253</c:v>
                </c:pt>
                <c:pt idx="288">
                  <c:v>44254</c:v>
                </c:pt>
                <c:pt idx="289">
                  <c:v>44255</c:v>
                </c:pt>
                <c:pt idx="290">
                  <c:v>44256</c:v>
                </c:pt>
                <c:pt idx="291">
                  <c:v>44257</c:v>
                </c:pt>
                <c:pt idx="292">
                  <c:v>44258</c:v>
                </c:pt>
                <c:pt idx="293">
                  <c:v>44259</c:v>
                </c:pt>
                <c:pt idx="294">
                  <c:v>44260</c:v>
                </c:pt>
                <c:pt idx="295">
                  <c:v>44261</c:v>
                </c:pt>
                <c:pt idx="296">
                  <c:v>44262</c:v>
                </c:pt>
                <c:pt idx="297">
                  <c:v>44263</c:v>
                </c:pt>
                <c:pt idx="298">
                  <c:v>44264</c:v>
                </c:pt>
                <c:pt idx="299">
                  <c:v>44265</c:v>
                </c:pt>
                <c:pt idx="300">
                  <c:v>44266</c:v>
                </c:pt>
                <c:pt idx="301">
                  <c:v>44267</c:v>
                </c:pt>
                <c:pt idx="302">
                  <c:v>44268</c:v>
                </c:pt>
                <c:pt idx="303">
                  <c:v>44269</c:v>
                </c:pt>
                <c:pt idx="304">
                  <c:v>44270</c:v>
                </c:pt>
                <c:pt idx="305">
                  <c:v>44271</c:v>
                </c:pt>
                <c:pt idx="306">
                  <c:v>44272</c:v>
                </c:pt>
                <c:pt idx="307">
                  <c:v>44273</c:v>
                </c:pt>
                <c:pt idx="308">
                  <c:v>44274</c:v>
                </c:pt>
                <c:pt idx="309">
                  <c:v>44275</c:v>
                </c:pt>
                <c:pt idx="310">
                  <c:v>44276</c:v>
                </c:pt>
                <c:pt idx="311">
                  <c:v>44277</c:v>
                </c:pt>
                <c:pt idx="312">
                  <c:v>44278</c:v>
                </c:pt>
                <c:pt idx="313">
                  <c:v>44279</c:v>
                </c:pt>
                <c:pt idx="314">
                  <c:v>44280</c:v>
                </c:pt>
                <c:pt idx="315">
                  <c:v>44281</c:v>
                </c:pt>
                <c:pt idx="316">
                  <c:v>44282</c:v>
                </c:pt>
                <c:pt idx="317">
                  <c:v>44283</c:v>
                </c:pt>
                <c:pt idx="318">
                  <c:v>44284</c:v>
                </c:pt>
                <c:pt idx="319">
                  <c:v>44285</c:v>
                </c:pt>
                <c:pt idx="320">
                  <c:v>44286</c:v>
                </c:pt>
                <c:pt idx="321">
                  <c:v>44287</c:v>
                </c:pt>
                <c:pt idx="322">
                  <c:v>44288</c:v>
                </c:pt>
                <c:pt idx="323">
                  <c:v>44289</c:v>
                </c:pt>
                <c:pt idx="324">
                  <c:v>44290</c:v>
                </c:pt>
                <c:pt idx="325">
                  <c:v>44291</c:v>
                </c:pt>
                <c:pt idx="326">
                  <c:v>44292</c:v>
                </c:pt>
                <c:pt idx="327">
                  <c:v>44293</c:v>
                </c:pt>
                <c:pt idx="328">
                  <c:v>44294</c:v>
                </c:pt>
                <c:pt idx="329">
                  <c:v>44295</c:v>
                </c:pt>
                <c:pt idx="330">
                  <c:v>44296</c:v>
                </c:pt>
                <c:pt idx="331">
                  <c:v>44297</c:v>
                </c:pt>
                <c:pt idx="332">
                  <c:v>44298</c:v>
                </c:pt>
                <c:pt idx="333">
                  <c:v>44299</c:v>
                </c:pt>
                <c:pt idx="334">
                  <c:v>44300</c:v>
                </c:pt>
                <c:pt idx="335">
                  <c:v>44301</c:v>
                </c:pt>
                <c:pt idx="336">
                  <c:v>44302</c:v>
                </c:pt>
                <c:pt idx="337">
                  <c:v>44303</c:v>
                </c:pt>
                <c:pt idx="338">
                  <c:v>44304</c:v>
                </c:pt>
                <c:pt idx="339">
                  <c:v>44305</c:v>
                </c:pt>
                <c:pt idx="340">
                  <c:v>44306</c:v>
                </c:pt>
                <c:pt idx="341">
                  <c:v>44307</c:v>
                </c:pt>
                <c:pt idx="342">
                  <c:v>44308</c:v>
                </c:pt>
                <c:pt idx="343">
                  <c:v>44309</c:v>
                </c:pt>
                <c:pt idx="344">
                  <c:v>44310</c:v>
                </c:pt>
                <c:pt idx="345">
                  <c:v>44311</c:v>
                </c:pt>
                <c:pt idx="346">
                  <c:v>44312</c:v>
                </c:pt>
                <c:pt idx="347">
                  <c:v>44313</c:v>
                </c:pt>
                <c:pt idx="348">
                  <c:v>44314</c:v>
                </c:pt>
                <c:pt idx="349">
                  <c:v>44315</c:v>
                </c:pt>
                <c:pt idx="350">
                  <c:v>44316</c:v>
                </c:pt>
                <c:pt idx="351">
                  <c:v>44317</c:v>
                </c:pt>
                <c:pt idx="352">
                  <c:v>44318</c:v>
                </c:pt>
                <c:pt idx="353">
                  <c:v>44319</c:v>
                </c:pt>
                <c:pt idx="354">
                  <c:v>44320</c:v>
                </c:pt>
                <c:pt idx="355">
                  <c:v>44321</c:v>
                </c:pt>
                <c:pt idx="356">
                  <c:v>44322</c:v>
                </c:pt>
                <c:pt idx="357">
                  <c:v>44323</c:v>
                </c:pt>
                <c:pt idx="358">
                  <c:v>44324</c:v>
                </c:pt>
                <c:pt idx="359">
                  <c:v>44325</c:v>
                </c:pt>
                <c:pt idx="360">
                  <c:v>44326</c:v>
                </c:pt>
                <c:pt idx="361">
                  <c:v>44327</c:v>
                </c:pt>
                <c:pt idx="362">
                  <c:v>44328</c:v>
                </c:pt>
                <c:pt idx="363">
                  <c:v>44329</c:v>
                </c:pt>
                <c:pt idx="364">
                  <c:v>44330</c:v>
                </c:pt>
                <c:pt idx="365">
                  <c:v>44331</c:v>
                </c:pt>
                <c:pt idx="366">
                  <c:v>44332</c:v>
                </c:pt>
                <c:pt idx="367">
                  <c:v>44333</c:v>
                </c:pt>
                <c:pt idx="368">
                  <c:v>44334</c:v>
                </c:pt>
                <c:pt idx="369">
                  <c:v>44335</c:v>
                </c:pt>
                <c:pt idx="370">
                  <c:v>44336</c:v>
                </c:pt>
                <c:pt idx="371">
                  <c:v>44337</c:v>
                </c:pt>
                <c:pt idx="372">
                  <c:v>44338</c:v>
                </c:pt>
                <c:pt idx="373">
                  <c:v>44339</c:v>
                </c:pt>
                <c:pt idx="374">
                  <c:v>44340</c:v>
                </c:pt>
                <c:pt idx="375">
                  <c:v>44341</c:v>
                </c:pt>
                <c:pt idx="376">
                  <c:v>44342</c:v>
                </c:pt>
                <c:pt idx="377">
                  <c:v>44343</c:v>
                </c:pt>
                <c:pt idx="378">
                  <c:v>44344</c:v>
                </c:pt>
                <c:pt idx="379">
                  <c:v>44345</c:v>
                </c:pt>
                <c:pt idx="380">
                  <c:v>44346</c:v>
                </c:pt>
                <c:pt idx="381">
                  <c:v>44347</c:v>
                </c:pt>
                <c:pt idx="382">
                  <c:v>44348</c:v>
                </c:pt>
                <c:pt idx="383">
                  <c:v>44349</c:v>
                </c:pt>
                <c:pt idx="384">
                  <c:v>44350</c:v>
                </c:pt>
                <c:pt idx="385">
                  <c:v>44351</c:v>
                </c:pt>
                <c:pt idx="386">
                  <c:v>44352</c:v>
                </c:pt>
                <c:pt idx="387">
                  <c:v>44353</c:v>
                </c:pt>
                <c:pt idx="388">
                  <c:v>44354</c:v>
                </c:pt>
                <c:pt idx="389">
                  <c:v>44355</c:v>
                </c:pt>
                <c:pt idx="390">
                  <c:v>44356</c:v>
                </c:pt>
                <c:pt idx="391">
                  <c:v>44357</c:v>
                </c:pt>
                <c:pt idx="392">
                  <c:v>44358</c:v>
                </c:pt>
                <c:pt idx="393">
                  <c:v>44359</c:v>
                </c:pt>
                <c:pt idx="394">
                  <c:v>44360</c:v>
                </c:pt>
                <c:pt idx="395">
                  <c:v>44361</c:v>
                </c:pt>
                <c:pt idx="396">
                  <c:v>44362</c:v>
                </c:pt>
                <c:pt idx="397">
                  <c:v>44363</c:v>
                </c:pt>
                <c:pt idx="398">
                  <c:v>44364</c:v>
                </c:pt>
                <c:pt idx="399">
                  <c:v>44365</c:v>
                </c:pt>
                <c:pt idx="400">
                  <c:v>44366</c:v>
                </c:pt>
                <c:pt idx="401">
                  <c:v>44367</c:v>
                </c:pt>
                <c:pt idx="402">
                  <c:v>44368</c:v>
                </c:pt>
                <c:pt idx="403">
                  <c:v>44369</c:v>
                </c:pt>
                <c:pt idx="404">
                  <c:v>44370</c:v>
                </c:pt>
                <c:pt idx="405">
                  <c:v>44371</c:v>
                </c:pt>
                <c:pt idx="406">
                  <c:v>44372</c:v>
                </c:pt>
                <c:pt idx="407">
                  <c:v>44373</c:v>
                </c:pt>
                <c:pt idx="408">
                  <c:v>44374</c:v>
                </c:pt>
                <c:pt idx="409">
                  <c:v>44375</c:v>
                </c:pt>
                <c:pt idx="410">
                  <c:v>44376</c:v>
                </c:pt>
                <c:pt idx="411">
                  <c:v>44377</c:v>
                </c:pt>
                <c:pt idx="412">
                  <c:v>44378</c:v>
                </c:pt>
                <c:pt idx="413">
                  <c:v>44379</c:v>
                </c:pt>
                <c:pt idx="414">
                  <c:v>44380</c:v>
                </c:pt>
                <c:pt idx="415">
                  <c:v>44381</c:v>
                </c:pt>
                <c:pt idx="416">
                  <c:v>44382</c:v>
                </c:pt>
                <c:pt idx="417">
                  <c:v>44383</c:v>
                </c:pt>
                <c:pt idx="418">
                  <c:v>44384</c:v>
                </c:pt>
                <c:pt idx="419">
                  <c:v>44385</c:v>
                </c:pt>
                <c:pt idx="420">
                  <c:v>44386</c:v>
                </c:pt>
                <c:pt idx="421">
                  <c:v>44387</c:v>
                </c:pt>
                <c:pt idx="422">
                  <c:v>44388</c:v>
                </c:pt>
                <c:pt idx="423">
                  <c:v>44389</c:v>
                </c:pt>
                <c:pt idx="424">
                  <c:v>44390</c:v>
                </c:pt>
                <c:pt idx="425">
                  <c:v>44391</c:v>
                </c:pt>
                <c:pt idx="426">
                  <c:v>44392</c:v>
                </c:pt>
                <c:pt idx="427">
                  <c:v>44393</c:v>
                </c:pt>
                <c:pt idx="428">
                  <c:v>44394</c:v>
                </c:pt>
                <c:pt idx="429">
                  <c:v>44395</c:v>
                </c:pt>
                <c:pt idx="430">
                  <c:v>44396</c:v>
                </c:pt>
                <c:pt idx="431">
                  <c:v>44397</c:v>
                </c:pt>
                <c:pt idx="432">
                  <c:v>44398</c:v>
                </c:pt>
                <c:pt idx="433">
                  <c:v>44399</c:v>
                </c:pt>
                <c:pt idx="434">
                  <c:v>44400</c:v>
                </c:pt>
                <c:pt idx="435">
                  <c:v>44401</c:v>
                </c:pt>
                <c:pt idx="436">
                  <c:v>44402</c:v>
                </c:pt>
                <c:pt idx="437">
                  <c:v>44403</c:v>
                </c:pt>
                <c:pt idx="438">
                  <c:v>44404</c:v>
                </c:pt>
                <c:pt idx="439">
                  <c:v>44405</c:v>
                </c:pt>
                <c:pt idx="440">
                  <c:v>44406</c:v>
                </c:pt>
                <c:pt idx="441">
                  <c:v>44407</c:v>
                </c:pt>
                <c:pt idx="442">
                  <c:v>44408</c:v>
                </c:pt>
                <c:pt idx="443">
                  <c:v>44409</c:v>
                </c:pt>
                <c:pt idx="444">
                  <c:v>44410</c:v>
                </c:pt>
                <c:pt idx="445">
                  <c:v>44411</c:v>
                </c:pt>
                <c:pt idx="446">
                  <c:v>44412</c:v>
                </c:pt>
                <c:pt idx="447">
                  <c:v>44413</c:v>
                </c:pt>
                <c:pt idx="448">
                  <c:v>44414</c:v>
                </c:pt>
                <c:pt idx="449">
                  <c:v>44415</c:v>
                </c:pt>
                <c:pt idx="450">
                  <c:v>44416</c:v>
                </c:pt>
                <c:pt idx="451">
                  <c:v>44417</c:v>
                </c:pt>
                <c:pt idx="452">
                  <c:v>44418</c:v>
                </c:pt>
                <c:pt idx="453">
                  <c:v>44419</c:v>
                </c:pt>
                <c:pt idx="454">
                  <c:v>44420</c:v>
                </c:pt>
                <c:pt idx="455">
                  <c:v>44421</c:v>
                </c:pt>
                <c:pt idx="456">
                  <c:v>44422</c:v>
                </c:pt>
                <c:pt idx="457">
                  <c:v>44423</c:v>
                </c:pt>
                <c:pt idx="458">
                  <c:v>44424</c:v>
                </c:pt>
                <c:pt idx="459">
                  <c:v>44425</c:v>
                </c:pt>
                <c:pt idx="460">
                  <c:v>44426</c:v>
                </c:pt>
                <c:pt idx="461">
                  <c:v>44427</c:v>
                </c:pt>
                <c:pt idx="462">
                  <c:v>44428</c:v>
                </c:pt>
                <c:pt idx="463">
                  <c:v>44429</c:v>
                </c:pt>
                <c:pt idx="464">
                  <c:v>44430</c:v>
                </c:pt>
                <c:pt idx="465">
                  <c:v>44431</c:v>
                </c:pt>
                <c:pt idx="466">
                  <c:v>44432</c:v>
                </c:pt>
                <c:pt idx="467">
                  <c:v>44433</c:v>
                </c:pt>
                <c:pt idx="468">
                  <c:v>44434</c:v>
                </c:pt>
                <c:pt idx="469">
                  <c:v>44435</c:v>
                </c:pt>
                <c:pt idx="470">
                  <c:v>44436</c:v>
                </c:pt>
                <c:pt idx="471">
                  <c:v>44437</c:v>
                </c:pt>
                <c:pt idx="472">
                  <c:v>44438</c:v>
                </c:pt>
                <c:pt idx="473">
                  <c:v>44439</c:v>
                </c:pt>
                <c:pt idx="474">
                  <c:v>44440</c:v>
                </c:pt>
                <c:pt idx="475">
                  <c:v>44441</c:v>
                </c:pt>
                <c:pt idx="476">
                  <c:v>44442</c:v>
                </c:pt>
                <c:pt idx="477">
                  <c:v>44443</c:v>
                </c:pt>
                <c:pt idx="478">
                  <c:v>44444</c:v>
                </c:pt>
                <c:pt idx="479">
                  <c:v>44445</c:v>
                </c:pt>
                <c:pt idx="480">
                  <c:v>44446</c:v>
                </c:pt>
              </c:numCache>
            </c:numRef>
          </c:xVal>
          <c:yVal>
            <c:numRef>
              <c:f>Hosp!$B$2:$B$482</c:f>
              <c:numCache>
                <c:formatCode>General</c:formatCode>
                <c:ptCount val="481"/>
                <c:pt idx="0">
                  <c:v>1475</c:v>
                </c:pt>
                <c:pt idx="1">
                  <c:v>1437</c:v>
                </c:pt>
                <c:pt idx="2">
                  <c:v>1507</c:v>
                </c:pt>
                <c:pt idx="3">
                  <c:v>1474</c:v>
                </c:pt>
                <c:pt idx="4">
                  <c:v>1504</c:v>
                </c:pt>
                <c:pt idx="5">
                  <c:v>1463</c:v>
                </c:pt>
                <c:pt idx="6">
                  <c:v>1570</c:v>
                </c:pt>
                <c:pt idx="7">
                  <c:v>1581</c:v>
                </c:pt>
                <c:pt idx="8">
                  <c:v>1567</c:v>
                </c:pt>
                <c:pt idx="9">
                  <c:v>1548</c:v>
                </c:pt>
                <c:pt idx="10">
                  <c:v>1547</c:v>
                </c:pt>
                <c:pt idx="11">
                  <c:v>1597</c:v>
                </c:pt>
                <c:pt idx="12">
                  <c:v>1625</c:v>
                </c:pt>
                <c:pt idx="13">
                  <c:v>1615</c:v>
                </c:pt>
                <c:pt idx="14">
                  <c:v>1576</c:v>
                </c:pt>
                <c:pt idx="15">
                  <c:v>1481</c:v>
                </c:pt>
                <c:pt idx="16">
                  <c:v>1544</c:v>
                </c:pt>
                <c:pt idx="17">
                  <c:v>1597</c:v>
                </c:pt>
                <c:pt idx="18">
                  <c:v>1535</c:v>
                </c:pt>
                <c:pt idx="19">
                  <c:v>1662</c:v>
                </c:pt>
                <c:pt idx="20">
                  <c:v>1668</c:v>
                </c:pt>
                <c:pt idx="21">
                  <c:v>1671</c:v>
                </c:pt>
                <c:pt idx="22">
                  <c:v>1556</c:v>
                </c:pt>
                <c:pt idx="23">
                  <c:v>1596</c:v>
                </c:pt>
                <c:pt idx="24">
                  <c:v>1697</c:v>
                </c:pt>
                <c:pt idx="25">
                  <c:v>1719</c:v>
                </c:pt>
                <c:pt idx="26">
                  <c:v>1639</c:v>
                </c:pt>
                <c:pt idx="27">
                  <c:v>1755</c:v>
                </c:pt>
                <c:pt idx="28">
                  <c:v>1717</c:v>
                </c:pt>
                <c:pt idx="29">
                  <c:v>1719</c:v>
                </c:pt>
                <c:pt idx="30">
                  <c:v>1720</c:v>
                </c:pt>
                <c:pt idx="31">
                  <c:v>1727</c:v>
                </c:pt>
                <c:pt idx="32">
                  <c:v>1713</c:v>
                </c:pt>
                <c:pt idx="33">
                  <c:v>1733</c:v>
                </c:pt>
                <c:pt idx="34">
                  <c:v>1731</c:v>
                </c:pt>
                <c:pt idx="35">
                  <c:v>1786</c:v>
                </c:pt>
                <c:pt idx="36">
                  <c:v>1723</c:v>
                </c:pt>
                <c:pt idx="37">
                  <c:v>1783</c:v>
                </c:pt>
                <c:pt idx="38">
                  <c:v>1770</c:v>
                </c:pt>
                <c:pt idx="39">
                  <c:v>1812</c:v>
                </c:pt>
                <c:pt idx="40">
                  <c:v>1800</c:v>
                </c:pt>
                <c:pt idx="41">
                  <c:v>1803</c:v>
                </c:pt>
                <c:pt idx="42">
                  <c:v>1792</c:v>
                </c:pt>
                <c:pt idx="43">
                  <c:v>1769</c:v>
                </c:pt>
                <c:pt idx="44">
                  <c:v>1796</c:v>
                </c:pt>
                <c:pt idx="45">
                  <c:v>1894</c:v>
                </c:pt>
                <c:pt idx="46">
                  <c:v>1792</c:v>
                </c:pt>
                <c:pt idx="47">
                  <c:v>1910</c:v>
                </c:pt>
                <c:pt idx="48">
                  <c:v>1860</c:v>
                </c:pt>
                <c:pt idx="49">
                  <c:v>1899</c:v>
                </c:pt>
                <c:pt idx="50">
                  <c:v>1930</c:v>
                </c:pt>
                <c:pt idx="51">
                  <c:v>1983</c:v>
                </c:pt>
                <c:pt idx="52">
                  <c:v>2065</c:v>
                </c:pt>
                <c:pt idx="53">
                  <c:v>2203</c:v>
                </c:pt>
                <c:pt idx="54">
                  <c:v>2156</c:v>
                </c:pt>
                <c:pt idx="55">
                  <c:v>2199</c:v>
                </c:pt>
                <c:pt idx="56">
                  <c:v>2202</c:v>
                </c:pt>
                <c:pt idx="57">
                  <c:v>2241</c:v>
                </c:pt>
                <c:pt idx="58">
                  <c:v>2283</c:v>
                </c:pt>
                <c:pt idx="59">
                  <c:v>2304</c:v>
                </c:pt>
                <c:pt idx="60">
                  <c:v>2312</c:v>
                </c:pt>
                <c:pt idx="61">
                  <c:v>2321</c:v>
                </c:pt>
                <c:pt idx="62">
                  <c:v>2383</c:v>
                </c:pt>
                <c:pt idx="63">
                  <c:v>2377</c:v>
                </c:pt>
                <c:pt idx="64">
                  <c:v>2394</c:v>
                </c:pt>
                <c:pt idx="65">
                  <c:v>2389</c:v>
                </c:pt>
                <c:pt idx="66">
                  <c:v>2409</c:v>
                </c:pt>
                <c:pt idx="67">
                  <c:v>2440</c:v>
                </c:pt>
                <c:pt idx="68">
                  <c:v>2492</c:v>
                </c:pt>
                <c:pt idx="69">
                  <c:v>2514</c:v>
                </c:pt>
                <c:pt idx="70">
                  <c:v>2520</c:v>
                </c:pt>
                <c:pt idx="71">
                  <c:v>2622</c:v>
                </c:pt>
                <c:pt idx="72">
                  <c:v>2623</c:v>
                </c:pt>
                <c:pt idx="73">
                  <c:v>2637</c:v>
                </c:pt>
                <c:pt idx="74">
                  <c:v>2676</c:v>
                </c:pt>
                <c:pt idx="75">
                  <c:v>2748</c:v>
                </c:pt>
                <c:pt idx="76">
                  <c:v>2752</c:v>
                </c:pt>
                <c:pt idx="77">
                  <c:v>2806</c:v>
                </c:pt>
                <c:pt idx="78">
                  <c:v>2759</c:v>
                </c:pt>
                <c:pt idx="79">
                  <c:v>2783</c:v>
                </c:pt>
                <c:pt idx="80">
                  <c:v>2819</c:v>
                </c:pt>
                <c:pt idx="81">
                  <c:v>2779</c:v>
                </c:pt>
                <c:pt idx="82">
                  <c:v>2820</c:v>
                </c:pt>
                <c:pt idx="83">
                  <c:v>2802</c:v>
                </c:pt>
                <c:pt idx="84">
                  <c:v>2857</c:v>
                </c:pt>
                <c:pt idx="85">
                  <c:v>2836</c:v>
                </c:pt>
                <c:pt idx="86">
                  <c:v>2846</c:v>
                </c:pt>
                <c:pt idx="87">
                  <c:v>2831</c:v>
                </c:pt>
                <c:pt idx="88">
                  <c:v>2836</c:v>
                </c:pt>
                <c:pt idx="89">
                  <c:v>2763</c:v>
                </c:pt>
                <c:pt idx="90">
                  <c:v>2794</c:v>
                </c:pt>
                <c:pt idx="91">
                  <c:v>2760</c:v>
                </c:pt>
                <c:pt idx="92">
                  <c:v>2712</c:v>
                </c:pt>
                <c:pt idx="93">
                  <c:v>2736</c:v>
                </c:pt>
                <c:pt idx="94">
                  <c:v>2630</c:v>
                </c:pt>
                <c:pt idx="95">
                  <c:v>2720</c:v>
                </c:pt>
                <c:pt idx="96">
                  <c:v>2747</c:v>
                </c:pt>
                <c:pt idx="97">
                  <c:v>2662</c:v>
                </c:pt>
                <c:pt idx="98">
                  <c:v>2753</c:v>
                </c:pt>
                <c:pt idx="99">
                  <c:v>2738</c:v>
                </c:pt>
                <c:pt idx="100">
                  <c:v>2694</c:v>
                </c:pt>
                <c:pt idx="101">
                  <c:v>2722</c:v>
                </c:pt>
                <c:pt idx="102">
                  <c:v>2719</c:v>
                </c:pt>
                <c:pt idx="103">
                  <c:v>2529</c:v>
                </c:pt>
                <c:pt idx="104">
                  <c:v>2623</c:v>
                </c:pt>
                <c:pt idx="105">
                  <c:v>2649</c:v>
                </c:pt>
                <c:pt idx="106">
                  <c:v>2616</c:v>
                </c:pt>
                <c:pt idx="107">
                  <c:v>2665</c:v>
                </c:pt>
                <c:pt idx="108">
                  <c:v>2695</c:v>
                </c:pt>
                <c:pt idx="109">
                  <c:v>2641</c:v>
                </c:pt>
                <c:pt idx="110">
                  <c:v>2611</c:v>
                </c:pt>
                <c:pt idx="111">
                  <c:v>2648</c:v>
                </c:pt>
                <c:pt idx="112">
                  <c:v>2603</c:v>
                </c:pt>
                <c:pt idx="113">
                  <c:v>2700</c:v>
                </c:pt>
                <c:pt idx="114">
                  <c:v>2681</c:v>
                </c:pt>
                <c:pt idx="115">
                  <c:v>2625</c:v>
                </c:pt>
                <c:pt idx="116">
                  <c:v>2612</c:v>
                </c:pt>
                <c:pt idx="117">
                  <c:v>2654</c:v>
                </c:pt>
                <c:pt idx="118">
                  <c:v>2623</c:v>
                </c:pt>
                <c:pt idx="119">
                  <c:v>2546</c:v>
                </c:pt>
                <c:pt idx="120">
                  <c:v>2547</c:v>
                </c:pt>
                <c:pt idx="121">
                  <c:v>2493</c:v>
                </c:pt>
                <c:pt idx="122">
                  <c:v>2424</c:v>
                </c:pt>
                <c:pt idx="123">
                  <c:v>2454</c:v>
                </c:pt>
                <c:pt idx="124">
                  <c:v>2409</c:v>
                </c:pt>
                <c:pt idx="125">
                  <c:v>2394</c:v>
                </c:pt>
                <c:pt idx="126">
                  <c:v>2271</c:v>
                </c:pt>
                <c:pt idx="127">
                  <c:v>2353</c:v>
                </c:pt>
                <c:pt idx="128">
                  <c:v>2326</c:v>
                </c:pt>
                <c:pt idx="129">
                  <c:v>2402</c:v>
                </c:pt>
                <c:pt idx="130">
                  <c:v>2228</c:v>
                </c:pt>
                <c:pt idx="131">
                  <c:v>2214</c:v>
                </c:pt>
                <c:pt idx="132">
                  <c:v>2149</c:v>
                </c:pt>
                <c:pt idx="133">
                  <c:v>2171</c:v>
                </c:pt>
                <c:pt idx="134">
                  <c:v>2171</c:v>
                </c:pt>
                <c:pt idx="135">
                  <c:v>2241</c:v>
                </c:pt>
                <c:pt idx="136">
                  <c:v>2127</c:v>
                </c:pt>
                <c:pt idx="137">
                  <c:v>2144</c:v>
                </c:pt>
                <c:pt idx="138">
                  <c:v>2112</c:v>
                </c:pt>
                <c:pt idx="139">
                  <c:v>2125</c:v>
                </c:pt>
                <c:pt idx="140">
                  <c:v>2076</c:v>
                </c:pt>
                <c:pt idx="141">
                  <c:v>2111</c:v>
                </c:pt>
                <c:pt idx="142">
                  <c:v>2122</c:v>
                </c:pt>
                <c:pt idx="143">
                  <c:v>2059</c:v>
                </c:pt>
                <c:pt idx="144">
                  <c:v>2040</c:v>
                </c:pt>
                <c:pt idx="145">
                  <c:v>2082</c:v>
                </c:pt>
                <c:pt idx="146">
                  <c:v>1987</c:v>
                </c:pt>
                <c:pt idx="147">
                  <c:v>2059</c:v>
                </c:pt>
                <c:pt idx="148">
                  <c:v>2058</c:v>
                </c:pt>
                <c:pt idx="149">
                  <c:v>2058</c:v>
                </c:pt>
                <c:pt idx="150">
                  <c:v>1994</c:v>
                </c:pt>
                <c:pt idx="151">
                  <c:v>1976</c:v>
                </c:pt>
                <c:pt idx="152">
                  <c:v>1921</c:v>
                </c:pt>
                <c:pt idx="153">
                  <c:v>1971</c:v>
                </c:pt>
                <c:pt idx="154">
                  <c:v>1980</c:v>
                </c:pt>
                <c:pt idx="155">
                  <c:v>2025</c:v>
                </c:pt>
                <c:pt idx="156">
                  <c:v>1957</c:v>
                </c:pt>
                <c:pt idx="157">
                  <c:v>2039</c:v>
                </c:pt>
                <c:pt idx="158">
                  <c:v>1991</c:v>
                </c:pt>
                <c:pt idx="159">
                  <c:v>2010</c:v>
                </c:pt>
                <c:pt idx="160">
                  <c:v>1968</c:v>
                </c:pt>
                <c:pt idx="161">
                  <c:v>1981</c:v>
                </c:pt>
                <c:pt idx="162">
                  <c:v>1948</c:v>
                </c:pt>
                <c:pt idx="163">
                  <c:v>1975</c:v>
                </c:pt>
                <c:pt idx="164">
                  <c:v>1942</c:v>
                </c:pt>
                <c:pt idx="165">
                  <c:v>2014</c:v>
                </c:pt>
                <c:pt idx="166">
                  <c:v>1996</c:v>
                </c:pt>
                <c:pt idx="167">
                  <c:v>2019</c:v>
                </c:pt>
                <c:pt idx="168">
                  <c:v>1991</c:v>
                </c:pt>
                <c:pt idx="169">
                  <c:v>2003</c:v>
                </c:pt>
                <c:pt idx="170">
                  <c:v>1972</c:v>
                </c:pt>
                <c:pt idx="171">
                  <c:v>1966</c:v>
                </c:pt>
                <c:pt idx="172">
                  <c:v>1963</c:v>
                </c:pt>
                <c:pt idx="173">
                  <c:v>2047</c:v>
                </c:pt>
                <c:pt idx="174">
                  <c:v>2046</c:v>
                </c:pt>
                <c:pt idx="175">
                  <c:v>1996</c:v>
                </c:pt>
                <c:pt idx="176">
                  <c:v>1939</c:v>
                </c:pt>
                <c:pt idx="177">
                  <c:v>2030</c:v>
                </c:pt>
                <c:pt idx="178">
                  <c:v>1964</c:v>
                </c:pt>
                <c:pt idx="179">
                  <c:v>2035</c:v>
                </c:pt>
                <c:pt idx="180">
                  <c:v>2000</c:v>
                </c:pt>
                <c:pt idx="181">
                  <c:v>1970</c:v>
                </c:pt>
                <c:pt idx="182">
                  <c:v>1908</c:v>
                </c:pt>
                <c:pt idx="183">
                  <c:v>2099</c:v>
                </c:pt>
                <c:pt idx="184">
                  <c:v>1950</c:v>
                </c:pt>
                <c:pt idx="185">
                  <c:v>1920</c:v>
                </c:pt>
                <c:pt idx="186">
                  <c:v>1953</c:v>
                </c:pt>
                <c:pt idx="187">
                  <c:v>1948</c:v>
                </c:pt>
                <c:pt idx="188">
                  <c:v>1946</c:v>
                </c:pt>
                <c:pt idx="189">
                  <c:v>1962</c:v>
                </c:pt>
                <c:pt idx="190">
                  <c:v>1907</c:v>
                </c:pt>
                <c:pt idx="191">
                  <c:v>1942</c:v>
                </c:pt>
                <c:pt idx="192">
                  <c:v>1946</c:v>
                </c:pt>
                <c:pt idx="193">
                  <c:v>1962</c:v>
                </c:pt>
                <c:pt idx="194">
                  <c:v>1897</c:v>
                </c:pt>
                <c:pt idx="195">
                  <c:v>1973</c:v>
                </c:pt>
                <c:pt idx="196">
                  <c:v>1924</c:v>
                </c:pt>
                <c:pt idx="197">
                  <c:v>1878</c:v>
                </c:pt>
                <c:pt idx="198">
                  <c:v>1955</c:v>
                </c:pt>
                <c:pt idx="199">
                  <c:v>1913</c:v>
                </c:pt>
                <c:pt idx="200">
                  <c:v>1935</c:v>
                </c:pt>
                <c:pt idx="201">
                  <c:v>1913</c:v>
                </c:pt>
                <c:pt idx="202">
                  <c:v>1888</c:v>
                </c:pt>
                <c:pt idx="203">
                  <c:v>1858</c:v>
                </c:pt>
                <c:pt idx="204">
                  <c:v>1902</c:v>
                </c:pt>
                <c:pt idx="205">
                  <c:v>1877</c:v>
                </c:pt>
                <c:pt idx="206">
                  <c:v>1914</c:v>
                </c:pt>
                <c:pt idx="207">
                  <c:v>1882</c:v>
                </c:pt>
                <c:pt idx="208">
                  <c:v>1907</c:v>
                </c:pt>
                <c:pt idx="209">
                  <c:v>1845</c:v>
                </c:pt>
                <c:pt idx="210">
                  <c:v>1914</c:v>
                </c:pt>
                <c:pt idx="211">
                  <c:v>1849</c:v>
                </c:pt>
                <c:pt idx="212">
                  <c:v>1877</c:v>
                </c:pt>
                <c:pt idx="213">
                  <c:v>1878</c:v>
                </c:pt>
                <c:pt idx="214">
                  <c:v>1894</c:v>
                </c:pt>
                <c:pt idx="215">
                  <c:v>1918</c:v>
                </c:pt>
                <c:pt idx="216">
                  <c:v>1950</c:v>
                </c:pt>
                <c:pt idx="217">
                  <c:v>1964</c:v>
                </c:pt>
                <c:pt idx="218">
                  <c:v>1938</c:v>
                </c:pt>
                <c:pt idx="219">
                  <c:v>1917</c:v>
                </c:pt>
                <c:pt idx="220">
                  <c:v>2029</c:v>
                </c:pt>
                <c:pt idx="221">
                  <c:v>1975</c:v>
                </c:pt>
                <c:pt idx="222">
                  <c:v>2086</c:v>
                </c:pt>
                <c:pt idx="223">
                  <c:v>2143</c:v>
                </c:pt>
                <c:pt idx="224">
                  <c:v>2197</c:v>
                </c:pt>
                <c:pt idx="225">
                  <c:v>2149</c:v>
                </c:pt>
                <c:pt idx="226">
                  <c:v>2216</c:v>
                </c:pt>
                <c:pt idx="227">
                  <c:v>2173</c:v>
                </c:pt>
                <c:pt idx="228">
                  <c:v>2253</c:v>
                </c:pt>
                <c:pt idx="229">
                  <c:v>2361</c:v>
                </c:pt>
                <c:pt idx="230">
                  <c:v>2392</c:v>
                </c:pt>
                <c:pt idx="231">
                  <c:v>2351</c:v>
                </c:pt>
                <c:pt idx="232">
                  <c:v>2400</c:v>
                </c:pt>
                <c:pt idx="233">
                  <c:v>2420</c:v>
                </c:pt>
                <c:pt idx="234">
                  <c:v>2446</c:v>
                </c:pt>
                <c:pt idx="235">
                  <c:v>2374</c:v>
                </c:pt>
                <c:pt idx="236">
                  <c:v>2391</c:v>
                </c:pt>
                <c:pt idx="237">
                  <c:v>2402</c:v>
                </c:pt>
                <c:pt idx="238">
                  <c:v>2428</c:v>
                </c:pt>
                <c:pt idx="239">
                  <c:v>2440</c:v>
                </c:pt>
                <c:pt idx="240">
                  <c:v>2450</c:v>
                </c:pt>
                <c:pt idx="241">
                  <c:v>2454</c:v>
                </c:pt>
                <c:pt idx="242">
                  <c:v>2409</c:v>
                </c:pt>
                <c:pt idx="243">
                  <c:v>2426</c:v>
                </c:pt>
                <c:pt idx="244">
                  <c:v>2442</c:v>
                </c:pt>
                <c:pt idx="245">
                  <c:v>2465</c:v>
                </c:pt>
                <c:pt idx="246">
                  <c:v>2445</c:v>
                </c:pt>
                <c:pt idx="247">
                  <c:v>2452</c:v>
                </c:pt>
                <c:pt idx="248">
                  <c:v>2455</c:v>
                </c:pt>
                <c:pt idx="249">
                  <c:v>2487</c:v>
                </c:pt>
                <c:pt idx="250">
                  <c:v>2436</c:v>
                </c:pt>
                <c:pt idx="251">
                  <c:v>2495</c:v>
                </c:pt>
                <c:pt idx="252">
                  <c:v>2526</c:v>
                </c:pt>
                <c:pt idx="253">
                  <c:v>2545</c:v>
                </c:pt>
                <c:pt idx="254">
                  <c:v>2535</c:v>
                </c:pt>
                <c:pt idx="255">
                  <c:v>2558</c:v>
                </c:pt>
                <c:pt idx="256">
                  <c:v>2541</c:v>
                </c:pt>
                <c:pt idx="257">
                  <c:v>2593</c:v>
                </c:pt>
                <c:pt idx="258">
                  <c:v>2552</c:v>
                </c:pt>
                <c:pt idx="259">
                  <c:v>2544</c:v>
                </c:pt>
                <c:pt idx="260">
                  <c:v>2531</c:v>
                </c:pt>
                <c:pt idx="261">
                  <c:v>2431</c:v>
                </c:pt>
                <c:pt idx="262">
                  <c:v>2479</c:v>
                </c:pt>
                <c:pt idx="263">
                  <c:v>2474</c:v>
                </c:pt>
                <c:pt idx="264">
                  <c:v>2367</c:v>
                </c:pt>
                <c:pt idx="265">
                  <c:v>2338</c:v>
                </c:pt>
                <c:pt idx="266">
                  <c:v>2264</c:v>
                </c:pt>
                <c:pt idx="267">
                  <c:v>2230</c:v>
                </c:pt>
                <c:pt idx="268">
                  <c:v>2235</c:v>
                </c:pt>
                <c:pt idx="269">
                  <c:v>2158</c:v>
                </c:pt>
                <c:pt idx="270">
                  <c:v>2073</c:v>
                </c:pt>
                <c:pt idx="271">
                  <c:v>2104</c:v>
                </c:pt>
                <c:pt idx="272">
                  <c:v>2067</c:v>
                </c:pt>
                <c:pt idx="273">
                  <c:v>2041</c:v>
                </c:pt>
                <c:pt idx="274">
                  <c:v>2029</c:v>
                </c:pt>
                <c:pt idx="275">
                  <c:v>2046</c:v>
                </c:pt>
                <c:pt idx="276">
                  <c:v>1956</c:v>
                </c:pt>
                <c:pt idx="277">
                  <c:v>1956</c:v>
                </c:pt>
                <c:pt idx="278">
                  <c:v>1827</c:v>
                </c:pt>
                <c:pt idx="279">
                  <c:v>1791</c:v>
                </c:pt>
                <c:pt idx="280">
                  <c:v>1803</c:v>
                </c:pt>
                <c:pt idx="281">
                  <c:v>1799</c:v>
                </c:pt>
                <c:pt idx="282">
                  <c:v>1808</c:v>
                </c:pt>
                <c:pt idx="283">
                  <c:v>1724</c:v>
                </c:pt>
                <c:pt idx="284">
                  <c:v>1751</c:v>
                </c:pt>
                <c:pt idx="285">
                  <c:v>1703</c:v>
                </c:pt>
                <c:pt idx="286">
                  <c:v>1714</c:v>
                </c:pt>
                <c:pt idx="287">
                  <c:v>1684</c:v>
                </c:pt>
                <c:pt idx="288">
                  <c:v>1618</c:v>
                </c:pt>
                <c:pt idx="289">
                  <c:v>1610</c:v>
                </c:pt>
                <c:pt idx="290">
                  <c:v>1542</c:v>
                </c:pt>
                <c:pt idx="291">
                  <c:v>1575</c:v>
                </c:pt>
                <c:pt idx="292">
                  <c:v>1508</c:v>
                </c:pt>
                <c:pt idx="293">
                  <c:v>1500</c:v>
                </c:pt>
                <c:pt idx="294">
                  <c:v>1490</c:v>
                </c:pt>
                <c:pt idx="295">
                  <c:v>1502</c:v>
                </c:pt>
                <c:pt idx="296">
                  <c:v>1451</c:v>
                </c:pt>
                <c:pt idx="297">
                  <c:v>1545</c:v>
                </c:pt>
                <c:pt idx="298">
                  <c:v>1459</c:v>
                </c:pt>
                <c:pt idx="299">
                  <c:v>1496</c:v>
                </c:pt>
                <c:pt idx="300">
                  <c:v>1501</c:v>
                </c:pt>
                <c:pt idx="301">
                  <c:v>1466</c:v>
                </c:pt>
                <c:pt idx="302">
                  <c:v>1471</c:v>
                </c:pt>
                <c:pt idx="303">
                  <c:v>1547</c:v>
                </c:pt>
                <c:pt idx="304">
                  <c:v>1531</c:v>
                </c:pt>
                <c:pt idx="305">
                  <c:v>1450</c:v>
                </c:pt>
                <c:pt idx="306">
                  <c:v>1437</c:v>
                </c:pt>
                <c:pt idx="307">
                  <c:v>1415</c:v>
                </c:pt>
                <c:pt idx="308">
                  <c:v>1356</c:v>
                </c:pt>
                <c:pt idx="309">
                  <c:v>1338</c:v>
                </c:pt>
                <c:pt idx="310">
                  <c:v>1384</c:v>
                </c:pt>
                <c:pt idx="311">
                  <c:v>1409</c:v>
                </c:pt>
                <c:pt idx="312">
                  <c:v>1309</c:v>
                </c:pt>
                <c:pt idx="313">
                  <c:v>1365</c:v>
                </c:pt>
                <c:pt idx="314">
                  <c:v>1375</c:v>
                </c:pt>
                <c:pt idx="315">
                  <c:v>1379</c:v>
                </c:pt>
                <c:pt idx="316">
                  <c:v>1411</c:v>
                </c:pt>
                <c:pt idx="317">
                  <c:v>1420</c:v>
                </c:pt>
                <c:pt idx="318">
                  <c:v>1380</c:v>
                </c:pt>
                <c:pt idx="319">
                  <c:v>1421</c:v>
                </c:pt>
                <c:pt idx="320">
                  <c:v>1354</c:v>
                </c:pt>
                <c:pt idx="321">
                  <c:v>1387</c:v>
                </c:pt>
                <c:pt idx="322">
                  <c:v>1429</c:v>
                </c:pt>
                <c:pt idx="323">
                  <c:v>1414</c:v>
                </c:pt>
                <c:pt idx="324">
                  <c:v>1416</c:v>
                </c:pt>
                <c:pt idx="325">
                  <c:v>1417</c:v>
                </c:pt>
                <c:pt idx="326">
                  <c:v>1420</c:v>
                </c:pt>
                <c:pt idx="327">
                  <c:v>1461</c:v>
                </c:pt>
                <c:pt idx="328">
                  <c:v>1496</c:v>
                </c:pt>
                <c:pt idx="329">
                  <c:v>1424</c:v>
                </c:pt>
                <c:pt idx="330">
                  <c:v>1493</c:v>
                </c:pt>
                <c:pt idx="331">
                  <c:v>1526</c:v>
                </c:pt>
                <c:pt idx="332">
                  <c:v>1549</c:v>
                </c:pt>
                <c:pt idx="333">
                  <c:v>1626</c:v>
                </c:pt>
                <c:pt idx="334">
                  <c:v>1662</c:v>
                </c:pt>
                <c:pt idx="335">
                  <c:v>1671</c:v>
                </c:pt>
                <c:pt idx="336">
                  <c:v>1763</c:v>
                </c:pt>
                <c:pt idx="337">
                  <c:v>2096</c:v>
                </c:pt>
                <c:pt idx="338">
                  <c:v>1826</c:v>
                </c:pt>
                <c:pt idx="339">
                  <c:v>1828</c:v>
                </c:pt>
                <c:pt idx="340">
                  <c:v>1883</c:v>
                </c:pt>
                <c:pt idx="341">
                  <c:v>1962</c:v>
                </c:pt>
                <c:pt idx="342">
                  <c:v>2061</c:v>
                </c:pt>
                <c:pt idx="343">
                  <c:v>2091</c:v>
                </c:pt>
                <c:pt idx="344">
                  <c:v>2065</c:v>
                </c:pt>
                <c:pt idx="345">
                  <c:v>2117</c:v>
                </c:pt>
                <c:pt idx="346">
                  <c:v>2148</c:v>
                </c:pt>
                <c:pt idx="347">
                  <c:v>2174</c:v>
                </c:pt>
                <c:pt idx="348">
                  <c:v>2231</c:v>
                </c:pt>
                <c:pt idx="349">
                  <c:v>2266</c:v>
                </c:pt>
                <c:pt idx="350">
                  <c:v>2275</c:v>
                </c:pt>
                <c:pt idx="351">
                  <c:v>2224</c:v>
                </c:pt>
                <c:pt idx="352">
                  <c:v>2272</c:v>
                </c:pt>
                <c:pt idx="353">
                  <c:v>2287</c:v>
                </c:pt>
                <c:pt idx="354">
                  <c:v>2233</c:v>
                </c:pt>
                <c:pt idx="355">
                  <c:v>2304</c:v>
                </c:pt>
                <c:pt idx="356">
                  <c:v>2288</c:v>
                </c:pt>
                <c:pt idx="357">
                  <c:v>2301</c:v>
                </c:pt>
                <c:pt idx="358">
                  <c:v>2275</c:v>
                </c:pt>
                <c:pt idx="359">
                  <c:v>2327</c:v>
                </c:pt>
                <c:pt idx="360">
                  <c:v>2308</c:v>
                </c:pt>
                <c:pt idx="361">
                  <c:v>2308</c:v>
                </c:pt>
                <c:pt idx="362">
                  <c:v>2298</c:v>
                </c:pt>
                <c:pt idx="363">
                  <c:v>2278</c:v>
                </c:pt>
                <c:pt idx="364">
                  <c:v>2331</c:v>
                </c:pt>
                <c:pt idx="365">
                  <c:v>2342</c:v>
                </c:pt>
                <c:pt idx="366">
                  <c:v>2348</c:v>
                </c:pt>
                <c:pt idx="367">
                  <c:v>2348</c:v>
                </c:pt>
                <c:pt idx="368">
                  <c:v>2386</c:v>
                </c:pt>
                <c:pt idx="369">
                  <c:v>2365</c:v>
                </c:pt>
                <c:pt idx="370">
                  <c:v>2397</c:v>
                </c:pt>
                <c:pt idx="371">
                  <c:v>2416</c:v>
                </c:pt>
                <c:pt idx="372">
                  <c:v>2334</c:v>
                </c:pt>
                <c:pt idx="373">
                  <c:v>2392</c:v>
                </c:pt>
                <c:pt idx="374">
                  <c:v>2381</c:v>
                </c:pt>
                <c:pt idx="375">
                  <c:v>2412</c:v>
                </c:pt>
                <c:pt idx="376">
                  <c:v>2407</c:v>
                </c:pt>
                <c:pt idx="377">
                  <c:v>2472</c:v>
                </c:pt>
                <c:pt idx="378">
                  <c:v>2528</c:v>
                </c:pt>
                <c:pt idx="379">
                  <c:v>2488</c:v>
                </c:pt>
                <c:pt idx="380">
                  <c:v>2510</c:v>
                </c:pt>
                <c:pt idx="381">
                  <c:v>2553</c:v>
                </c:pt>
                <c:pt idx="382">
                  <c:v>2562</c:v>
                </c:pt>
                <c:pt idx="383">
                  <c:v>2575</c:v>
                </c:pt>
                <c:pt idx="384">
                  <c:v>2618</c:v>
                </c:pt>
                <c:pt idx="385">
                  <c:v>2699</c:v>
                </c:pt>
                <c:pt idx="386">
                  <c:v>2614</c:v>
                </c:pt>
                <c:pt idx="387">
                  <c:v>2665</c:v>
                </c:pt>
                <c:pt idx="388">
                  <c:v>2736</c:v>
                </c:pt>
                <c:pt idx="389">
                  <c:v>2764</c:v>
                </c:pt>
                <c:pt idx="390">
                  <c:v>2697</c:v>
                </c:pt>
                <c:pt idx="391">
                  <c:v>2797</c:v>
                </c:pt>
                <c:pt idx="392">
                  <c:v>2804</c:v>
                </c:pt>
                <c:pt idx="393">
                  <c:v>2776</c:v>
                </c:pt>
                <c:pt idx="394">
                  <c:v>2792</c:v>
                </c:pt>
                <c:pt idx="395">
                  <c:v>2793</c:v>
                </c:pt>
                <c:pt idx="396">
                  <c:v>2837</c:v>
                </c:pt>
                <c:pt idx="397">
                  <c:v>2863</c:v>
                </c:pt>
                <c:pt idx="398">
                  <c:v>2854</c:v>
                </c:pt>
                <c:pt idx="399">
                  <c:v>2819</c:v>
                </c:pt>
                <c:pt idx="400">
                  <c:v>2824</c:v>
                </c:pt>
                <c:pt idx="401">
                  <c:v>2870</c:v>
                </c:pt>
                <c:pt idx="402">
                  <c:v>2935</c:v>
                </c:pt>
                <c:pt idx="403">
                  <c:v>2937</c:v>
                </c:pt>
                <c:pt idx="404">
                  <c:v>2919</c:v>
                </c:pt>
                <c:pt idx="405">
                  <c:v>2832</c:v>
                </c:pt>
                <c:pt idx="406">
                  <c:v>2833</c:v>
                </c:pt>
                <c:pt idx="407">
                  <c:v>2701</c:v>
                </c:pt>
                <c:pt idx="408">
                  <c:v>2781</c:v>
                </c:pt>
                <c:pt idx="409">
                  <c:v>2762</c:v>
                </c:pt>
                <c:pt idx="410">
                  <c:v>2768</c:v>
                </c:pt>
                <c:pt idx="411">
                  <c:v>2778</c:v>
                </c:pt>
                <c:pt idx="412">
                  <c:v>2732</c:v>
                </c:pt>
                <c:pt idx="413">
                  <c:v>2725</c:v>
                </c:pt>
                <c:pt idx="414">
                  <c:v>2717</c:v>
                </c:pt>
                <c:pt idx="415">
                  <c:v>2668</c:v>
                </c:pt>
                <c:pt idx="416">
                  <c:v>2662</c:v>
                </c:pt>
                <c:pt idx="417">
                  <c:v>2628</c:v>
                </c:pt>
                <c:pt idx="418">
                  <c:v>2627</c:v>
                </c:pt>
                <c:pt idx="419">
                  <c:v>2579</c:v>
                </c:pt>
                <c:pt idx="420">
                  <c:v>2526</c:v>
                </c:pt>
                <c:pt idx="421">
                  <c:v>2464</c:v>
                </c:pt>
                <c:pt idx="422">
                  <c:v>2373</c:v>
                </c:pt>
                <c:pt idx="423">
                  <c:v>2334</c:v>
                </c:pt>
                <c:pt idx="424">
                  <c:v>2269</c:v>
                </c:pt>
                <c:pt idx="425">
                  <c:v>2277</c:v>
                </c:pt>
                <c:pt idx="426">
                  <c:v>2175</c:v>
                </c:pt>
                <c:pt idx="427">
                  <c:v>2102</c:v>
                </c:pt>
                <c:pt idx="428">
                  <c:v>2063</c:v>
                </c:pt>
                <c:pt idx="429">
                  <c:v>2054</c:v>
                </c:pt>
                <c:pt idx="430">
                  <c:v>1965</c:v>
                </c:pt>
                <c:pt idx="431">
                  <c:v>1925</c:v>
                </c:pt>
                <c:pt idx="432">
                  <c:v>1890</c:v>
                </c:pt>
                <c:pt idx="433">
                  <c:v>1818</c:v>
                </c:pt>
                <c:pt idx="434">
                  <c:v>1672</c:v>
                </c:pt>
                <c:pt idx="435">
                  <c:v>1667</c:v>
                </c:pt>
                <c:pt idx="436">
                  <c:v>1634</c:v>
                </c:pt>
                <c:pt idx="437">
                  <c:v>1611</c:v>
                </c:pt>
                <c:pt idx="438">
                  <c:v>1500</c:v>
                </c:pt>
                <c:pt idx="439">
                  <c:v>1484</c:v>
                </c:pt>
                <c:pt idx="440">
                  <c:v>1410</c:v>
                </c:pt>
                <c:pt idx="441">
                  <c:v>1396</c:v>
                </c:pt>
                <c:pt idx="442">
                  <c:v>1433</c:v>
                </c:pt>
                <c:pt idx="443">
                  <c:v>1393</c:v>
                </c:pt>
                <c:pt idx="444">
                  <c:v>1382</c:v>
                </c:pt>
                <c:pt idx="445">
                  <c:v>1293</c:v>
                </c:pt>
                <c:pt idx="446">
                  <c:v>1187</c:v>
                </c:pt>
                <c:pt idx="447">
                  <c:v>1209</c:v>
                </c:pt>
                <c:pt idx="448">
                  <c:v>1166</c:v>
                </c:pt>
                <c:pt idx="449">
                  <c:v>1187</c:v>
                </c:pt>
                <c:pt idx="450">
                  <c:v>1062</c:v>
                </c:pt>
                <c:pt idx="451">
                  <c:v>1161</c:v>
                </c:pt>
                <c:pt idx="452">
                  <c:v>1138</c:v>
                </c:pt>
                <c:pt idx="453">
                  <c:v>1118</c:v>
                </c:pt>
                <c:pt idx="454">
                  <c:v>1125</c:v>
                </c:pt>
                <c:pt idx="455">
                  <c:v>1089</c:v>
                </c:pt>
                <c:pt idx="456">
                  <c:v>1076</c:v>
                </c:pt>
                <c:pt idx="457">
                  <c:v>987</c:v>
                </c:pt>
                <c:pt idx="458">
                  <c:v>1017</c:v>
                </c:pt>
                <c:pt idx="459">
                  <c:v>1019</c:v>
                </c:pt>
                <c:pt idx="460">
                  <c:v>1005</c:v>
                </c:pt>
                <c:pt idx="461">
                  <c:v>978</c:v>
                </c:pt>
                <c:pt idx="462">
                  <c:v>951</c:v>
                </c:pt>
                <c:pt idx="463">
                  <c:v>964</c:v>
                </c:pt>
                <c:pt idx="464">
                  <c:v>899</c:v>
                </c:pt>
                <c:pt idx="465">
                  <c:v>953</c:v>
                </c:pt>
                <c:pt idx="466">
                  <c:v>924</c:v>
                </c:pt>
                <c:pt idx="467">
                  <c:v>933</c:v>
                </c:pt>
                <c:pt idx="468">
                  <c:v>889</c:v>
                </c:pt>
                <c:pt idx="469">
                  <c:v>853</c:v>
                </c:pt>
                <c:pt idx="470">
                  <c:v>837</c:v>
                </c:pt>
                <c:pt idx="471">
                  <c:v>840</c:v>
                </c:pt>
                <c:pt idx="472">
                  <c:v>835</c:v>
                </c:pt>
                <c:pt idx="473">
                  <c:v>814</c:v>
                </c:pt>
                <c:pt idx="474">
                  <c:v>806</c:v>
                </c:pt>
                <c:pt idx="475">
                  <c:v>809</c:v>
                </c:pt>
                <c:pt idx="476">
                  <c:v>781</c:v>
                </c:pt>
                <c:pt idx="477">
                  <c:v>731</c:v>
                </c:pt>
                <c:pt idx="478">
                  <c:v>721</c:v>
                </c:pt>
                <c:pt idx="479">
                  <c:v>710</c:v>
                </c:pt>
                <c:pt idx="480">
                  <c:v>748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0-E07F-4AA3-8DAD-F947DA63256A}"/>
            </c:ext>
          </c:extLst>
        </c:ser>
        <c:ser>
          <c:idx val="1"/>
          <c:order val="1"/>
          <c:tx>
            <c:strRef>
              <c:f>Hosp!$C$1</c:f>
              <c:strCache>
                <c:ptCount val="1"/>
                <c:pt idx="0">
                  <c:v>hospital_obs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2"/>
              </a:solidFill>
              <a:ln w="9525">
                <a:solidFill>
                  <a:schemeClr val="accent2"/>
                </a:solidFill>
              </a:ln>
              <a:effectLst/>
            </c:spPr>
          </c:marker>
          <c:xVal>
            <c:numRef>
              <c:f>Hosp!$A$2:$A$482</c:f>
              <c:numCache>
                <c:formatCode>m/d/yyyy</c:formatCode>
                <c:ptCount val="481"/>
                <c:pt idx="0">
                  <c:v>43966</c:v>
                </c:pt>
                <c:pt idx="1">
                  <c:v>43967</c:v>
                </c:pt>
                <c:pt idx="2">
                  <c:v>43968</c:v>
                </c:pt>
                <c:pt idx="3">
                  <c:v>43969</c:v>
                </c:pt>
                <c:pt idx="4">
                  <c:v>43970</c:v>
                </c:pt>
                <c:pt idx="5">
                  <c:v>43971</c:v>
                </c:pt>
                <c:pt idx="6">
                  <c:v>43972</c:v>
                </c:pt>
                <c:pt idx="7">
                  <c:v>43973</c:v>
                </c:pt>
                <c:pt idx="8">
                  <c:v>43974</c:v>
                </c:pt>
                <c:pt idx="9">
                  <c:v>43975</c:v>
                </c:pt>
                <c:pt idx="10">
                  <c:v>43976</c:v>
                </c:pt>
                <c:pt idx="11">
                  <c:v>43977</c:v>
                </c:pt>
                <c:pt idx="12">
                  <c:v>43978</c:v>
                </c:pt>
                <c:pt idx="13">
                  <c:v>43979</c:v>
                </c:pt>
                <c:pt idx="14">
                  <c:v>43980</c:v>
                </c:pt>
                <c:pt idx="15">
                  <c:v>43981</c:v>
                </c:pt>
                <c:pt idx="16">
                  <c:v>43982</c:v>
                </c:pt>
                <c:pt idx="17">
                  <c:v>43983</c:v>
                </c:pt>
                <c:pt idx="18">
                  <c:v>43984</c:v>
                </c:pt>
                <c:pt idx="19">
                  <c:v>43985</c:v>
                </c:pt>
                <c:pt idx="20">
                  <c:v>43986</c:v>
                </c:pt>
                <c:pt idx="21">
                  <c:v>43987</c:v>
                </c:pt>
                <c:pt idx="22">
                  <c:v>43988</c:v>
                </c:pt>
                <c:pt idx="23">
                  <c:v>43989</c:v>
                </c:pt>
                <c:pt idx="24">
                  <c:v>43990</c:v>
                </c:pt>
                <c:pt idx="25">
                  <c:v>43991</c:v>
                </c:pt>
                <c:pt idx="26">
                  <c:v>43992</c:v>
                </c:pt>
                <c:pt idx="27">
                  <c:v>43993</c:v>
                </c:pt>
                <c:pt idx="28">
                  <c:v>43994</c:v>
                </c:pt>
                <c:pt idx="29">
                  <c:v>43995</c:v>
                </c:pt>
                <c:pt idx="30">
                  <c:v>43996</c:v>
                </c:pt>
                <c:pt idx="31">
                  <c:v>43997</c:v>
                </c:pt>
                <c:pt idx="32">
                  <c:v>43998</c:v>
                </c:pt>
                <c:pt idx="33">
                  <c:v>43999</c:v>
                </c:pt>
                <c:pt idx="34">
                  <c:v>44000</c:v>
                </c:pt>
                <c:pt idx="35">
                  <c:v>44001</c:v>
                </c:pt>
                <c:pt idx="36">
                  <c:v>44002</c:v>
                </c:pt>
                <c:pt idx="37">
                  <c:v>44003</c:v>
                </c:pt>
                <c:pt idx="38">
                  <c:v>44004</c:v>
                </c:pt>
                <c:pt idx="39">
                  <c:v>44005</c:v>
                </c:pt>
                <c:pt idx="40">
                  <c:v>44006</c:v>
                </c:pt>
                <c:pt idx="41">
                  <c:v>44007</c:v>
                </c:pt>
                <c:pt idx="42">
                  <c:v>44008</c:v>
                </c:pt>
                <c:pt idx="43">
                  <c:v>44009</c:v>
                </c:pt>
                <c:pt idx="44">
                  <c:v>44010</c:v>
                </c:pt>
                <c:pt idx="45">
                  <c:v>44011</c:v>
                </c:pt>
                <c:pt idx="46">
                  <c:v>44012</c:v>
                </c:pt>
                <c:pt idx="47">
                  <c:v>44013</c:v>
                </c:pt>
                <c:pt idx="48">
                  <c:v>44014</c:v>
                </c:pt>
                <c:pt idx="49">
                  <c:v>44015</c:v>
                </c:pt>
                <c:pt idx="50">
                  <c:v>44016</c:v>
                </c:pt>
                <c:pt idx="51">
                  <c:v>44017</c:v>
                </c:pt>
                <c:pt idx="52">
                  <c:v>44018</c:v>
                </c:pt>
                <c:pt idx="53">
                  <c:v>44019</c:v>
                </c:pt>
                <c:pt idx="54">
                  <c:v>44020</c:v>
                </c:pt>
                <c:pt idx="55">
                  <c:v>44021</c:v>
                </c:pt>
                <c:pt idx="56">
                  <c:v>44022</c:v>
                </c:pt>
                <c:pt idx="57">
                  <c:v>44023</c:v>
                </c:pt>
                <c:pt idx="58">
                  <c:v>44024</c:v>
                </c:pt>
                <c:pt idx="59">
                  <c:v>44025</c:v>
                </c:pt>
                <c:pt idx="60">
                  <c:v>44026</c:v>
                </c:pt>
                <c:pt idx="61">
                  <c:v>44027</c:v>
                </c:pt>
                <c:pt idx="62">
                  <c:v>44028</c:v>
                </c:pt>
                <c:pt idx="63">
                  <c:v>44029</c:v>
                </c:pt>
                <c:pt idx="64">
                  <c:v>44030</c:v>
                </c:pt>
                <c:pt idx="65">
                  <c:v>44031</c:v>
                </c:pt>
                <c:pt idx="66">
                  <c:v>44032</c:v>
                </c:pt>
                <c:pt idx="67">
                  <c:v>44033</c:v>
                </c:pt>
                <c:pt idx="68">
                  <c:v>44034</c:v>
                </c:pt>
                <c:pt idx="69">
                  <c:v>44035</c:v>
                </c:pt>
                <c:pt idx="70">
                  <c:v>44036</c:v>
                </c:pt>
                <c:pt idx="71">
                  <c:v>44037</c:v>
                </c:pt>
                <c:pt idx="72">
                  <c:v>44038</c:v>
                </c:pt>
                <c:pt idx="73">
                  <c:v>44039</c:v>
                </c:pt>
                <c:pt idx="74">
                  <c:v>44040</c:v>
                </c:pt>
                <c:pt idx="75">
                  <c:v>44041</c:v>
                </c:pt>
                <c:pt idx="76">
                  <c:v>44042</c:v>
                </c:pt>
                <c:pt idx="77">
                  <c:v>44043</c:v>
                </c:pt>
                <c:pt idx="78">
                  <c:v>44044</c:v>
                </c:pt>
                <c:pt idx="79">
                  <c:v>44045</c:v>
                </c:pt>
                <c:pt idx="80">
                  <c:v>44046</c:v>
                </c:pt>
                <c:pt idx="81">
                  <c:v>44047</c:v>
                </c:pt>
                <c:pt idx="82">
                  <c:v>44048</c:v>
                </c:pt>
                <c:pt idx="83">
                  <c:v>44049</c:v>
                </c:pt>
                <c:pt idx="84">
                  <c:v>44050</c:v>
                </c:pt>
                <c:pt idx="85">
                  <c:v>44051</c:v>
                </c:pt>
                <c:pt idx="86">
                  <c:v>44052</c:v>
                </c:pt>
                <c:pt idx="87">
                  <c:v>44053</c:v>
                </c:pt>
                <c:pt idx="88">
                  <c:v>44054</c:v>
                </c:pt>
                <c:pt idx="89">
                  <c:v>44055</c:v>
                </c:pt>
                <c:pt idx="90">
                  <c:v>44056</c:v>
                </c:pt>
                <c:pt idx="91">
                  <c:v>44057</c:v>
                </c:pt>
                <c:pt idx="92">
                  <c:v>44058</c:v>
                </c:pt>
                <c:pt idx="93">
                  <c:v>44059</c:v>
                </c:pt>
                <c:pt idx="94">
                  <c:v>44060</c:v>
                </c:pt>
                <c:pt idx="95">
                  <c:v>44061</c:v>
                </c:pt>
                <c:pt idx="96">
                  <c:v>44062</c:v>
                </c:pt>
                <c:pt idx="97">
                  <c:v>44063</c:v>
                </c:pt>
                <c:pt idx="98">
                  <c:v>44064</c:v>
                </c:pt>
                <c:pt idx="99">
                  <c:v>44065</c:v>
                </c:pt>
                <c:pt idx="100">
                  <c:v>44066</c:v>
                </c:pt>
                <c:pt idx="101">
                  <c:v>44067</c:v>
                </c:pt>
                <c:pt idx="102">
                  <c:v>44068</c:v>
                </c:pt>
                <c:pt idx="103">
                  <c:v>44069</c:v>
                </c:pt>
                <c:pt idx="104">
                  <c:v>44070</c:v>
                </c:pt>
                <c:pt idx="105">
                  <c:v>44071</c:v>
                </c:pt>
                <c:pt idx="106">
                  <c:v>44072</c:v>
                </c:pt>
                <c:pt idx="107">
                  <c:v>44073</c:v>
                </c:pt>
                <c:pt idx="108">
                  <c:v>44074</c:v>
                </c:pt>
                <c:pt idx="109">
                  <c:v>44075</c:v>
                </c:pt>
                <c:pt idx="110">
                  <c:v>44076</c:v>
                </c:pt>
                <c:pt idx="111">
                  <c:v>44077</c:v>
                </c:pt>
                <c:pt idx="112">
                  <c:v>44078</c:v>
                </c:pt>
                <c:pt idx="113">
                  <c:v>44079</c:v>
                </c:pt>
                <c:pt idx="114">
                  <c:v>44080</c:v>
                </c:pt>
                <c:pt idx="115">
                  <c:v>44081</c:v>
                </c:pt>
                <c:pt idx="116">
                  <c:v>44082</c:v>
                </c:pt>
                <c:pt idx="117">
                  <c:v>44083</c:v>
                </c:pt>
                <c:pt idx="118">
                  <c:v>44084</c:v>
                </c:pt>
                <c:pt idx="119">
                  <c:v>44085</c:v>
                </c:pt>
                <c:pt idx="120">
                  <c:v>44086</c:v>
                </c:pt>
                <c:pt idx="121">
                  <c:v>44087</c:v>
                </c:pt>
                <c:pt idx="122">
                  <c:v>44088</c:v>
                </c:pt>
                <c:pt idx="123">
                  <c:v>44089</c:v>
                </c:pt>
                <c:pt idx="124">
                  <c:v>44090</c:v>
                </c:pt>
                <c:pt idx="125">
                  <c:v>44091</c:v>
                </c:pt>
                <c:pt idx="126">
                  <c:v>44092</c:v>
                </c:pt>
                <c:pt idx="127">
                  <c:v>44093</c:v>
                </c:pt>
                <c:pt idx="128">
                  <c:v>44094</c:v>
                </c:pt>
                <c:pt idx="129">
                  <c:v>44095</c:v>
                </c:pt>
                <c:pt idx="130">
                  <c:v>44096</c:v>
                </c:pt>
                <c:pt idx="131">
                  <c:v>44097</c:v>
                </c:pt>
                <c:pt idx="132">
                  <c:v>44098</c:v>
                </c:pt>
                <c:pt idx="133">
                  <c:v>44099</c:v>
                </c:pt>
                <c:pt idx="134">
                  <c:v>44100</c:v>
                </c:pt>
                <c:pt idx="135">
                  <c:v>44101</c:v>
                </c:pt>
                <c:pt idx="136">
                  <c:v>44102</c:v>
                </c:pt>
                <c:pt idx="137">
                  <c:v>44103</c:v>
                </c:pt>
                <c:pt idx="138">
                  <c:v>44104</c:v>
                </c:pt>
                <c:pt idx="139">
                  <c:v>44105</c:v>
                </c:pt>
                <c:pt idx="140">
                  <c:v>44106</c:v>
                </c:pt>
                <c:pt idx="141">
                  <c:v>44107</c:v>
                </c:pt>
                <c:pt idx="142">
                  <c:v>44108</c:v>
                </c:pt>
                <c:pt idx="143">
                  <c:v>44109</c:v>
                </c:pt>
                <c:pt idx="144">
                  <c:v>44110</c:v>
                </c:pt>
                <c:pt idx="145">
                  <c:v>44111</c:v>
                </c:pt>
                <c:pt idx="146">
                  <c:v>44112</c:v>
                </c:pt>
                <c:pt idx="147">
                  <c:v>44113</c:v>
                </c:pt>
                <c:pt idx="148">
                  <c:v>44114</c:v>
                </c:pt>
                <c:pt idx="149">
                  <c:v>44115</c:v>
                </c:pt>
                <c:pt idx="150">
                  <c:v>44116</c:v>
                </c:pt>
                <c:pt idx="151">
                  <c:v>44117</c:v>
                </c:pt>
                <c:pt idx="152">
                  <c:v>44118</c:v>
                </c:pt>
                <c:pt idx="153">
                  <c:v>44119</c:v>
                </c:pt>
                <c:pt idx="154">
                  <c:v>44120</c:v>
                </c:pt>
                <c:pt idx="155">
                  <c:v>44121</c:v>
                </c:pt>
                <c:pt idx="156">
                  <c:v>44122</c:v>
                </c:pt>
                <c:pt idx="157">
                  <c:v>44123</c:v>
                </c:pt>
                <c:pt idx="158">
                  <c:v>44124</c:v>
                </c:pt>
                <c:pt idx="159">
                  <c:v>44125</c:v>
                </c:pt>
                <c:pt idx="160">
                  <c:v>44126</c:v>
                </c:pt>
                <c:pt idx="161">
                  <c:v>44127</c:v>
                </c:pt>
                <c:pt idx="162">
                  <c:v>44128</c:v>
                </c:pt>
                <c:pt idx="163">
                  <c:v>44129</c:v>
                </c:pt>
                <c:pt idx="164">
                  <c:v>44130</c:v>
                </c:pt>
                <c:pt idx="165">
                  <c:v>44131</c:v>
                </c:pt>
                <c:pt idx="166">
                  <c:v>44132</c:v>
                </c:pt>
                <c:pt idx="167">
                  <c:v>44133</c:v>
                </c:pt>
                <c:pt idx="168">
                  <c:v>44134</c:v>
                </c:pt>
                <c:pt idx="169">
                  <c:v>44135</c:v>
                </c:pt>
                <c:pt idx="170">
                  <c:v>44136</c:v>
                </c:pt>
                <c:pt idx="171">
                  <c:v>44137</c:v>
                </c:pt>
                <c:pt idx="172">
                  <c:v>44138</c:v>
                </c:pt>
                <c:pt idx="173">
                  <c:v>44139</c:v>
                </c:pt>
                <c:pt idx="174">
                  <c:v>44140</c:v>
                </c:pt>
                <c:pt idx="175">
                  <c:v>44141</c:v>
                </c:pt>
                <c:pt idx="176">
                  <c:v>44142</c:v>
                </c:pt>
                <c:pt idx="177">
                  <c:v>44143</c:v>
                </c:pt>
                <c:pt idx="178">
                  <c:v>44144</c:v>
                </c:pt>
                <c:pt idx="179">
                  <c:v>44145</c:v>
                </c:pt>
                <c:pt idx="180">
                  <c:v>44146</c:v>
                </c:pt>
                <c:pt idx="181">
                  <c:v>44147</c:v>
                </c:pt>
                <c:pt idx="182">
                  <c:v>44148</c:v>
                </c:pt>
                <c:pt idx="183">
                  <c:v>44149</c:v>
                </c:pt>
                <c:pt idx="184">
                  <c:v>44150</c:v>
                </c:pt>
                <c:pt idx="185">
                  <c:v>44151</c:v>
                </c:pt>
                <c:pt idx="186">
                  <c:v>44152</c:v>
                </c:pt>
                <c:pt idx="187">
                  <c:v>44153</c:v>
                </c:pt>
                <c:pt idx="188">
                  <c:v>44154</c:v>
                </c:pt>
                <c:pt idx="189">
                  <c:v>44155</c:v>
                </c:pt>
                <c:pt idx="190">
                  <c:v>44156</c:v>
                </c:pt>
                <c:pt idx="191">
                  <c:v>44157</c:v>
                </c:pt>
                <c:pt idx="192">
                  <c:v>44158</c:v>
                </c:pt>
                <c:pt idx="193">
                  <c:v>44159</c:v>
                </c:pt>
                <c:pt idx="194">
                  <c:v>44160</c:v>
                </c:pt>
                <c:pt idx="195">
                  <c:v>44161</c:v>
                </c:pt>
                <c:pt idx="196">
                  <c:v>44162</c:v>
                </c:pt>
                <c:pt idx="197">
                  <c:v>44163</c:v>
                </c:pt>
                <c:pt idx="198">
                  <c:v>44164</c:v>
                </c:pt>
                <c:pt idx="199">
                  <c:v>44165</c:v>
                </c:pt>
                <c:pt idx="200">
                  <c:v>44166</c:v>
                </c:pt>
                <c:pt idx="201">
                  <c:v>44167</c:v>
                </c:pt>
                <c:pt idx="202">
                  <c:v>44168</c:v>
                </c:pt>
                <c:pt idx="203">
                  <c:v>44169</c:v>
                </c:pt>
                <c:pt idx="204">
                  <c:v>44170</c:v>
                </c:pt>
                <c:pt idx="205">
                  <c:v>44171</c:v>
                </c:pt>
                <c:pt idx="206">
                  <c:v>44172</c:v>
                </c:pt>
                <c:pt idx="207">
                  <c:v>44173</c:v>
                </c:pt>
                <c:pt idx="208">
                  <c:v>44174</c:v>
                </c:pt>
                <c:pt idx="209">
                  <c:v>44175</c:v>
                </c:pt>
                <c:pt idx="210">
                  <c:v>44176</c:v>
                </c:pt>
                <c:pt idx="211">
                  <c:v>44177</c:v>
                </c:pt>
                <c:pt idx="212">
                  <c:v>44178</c:v>
                </c:pt>
                <c:pt idx="213">
                  <c:v>44179</c:v>
                </c:pt>
                <c:pt idx="214">
                  <c:v>44180</c:v>
                </c:pt>
                <c:pt idx="215">
                  <c:v>44181</c:v>
                </c:pt>
                <c:pt idx="216">
                  <c:v>44182</c:v>
                </c:pt>
                <c:pt idx="217">
                  <c:v>44183</c:v>
                </c:pt>
                <c:pt idx="218">
                  <c:v>44184</c:v>
                </c:pt>
                <c:pt idx="219">
                  <c:v>44185</c:v>
                </c:pt>
                <c:pt idx="220">
                  <c:v>44186</c:v>
                </c:pt>
                <c:pt idx="221">
                  <c:v>44187</c:v>
                </c:pt>
                <c:pt idx="222">
                  <c:v>44188</c:v>
                </c:pt>
                <c:pt idx="223">
                  <c:v>44189</c:v>
                </c:pt>
                <c:pt idx="224">
                  <c:v>44190</c:v>
                </c:pt>
                <c:pt idx="225">
                  <c:v>44191</c:v>
                </c:pt>
                <c:pt idx="226">
                  <c:v>44192</c:v>
                </c:pt>
                <c:pt idx="227">
                  <c:v>44193</c:v>
                </c:pt>
                <c:pt idx="228">
                  <c:v>44194</c:v>
                </c:pt>
                <c:pt idx="229">
                  <c:v>44195</c:v>
                </c:pt>
                <c:pt idx="230">
                  <c:v>44196</c:v>
                </c:pt>
                <c:pt idx="231">
                  <c:v>44197</c:v>
                </c:pt>
                <c:pt idx="232">
                  <c:v>44198</c:v>
                </c:pt>
                <c:pt idx="233">
                  <c:v>44199</c:v>
                </c:pt>
                <c:pt idx="234">
                  <c:v>44200</c:v>
                </c:pt>
                <c:pt idx="235">
                  <c:v>44201</c:v>
                </c:pt>
                <c:pt idx="236">
                  <c:v>44202</c:v>
                </c:pt>
                <c:pt idx="237">
                  <c:v>44203</c:v>
                </c:pt>
                <c:pt idx="238">
                  <c:v>44204</c:v>
                </c:pt>
                <c:pt idx="239">
                  <c:v>44205</c:v>
                </c:pt>
                <c:pt idx="240">
                  <c:v>44206</c:v>
                </c:pt>
                <c:pt idx="241">
                  <c:v>44207</c:v>
                </c:pt>
                <c:pt idx="242">
                  <c:v>44208</c:v>
                </c:pt>
                <c:pt idx="243">
                  <c:v>44209</c:v>
                </c:pt>
                <c:pt idx="244">
                  <c:v>44210</c:v>
                </c:pt>
                <c:pt idx="245">
                  <c:v>44211</c:v>
                </c:pt>
                <c:pt idx="246">
                  <c:v>44212</c:v>
                </c:pt>
                <c:pt idx="247">
                  <c:v>44213</c:v>
                </c:pt>
                <c:pt idx="248">
                  <c:v>44214</c:v>
                </c:pt>
                <c:pt idx="249">
                  <c:v>44215</c:v>
                </c:pt>
                <c:pt idx="250">
                  <c:v>44216</c:v>
                </c:pt>
                <c:pt idx="251">
                  <c:v>44217</c:v>
                </c:pt>
                <c:pt idx="252">
                  <c:v>44218</c:v>
                </c:pt>
                <c:pt idx="253">
                  <c:v>44219</c:v>
                </c:pt>
                <c:pt idx="254">
                  <c:v>44220</c:v>
                </c:pt>
                <c:pt idx="255">
                  <c:v>44221</c:v>
                </c:pt>
                <c:pt idx="256">
                  <c:v>44222</c:v>
                </c:pt>
                <c:pt idx="257">
                  <c:v>44223</c:v>
                </c:pt>
                <c:pt idx="258">
                  <c:v>44224</c:v>
                </c:pt>
                <c:pt idx="259">
                  <c:v>44225</c:v>
                </c:pt>
                <c:pt idx="260">
                  <c:v>44226</c:v>
                </c:pt>
                <c:pt idx="261">
                  <c:v>44227</c:v>
                </c:pt>
                <c:pt idx="262">
                  <c:v>44228</c:v>
                </c:pt>
                <c:pt idx="263">
                  <c:v>44229</c:v>
                </c:pt>
                <c:pt idx="264">
                  <c:v>44230</c:v>
                </c:pt>
                <c:pt idx="265">
                  <c:v>44231</c:v>
                </c:pt>
                <c:pt idx="266">
                  <c:v>44232</c:v>
                </c:pt>
                <c:pt idx="267">
                  <c:v>44233</c:v>
                </c:pt>
                <c:pt idx="268">
                  <c:v>44234</c:v>
                </c:pt>
                <c:pt idx="269">
                  <c:v>44235</c:v>
                </c:pt>
                <c:pt idx="270">
                  <c:v>44236</c:v>
                </c:pt>
                <c:pt idx="271">
                  <c:v>44237</c:v>
                </c:pt>
                <c:pt idx="272">
                  <c:v>44238</c:v>
                </c:pt>
                <c:pt idx="273">
                  <c:v>44239</c:v>
                </c:pt>
                <c:pt idx="274">
                  <c:v>44240</c:v>
                </c:pt>
                <c:pt idx="275">
                  <c:v>44241</c:v>
                </c:pt>
                <c:pt idx="276">
                  <c:v>44242</c:v>
                </c:pt>
                <c:pt idx="277">
                  <c:v>44243</c:v>
                </c:pt>
                <c:pt idx="278">
                  <c:v>44244</c:v>
                </c:pt>
                <c:pt idx="279">
                  <c:v>44245</c:v>
                </c:pt>
                <c:pt idx="280">
                  <c:v>44246</c:v>
                </c:pt>
                <c:pt idx="281">
                  <c:v>44247</c:v>
                </c:pt>
                <c:pt idx="282">
                  <c:v>44248</c:v>
                </c:pt>
                <c:pt idx="283">
                  <c:v>44249</c:v>
                </c:pt>
                <c:pt idx="284">
                  <c:v>44250</c:v>
                </c:pt>
                <c:pt idx="285">
                  <c:v>44251</c:v>
                </c:pt>
                <c:pt idx="286">
                  <c:v>44252</c:v>
                </c:pt>
                <c:pt idx="287">
                  <c:v>44253</c:v>
                </c:pt>
                <c:pt idx="288">
                  <c:v>44254</c:v>
                </c:pt>
                <c:pt idx="289">
                  <c:v>44255</c:v>
                </c:pt>
                <c:pt idx="290">
                  <c:v>44256</c:v>
                </c:pt>
                <c:pt idx="291">
                  <c:v>44257</c:v>
                </c:pt>
                <c:pt idx="292">
                  <c:v>44258</c:v>
                </c:pt>
                <c:pt idx="293">
                  <c:v>44259</c:v>
                </c:pt>
                <c:pt idx="294">
                  <c:v>44260</c:v>
                </c:pt>
                <c:pt idx="295">
                  <c:v>44261</c:v>
                </c:pt>
                <c:pt idx="296">
                  <c:v>44262</c:v>
                </c:pt>
                <c:pt idx="297">
                  <c:v>44263</c:v>
                </c:pt>
                <c:pt idx="298">
                  <c:v>44264</c:v>
                </c:pt>
                <c:pt idx="299">
                  <c:v>44265</c:v>
                </c:pt>
                <c:pt idx="300">
                  <c:v>44266</c:v>
                </c:pt>
                <c:pt idx="301">
                  <c:v>44267</c:v>
                </c:pt>
                <c:pt idx="302">
                  <c:v>44268</c:v>
                </c:pt>
                <c:pt idx="303">
                  <c:v>44269</c:v>
                </c:pt>
                <c:pt idx="304">
                  <c:v>44270</c:v>
                </c:pt>
                <c:pt idx="305">
                  <c:v>44271</c:v>
                </c:pt>
                <c:pt idx="306">
                  <c:v>44272</c:v>
                </c:pt>
                <c:pt idx="307">
                  <c:v>44273</c:v>
                </c:pt>
                <c:pt idx="308">
                  <c:v>44274</c:v>
                </c:pt>
                <c:pt idx="309">
                  <c:v>44275</c:v>
                </c:pt>
                <c:pt idx="310">
                  <c:v>44276</c:v>
                </c:pt>
                <c:pt idx="311">
                  <c:v>44277</c:v>
                </c:pt>
                <c:pt idx="312">
                  <c:v>44278</c:v>
                </c:pt>
                <c:pt idx="313">
                  <c:v>44279</c:v>
                </c:pt>
                <c:pt idx="314">
                  <c:v>44280</c:v>
                </c:pt>
                <c:pt idx="315">
                  <c:v>44281</c:v>
                </c:pt>
                <c:pt idx="316">
                  <c:v>44282</c:v>
                </c:pt>
                <c:pt idx="317">
                  <c:v>44283</c:v>
                </c:pt>
                <c:pt idx="318">
                  <c:v>44284</c:v>
                </c:pt>
                <c:pt idx="319">
                  <c:v>44285</c:v>
                </c:pt>
                <c:pt idx="320">
                  <c:v>44286</c:v>
                </c:pt>
                <c:pt idx="321">
                  <c:v>44287</c:v>
                </c:pt>
                <c:pt idx="322">
                  <c:v>44288</c:v>
                </c:pt>
                <c:pt idx="323">
                  <c:v>44289</c:v>
                </c:pt>
                <c:pt idx="324">
                  <c:v>44290</c:v>
                </c:pt>
                <c:pt idx="325">
                  <c:v>44291</c:v>
                </c:pt>
                <c:pt idx="326">
                  <c:v>44292</c:v>
                </c:pt>
                <c:pt idx="327">
                  <c:v>44293</c:v>
                </c:pt>
                <c:pt idx="328">
                  <c:v>44294</c:v>
                </c:pt>
                <c:pt idx="329">
                  <c:v>44295</c:v>
                </c:pt>
                <c:pt idx="330">
                  <c:v>44296</c:v>
                </c:pt>
                <c:pt idx="331">
                  <c:v>44297</c:v>
                </c:pt>
                <c:pt idx="332">
                  <c:v>44298</c:v>
                </c:pt>
                <c:pt idx="333">
                  <c:v>44299</c:v>
                </c:pt>
                <c:pt idx="334">
                  <c:v>44300</c:v>
                </c:pt>
                <c:pt idx="335">
                  <c:v>44301</c:v>
                </c:pt>
                <c:pt idx="336">
                  <c:v>44302</c:v>
                </c:pt>
                <c:pt idx="337">
                  <c:v>44303</c:v>
                </c:pt>
                <c:pt idx="338">
                  <c:v>44304</c:v>
                </c:pt>
                <c:pt idx="339">
                  <c:v>44305</c:v>
                </c:pt>
                <c:pt idx="340">
                  <c:v>44306</c:v>
                </c:pt>
                <c:pt idx="341">
                  <c:v>44307</c:v>
                </c:pt>
                <c:pt idx="342">
                  <c:v>44308</c:v>
                </c:pt>
                <c:pt idx="343">
                  <c:v>44309</c:v>
                </c:pt>
                <c:pt idx="344">
                  <c:v>44310</c:v>
                </c:pt>
                <c:pt idx="345">
                  <c:v>44311</c:v>
                </c:pt>
                <c:pt idx="346">
                  <c:v>44312</c:v>
                </c:pt>
                <c:pt idx="347">
                  <c:v>44313</c:v>
                </c:pt>
                <c:pt idx="348">
                  <c:v>44314</c:v>
                </c:pt>
                <c:pt idx="349">
                  <c:v>44315</c:v>
                </c:pt>
                <c:pt idx="350">
                  <c:v>44316</c:v>
                </c:pt>
                <c:pt idx="351">
                  <c:v>44317</c:v>
                </c:pt>
                <c:pt idx="352">
                  <c:v>44318</c:v>
                </c:pt>
                <c:pt idx="353">
                  <c:v>44319</c:v>
                </c:pt>
                <c:pt idx="354">
                  <c:v>44320</c:v>
                </c:pt>
                <c:pt idx="355">
                  <c:v>44321</c:v>
                </c:pt>
                <c:pt idx="356">
                  <c:v>44322</c:v>
                </c:pt>
                <c:pt idx="357">
                  <c:v>44323</c:v>
                </c:pt>
                <c:pt idx="358">
                  <c:v>44324</c:v>
                </c:pt>
                <c:pt idx="359">
                  <c:v>44325</c:v>
                </c:pt>
                <c:pt idx="360">
                  <c:v>44326</c:v>
                </c:pt>
                <c:pt idx="361">
                  <c:v>44327</c:v>
                </c:pt>
                <c:pt idx="362">
                  <c:v>44328</c:v>
                </c:pt>
                <c:pt idx="363">
                  <c:v>44329</c:v>
                </c:pt>
                <c:pt idx="364">
                  <c:v>44330</c:v>
                </c:pt>
                <c:pt idx="365">
                  <c:v>44331</c:v>
                </c:pt>
                <c:pt idx="366">
                  <c:v>44332</c:v>
                </c:pt>
                <c:pt idx="367">
                  <c:v>44333</c:v>
                </c:pt>
                <c:pt idx="368">
                  <c:v>44334</c:v>
                </c:pt>
                <c:pt idx="369">
                  <c:v>44335</c:v>
                </c:pt>
                <c:pt idx="370">
                  <c:v>44336</c:v>
                </c:pt>
                <c:pt idx="371">
                  <c:v>44337</c:v>
                </c:pt>
                <c:pt idx="372">
                  <c:v>44338</c:v>
                </c:pt>
                <c:pt idx="373">
                  <c:v>44339</c:v>
                </c:pt>
                <c:pt idx="374">
                  <c:v>44340</c:v>
                </c:pt>
                <c:pt idx="375">
                  <c:v>44341</c:v>
                </c:pt>
                <c:pt idx="376">
                  <c:v>44342</c:v>
                </c:pt>
                <c:pt idx="377">
                  <c:v>44343</c:v>
                </c:pt>
                <c:pt idx="378">
                  <c:v>44344</c:v>
                </c:pt>
                <c:pt idx="379">
                  <c:v>44345</c:v>
                </c:pt>
                <c:pt idx="380">
                  <c:v>44346</c:v>
                </c:pt>
                <c:pt idx="381">
                  <c:v>44347</c:v>
                </c:pt>
                <c:pt idx="382">
                  <c:v>44348</c:v>
                </c:pt>
                <c:pt idx="383">
                  <c:v>44349</c:v>
                </c:pt>
                <c:pt idx="384">
                  <c:v>44350</c:v>
                </c:pt>
                <c:pt idx="385">
                  <c:v>44351</c:v>
                </c:pt>
                <c:pt idx="386">
                  <c:v>44352</c:v>
                </c:pt>
                <c:pt idx="387">
                  <c:v>44353</c:v>
                </c:pt>
                <c:pt idx="388">
                  <c:v>44354</c:v>
                </c:pt>
                <c:pt idx="389">
                  <c:v>44355</c:v>
                </c:pt>
                <c:pt idx="390">
                  <c:v>44356</c:v>
                </c:pt>
                <c:pt idx="391">
                  <c:v>44357</c:v>
                </c:pt>
                <c:pt idx="392">
                  <c:v>44358</c:v>
                </c:pt>
                <c:pt idx="393">
                  <c:v>44359</c:v>
                </c:pt>
                <c:pt idx="394">
                  <c:v>44360</c:v>
                </c:pt>
                <c:pt idx="395">
                  <c:v>44361</c:v>
                </c:pt>
                <c:pt idx="396">
                  <c:v>44362</c:v>
                </c:pt>
                <c:pt idx="397">
                  <c:v>44363</c:v>
                </c:pt>
                <c:pt idx="398">
                  <c:v>44364</c:v>
                </c:pt>
                <c:pt idx="399">
                  <c:v>44365</c:v>
                </c:pt>
                <c:pt idx="400">
                  <c:v>44366</c:v>
                </c:pt>
                <c:pt idx="401">
                  <c:v>44367</c:v>
                </c:pt>
                <c:pt idx="402">
                  <c:v>44368</c:v>
                </c:pt>
                <c:pt idx="403">
                  <c:v>44369</c:v>
                </c:pt>
                <c:pt idx="404">
                  <c:v>44370</c:v>
                </c:pt>
                <c:pt idx="405">
                  <c:v>44371</c:v>
                </c:pt>
                <c:pt idx="406">
                  <c:v>44372</c:v>
                </c:pt>
                <c:pt idx="407">
                  <c:v>44373</c:v>
                </c:pt>
                <c:pt idx="408">
                  <c:v>44374</c:v>
                </c:pt>
                <c:pt idx="409">
                  <c:v>44375</c:v>
                </c:pt>
                <c:pt idx="410">
                  <c:v>44376</c:v>
                </c:pt>
                <c:pt idx="411">
                  <c:v>44377</c:v>
                </c:pt>
                <c:pt idx="412">
                  <c:v>44378</c:v>
                </c:pt>
                <c:pt idx="413">
                  <c:v>44379</c:v>
                </c:pt>
                <c:pt idx="414">
                  <c:v>44380</c:v>
                </c:pt>
                <c:pt idx="415">
                  <c:v>44381</c:v>
                </c:pt>
                <c:pt idx="416">
                  <c:v>44382</c:v>
                </c:pt>
                <c:pt idx="417">
                  <c:v>44383</c:v>
                </c:pt>
                <c:pt idx="418">
                  <c:v>44384</c:v>
                </c:pt>
                <c:pt idx="419">
                  <c:v>44385</c:v>
                </c:pt>
                <c:pt idx="420">
                  <c:v>44386</c:v>
                </c:pt>
                <c:pt idx="421">
                  <c:v>44387</c:v>
                </c:pt>
                <c:pt idx="422">
                  <c:v>44388</c:v>
                </c:pt>
                <c:pt idx="423">
                  <c:v>44389</c:v>
                </c:pt>
                <c:pt idx="424">
                  <c:v>44390</c:v>
                </c:pt>
                <c:pt idx="425">
                  <c:v>44391</c:v>
                </c:pt>
                <c:pt idx="426">
                  <c:v>44392</c:v>
                </c:pt>
                <c:pt idx="427">
                  <c:v>44393</c:v>
                </c:pt>
                <c:pt idx="428">
                  <c:v>44394</c:v>
                </c:pt>
                <c:pt idx="429">
                  <c:v>44395</c:v>
                </c:pt>
                <c:pt idx="430">
                  <c:v>44396</c:v>
                </c:pt>
                <c:pt idx="431">
                  <c:v>44397</c:v>
                </c:pt>
                <c:pt idx="432">
                  <c:v>44398</c:v>
                </c:pt>
                <c:pt idx="433">
                  <c:v>44399</c:v>
                </c:pt>
                <c:pt idx="434">
                  <c:v>44400</c:v>
                </c:pt>
                <c:pt idx="435">
                  <c:v>44401</c:v>
                </c:pt>
                <c:pt idx="436">
                  <c:v>44402</c:v>
                </c:pt>
                <c:pt idx="437">
                  <c:v>44403</c:v>
                </c:pt>
                <c:pt idx="438">
                  <c:v>44404</c:v>
                </c:pt>
                <c:pt idx="439">
                  <c:v>44405</c:v>
                </c:pt>
                <c:pt idx="440">
                  <c:v>44406</c:v>
                </c:pt>
                <c:pt idx="441">
                  <c:v>44407</c:v>
                </c:pt>
                <c:pt idx="442">
                  <c:v>44408</c:v>
                </c:pt>
                <c:pt idx="443">
                  <c:v>44409</c:v>
                </c:pt>
                <c:pt idx="444">
                  <c:v>44410</c:v>
                </c:pt>
                <c:pt idx="445">
                  <c:v>44411</c:v>
                </c:pt>
                <c:pt idx="446">
                  <c:v>44412</c:v>
                </c:pt>
                <c:pt idx="447">
                  <c:v>44413</c:v>
                </c:pt>
                <c:pt idx="448">
                  <c:v>44414</c:v>
                </c:pt>
                <c:pt idx="449">
                  <c:v>44415</c:v>
                </c:pt>
                <c:pt idx="450">
                  <c:v>44416</c:v>
                </c:pt>
                <c:pt idx="451">
                  <c:v>44417</c:v>
                </c:pt>
                <c:pt idx="452">
                  <c:v>44418</c:v>
                </c:pt>
                <c:pt idx="453">
                  <c:v>44419</c:v>
                </c:pt>
                <c:pt idx="454">
                  <c:v>44420</c:v>
                </c:pt>
                <c:pt idx="455">
                  <c:v>44421</c:v>
                </c:pt>
                <c:pt idx="456">
                  <c:v>44422</c:v>
                </c:pt>
                <c:pt idx="457">
                  <c:v>44423</c:v>
                </c:pt>
                <c:pt idx="458">
                  <c:v>44424</c:v>
                </c:pt>
                <c:pt idx="459">
                  <c:v>44425</c:v>
                </c:pt>
                <c:pt idx="460">
                  <c:v>44426</c:v>
                </c:pt>
                <c:pt idx="461">
                  <c:v>44427</c:v>
                </c:pt>
                <c:pt idx="462">
                  <c:v>44428</c:v>
                </c:pt>
                <c:pt idx="463">
                  <c:v>44429</c:v>
                </c:pt>
                <c:pt idx="464">
                  <c:v>44430</c:v>
                </c:pt>
                <c:pt idx="465">
                  <c:v>44431</c:v>
                </c:pt>
                <c:pt idx="466">
                  <c:v>44432</c:v>
                </c:pt>
                <c:pt idx="467">
                  <c:v>44433</c:v>
                </c:pt>
                <c:pt idx="468">
                  <c:v>44434</c:v>
                </c:pt>
                <c:pt idx="469">
                  <c:v>44435</c:v>
                </c:pt>
                <c:pt idx="470">
                  <c:v>44436</c:v>
                </c:pt>
                <c:pt idx="471">
                  <c:v>44437</c:v>
                </c:pt>
                <c:pt idx="472">
                  <c:v>44438</c:v>
                </c:pt>
                <c:pt idx="473">
                  <c:v>44439</c:v>
                </c:pt>
                <c:pt idx="474">
                  <c:v>44440</c:v>
                </c:pt>
                <c:pt idx="475">
                  <c:v>44441</c:v>
                </c:pt>
                <c:pt idx="476">
                  <c:v>44442</c:v>
                </c:pt>
                <c:pt idx="477">
                  <c:v>44443</c:v>
                </c:pt>
                <c:pt idx="478">
                  <c:v>44444</c:v>
                </c:pt>
                <c:pt idx="479">
                  <c:v>44445</c:v>
                </c:pt>
                <c:pt idx="480">
                  <c:v>44446</c:v>
                </c:pt>
              </c:numCache>
            </c:numRef>
          </c:xVal>
          <c:yVal>
            <c:numRef>
              <c:f>Hosp!$C$2:$C$482</c:f>
              <c:numCache>
                <c:formatCode>General</c:formatCode>
                <c:ptCount val="481"/>
                <c:pt idx="0">
                  <c:v>568</c:v>
                </c:pt>
                <c:pt idx="1">
                  <c:v>514</c:v>
                </c:pt>
                <c:pt idx="2">
                  <c:v>610</c:v>
                </c:pt>
                <c:pt idx="3">
                  <c:v>603</c:v>
                </c:pt>
                <c:pt idx="4">
                  <c:v>571</c:v>
                </c:pt>
                <c:pt idx="5">
                  <c:v>575</c:v>
                </c:pt>
                <c:pt idx="6">
                  <c:v>570</c:v>
                </c:pt>
                <c:pt idx="7">
                  <c:v>606</c:v>
                </c:pt>
                <c:pt idx="8">
                  <c:v>594</c:v>
                </c:pt>
                <c:pt idx="9">
                  <c:v>630</c:v>
                </c:pt>
                <c:pt idx="10">
                  <c:v>660</c:v>
                </c:pt>
                <c:pt idx="11">
                  <c:v>670</c:v>
                </c:pt>
                <c:pt idx="12">
                  <c:v>717</c:v>
                </c:pt>
                <c:pt idx="13">
                  <c:v>663</c:v>
                </c:pt>
                <c:pt idx="14">
                  <c:v>636</c:v>
                </c:pt>
                <c:pt idx="15">
                  <c:v>682</c:v>
                </c:pt>
                <c:pt idx="16">
                  <c:v>704</c:v>
                </c:pt>
                <c:pt idx="17">
                  <c:v>695</c:v>
                </c:pt>
                <c:pt idx="18">
                  <c:v>694</c:v>
                </c:pt>
                <c:pt idx="19">
                  <c:v>750</c:v>
                </c:pt>
                <c:pt idx="20">
                  <c:v>751</c:v>
                </c:pt>
                <c:pt idx="21">
                  <c:v>724</c:v>
                </c:pt>
                <c:pt idx="22">
                  <c:v>679</c:v>
                </c:pt>
                <c:pt idx="23">
                  <c:v>702</c:v>
                </c:pt>
                <c:pt idx="24">
                  <c:v>764</c:v>
                </c:pt>
                <c:pt idx="25">
                  <c:v>831</c:v>
                </c:pt>
                <c:pt idx="26">
                  <c:v>817</c:v>
                </c:pt>
                <c:pt idx="27">
                  <c:v>825</c:v>
                </c:pt>
                <c:pt idx="28">
                  <c:v>886</c:v>
                </c:pt>
                <c:pt idx="29">
                  <c:v>883</c:v>
                </c:pt>
                <c:pt idx="30">
                  <c:v>856</c:v>
                </c:pt>
                <c:pt idx="31">
                  <c:v>873</c:v>
                </c:pt>
                <c:pt idx="32">
                  <c:v>963</c:v>
                </c:pt>
                <c:pt idx="33">
                  <c:v>936</c:v>
                </c:pt>
                <c:pt idx="34">
                  <c:v>919</c:v>
                </c:pt>
                <c:pt idx="35">
                  <c:v>954</c:v>
                </c:pt>
                <c:pt idx="36">
                  <c:v>932</c:v>
                </c:pt>
                <c:pt idx="37">
                  <c:v>1027</c:v>
                </c:pt>
                <c:pt idx="38">
                  <c:v>1029</c:v>
                </c:pt>
                <c:pt idx="39">
                  <c:v>1128</c:v>
                </c:pt>
                <c:pt idx="40">
                  <c:v>1115</c:v>
                </c:pt>
                <c:pt idx="41">
                  <c:v>1146</c:v>
                </c:pt>
                <c:pt idx="42">
                  <c:v>1154</c:v>
                </c:pt>
                <c:pt idx="43">
                  <c:v>1133</c:v>
                </c:pt>
                <c:pt idx="44">
                  <c:v>1181</c:v>
                </c:pt>
                <c:pt idx="45">
                  <c:v>1255</c:v>
                </c:pt>
                <c:pt idx="46">
                  <c:v>1269</c:v>
                </c:pt>
                <c:pt idx="47">
                  <c:v>1348</c:v>
                </c:pt>
                <c:pt idx="48">
                  <c:v>1375</c:v>
                </c:pt>
                <c:pt idx="49">
                  <c:v>1450</c:v>
                </c:pt>
                <c:pt idx="50">
                  <c:v>1449</c:v>
                </c:pt>
                <c:pt idx="51">
                  <c:v>1490</c:v>
                </c:pt>
                <c:pt idx="52">
                  <c:v>1560</c:v>
                </c:pt>
                <c:pt idx="53">
                  <c:v>1685</c:v>
                </c:pt>
                <c:pt idx="54">
                  <c:v>1592</c:v>
                </c:pt>
                <c:pt idx="55">
                  <c:v>1769</c:v>
                </c:pt>
                <c:pt idx="56">
                  <c:v>1834</c:v>
                </c:pt>
                <c:pt idx="57">
                  <c:v>1869</c:v>
                </c:pt>
                <c:pt idx="58">
                  <c:v>1955</c:v>
                </c:pt>
                <c:pt idx="59">
                  <c:v>1939</c:v>
                </c:pt>
                <c:pt idx="60">
                  <c:v>1978</c:v>
                </c:pt>
                <c:pt idx="61">
                  <c:v>1945</c:v>
                </c:pt>
                <c:pt idx="62">
                  <c:v>2025</c:v>
                </c:pt>
                <c:pt idx="63">
                  <c:v>2009</c:v>
                </c:pt>
                <c:pt idx="64">
                  <c:v>2046</c:v>
                </c:pt>
                <c:pt idx="65">
                  <c:v>1980</c:v>
                </c:pt>
                <c:pt idx="66">
                  <c:v>2051</c:v>
                </c:pt>
                <c:pt idx="67">
                  <c:v>2133</c:v>
                </c:pt>
                <c:pt idx="68">
                  <c:v>2172</c:v>
                </c:pt>
                <c:pt idx="69">
                  <c:v>2116</c:v>
                </c:pt>
                <c:pt idx="70">
                  <c:v>2197</c:v>
                </c:pt>
                <c:pt idx="71">
                  <c:v>2257</c:v>
                </c:pt>
                <c:pt idx="72">
                  <c:v>2242</c:v>
                </c:pt>
                <c:pt idx="73">
                  <c:v>2294</c:v>
                </c:pt>
                <c:pt idx="74">
                  <c:v>2316</c:v>
                </c:pt>
                <c:pt idx="75">
                  <c:v>2337</c:v>
                </c:pt>
                <c:pt idx="76">
                  <c:v>2334</c:v>
                </c:pt>
                <c:pt idx="77">
                  <c:v>2369</c:v>
                </c:pt>
                <c:pt idx="78">
                  <c:v>2326</c:v>
                </c:pt>
                <c:pt idx="79">
                  <c:v>2349</c:v>
                </c:pt>
                <c:pt idx="80">
                  <c:v>2336</c:v>
                </c:pt>
                <c:pt idx="81">
                  <c:v>2358</c:v>
                </c:pt>
                <c:pt idx="82">
                  <c:v>2381</c:v>
                </c:pt>
                <c:pt idx="83">
                  <c:v>2356</c:v>
                </c:pt>
                <c:pt idx="84">
                  <c:v>2440</c:v>
                </c:pt>
                <c:pt idx="85">
                  <c:v>2367</c:v>
                </c:pt>
                <c:pt idx="86">
                  <c:v>2401</c:v>
                </c:pt>
                <c:pt idx="87">
                  <c:v>2406</c:v>
                </c:pt>
                <c:pt idx="88">
                  <c:v>2323</c:v>
                </c:pt>
                <c:pt idx="89">
                  <c:v>2299</c:v>
                </c:pt>
                <c:pt idx="90">
                  <c:v>2279</c:v>
                </c:pt>
                <c:pt idx="91">
                  <c:v>2270</c:v>
                </c:pt>
                <c:pt idx="92">
                  <c:v>2175</c:v>
                </c:pt>
                <c:pt idx="93">
                  <c:v>2193</c:v>
                </c:pt>
                <c:pt idx="94">
                  <c:v>2173</c:v>
                </c:pt>
                <c:pt idx="95">
                  <c:v>2172</c:v>
                </c:pt>
                <c:pt idx="96">
                  <c:v>2193</c:v>
                </c:pt>
                <c:pt idx="97">
                  <c:v>2132</c:v>
                </c:pt>
                <c:pt idx="98">
                  <c:v>2124</c:v>
                </c:pt>
                <c:pt idx="99">
                  <c:v>2020</c:v>
                </c:pt>
                <c:pt idx="100">
                  <c:v>2020</c:v>
                </c:pt>
                <c:pt idx="101">
                  <c:v>1994</c:v>
                </c:pt>
                <c:pt idx="102">
                  <c:v>1973</c:v>
                </c:pt>
                <c:pt idx="103">
                  <c:v>1790</c:v>
                </c:pt>
                <c:pt idx="104">
                  <c:v>1908</c:v>
                </c:pt>
                <c:pt idx="105">
                  <c:v>1917</c:v>
                </c:pt>
                <c:pt idx="106">
                  <c:v>1890</c:v>
                </c:pt>
                <c:pt idx="107">
                  <c:v>1952</c:v>
                </c:pt>
                <c:pt idx="108">
                  <c:v>1873</c:v>
                </c:pt>
                <c:pt idx="109">
                  <c:v>1873</c:v>
                </c:pt>
                <c:pt idx="110">
                  <c:v>1863</c:v>
                </c:pt>
                <c:pt idx="111">
                  <c:v>1888</c:v>
                </c:pt>
                <c:pt idx="112">
                  <c:v>1829</c:v>
                </c:pt>
                <c:pt idx="113">
                  <c:v>1804</c:v>
                </c:pt>
                <c:pt idx="114">
                  <c:v>1723</c:v>
                </c:pt>
                <c:pt idx="115">
                  <c:v>1755</c:v>
                </c:pt>
                <c:pt idx="116">
                  <c:v>1731</c:v>
                </c:pt>
                <c:pt idx="117">
                  <c:v>1726</c:v>
                </c:pt>
                <c:pt idx="118">
                  <c:v>1677</c:v>
                </c:pt>
                <c:pt idx="119">
                  <c:v>1609</c:v>
                </c:pt>
                <c:pt idx="120">
                  <c:v>1559</c:v>
                </c:pt>
                <c:pt idx="121">
                  <c:v>1557</c:v>
                </c:pt>
                <c:pt idx="122">
                  <c:v>1493</c:v>
                </c:pt>
                <c:pt idx="123">
                  <c:v>1546</c:v>
                </c:pt>
                <c:pt idx="124">
                  <c:v>1593</c:v>
                </c:pt>
                <c:pt idx="125">
                  <c:v>1566</c:v>
                </c:pt>
                <c:pt idx="126">
                  <c:v>1485</c:v>
                </c:pt>
                <c:pt idx="127">
                  <c:v>1423</c:v>
                </c:pt>
                <c:pt idx="128">
                  <c:v>1401</c:v>
                </c:pt>
                <c:pt idx="129">
                  <c:v>1263</c:v>
                </c:pt>
                <c:pt idx="130">
                  <c:v>1338</c:v>
                </c:pt>
                <c:pt idx="131">
                  <c:v>1333</c:v>
                </c:pt>
                <c:pt idx="132">
                  <c:v>1257</c:v>
                </c:pt>
                <c:pt idx="133">
                  <c:v>1301</c:v>
                </c:pt>
                <c:pt idx="134">
                  <c:v>1210</c:v>
                </c:pt>
                <c:pt idx="135">
                  <c:v>1275</c:v>
                </c:pt>
                <c:pt idx="136">
                  <c:v>1268</c:v>
                </c:pt>
                <c:pt idx="137">
                  <c:v>1309</c:v>
                </c:pt>
                <c:pt idx="138">
                  <c:v>1291</c:v>
                </c:pt>
                <c:pt idx="139">
                  <c:v>1334</c:v>
                </c:pt>
                <c:pt idx="140">
                  <c:v>1244</c:v>
                </c:pt>
                <c:pt idx="141">
                  <c:v>1252</c:v>
                </c:pt>
                <c:pt idx="142">
                  <c:v>1219</c:v>
                </c:pt>
                <c:pt idx="143">
                  <c:v>1274</c:v>
                </c:pt>
                <c:pt idx="144">
                  <c:v>1248</c:v>
                </c:pt>
                <c:pt idx="145">
                  <c:v>1252</c:v>
                </c:pt>
                <c:pt idx="146">
                  <c:v>1176</c:v>
                </c:pt>
                <c:pt idx="147">
                  <c:v>1218</c:v>
                </c:pt>
                <c:pt idx="148">
                  <c:v>1144</c:v>
                </c:pt>
                <c:pt idx="149">
                  <c:v>1231</c:v>
                </c:pt>
                <c:pt idx="150">
                  <c:v>1123</c:v>
                </c:pt>
                <c:pt idx="151">
                  <c:v>1182</c:v>
                </c:pt>
                <c:pt idx="152">
                  <c:v>1141</c:v>
                </c:pt>
                <c:pt idx="153">
                  <c:v>1215</c:v>
                </c:pt>
                <c:pt idx="154">
                  <c:v>1164</c:v>
                </c:pt>
                <c:pt idx="155">
                  <c:v>1215</c:v>
                </c:pt>
                <c:pt idx="156">
                  <c:v>1152</c:v>
                </c:pt>
                <c:pt idx="157">
                  <c:v>1251</c:v>
                </c:pt>
                <c:pt idx="158">
                  <c:v>1156</c:v>
                </c:pt>
                <c:pt idx="159">
                  <c:v>1200</c:v>
                </c:pt>
                <c:pt idx="160">
                  <c:v>1137</c:v>
                </c:pt>
                <c:pt idx="161">
                  <c:v>1147</c:v>
                </c:pt>
                <c:pt idx="162">
                  <c:v>1120</c:v>
                </c:pt>
                <c:pt idx="163">
                  <c:v>1171</c:v>
                </c:pt>
                <c:pt idx="164">
                  <c:v>1180</c:v>
                </c:pt>
                <c:pt idx="165">
                  <c:v>1249</c:v>
                </c:pt>
                <c:pt idx="166">
                  <c:v>1185</c:v>
                </c:pt>
                <c:pt idx="167">
                  <c:v>1254</c:v>
                </c:pt>
                <c:pt idx="168">
                  <c:v>1253</c:v>
                </c:pt>
                <c:pt idx="169">
                  <c:v>1208</c:v>
                </c:pt>
                <c:pt idx="170">
                  <c:v>1176</c:v>
                </c:pt>
                <c:pt idx="171">
                  <c:v>1179</c:v>
                </c:pt>
                <c:pt idx="172">
                  <c:v>1216</c:v>
                </c:pt>
                <c:pt idx="173">
                  <c:v>1230</c:v>
                </c:pt>
                <c:pt idx="174">
                  <c:v>1248</c:v>
                </c:pt>
                <c:pt idx="175">
                  <c:v>1181</c:v>
                </c:pt>
                <c:pt idx="176">
                  <c:v>1086</c:v>
                </c:pt>
                <c:pt idx="177">
                  <c:v>1160</c:v>
                </c:pt>
                <c:pt idx="178">
                  <c:v>1159</c:v>
                </c:pt>
                <c:pt idx="179">
                  <c:v>1152</c:v>
                </c:pt>
                <c:pt idx="180">
                  <c:v>1179</c:v>
                </c:pt>
                <c:pt idx="181">
                  <c:v>1109</c:v>
                </c:pt>
                <c:pt idx="182">
                  <c:v>1041</c:v>
                </c:pt>
                <c:pt idx="183">
                  <c:v>1065</c:v>
                </c:pt>
                <c:pt idx="184">
                  <c:v>1064</c:v>
                </c:pt>
                <c:pt idx="185">
                  <c:v>1038</c:v>
                </c:pt>
                <c:pt idx="186">
                  <c:v>1100</c:v>
                </c:pt>
                <c:pt idx="187">
                  <c:v>1110</c:v>
                </c:pt>
                <c:pt idx="188">
                  <c:v>1082</c:v>
                </c:pt>
                <c:pt idx="189">
                  <c:v>1110</c:v>
                </c:pt>
                <c:pt idx="190">
                  <c:v>1083</c:v>
                </c:pt>
                <c:pt idx="191">
                  <c:v>1075</c:v>
                </c:pt>
                <c:pt idx="192">
                  <c:v>1106</c:v>
                </c:pt>
                <c:pt idx="193">
                  <c:v>1136</c:v>
                </c:pt>
                <c:pt idx="194">
                  <c:v>1103</c:v>
                </c:pt>
                <c:pt idx="195">
                  <c:v>1186</c:v>
                </c:pt>
                <c:pt idx="196">
                  <c:v>1059</c:v>
                </c:pt>
                <c:pt idx="197">
                  <c:v>1079</c:v>
                </c:pt>
                <c:pt idx="198">
                  <c:v>1152</c:v>
                </c:pt>
                <c:pt idx="199">
                  <c:v>1090</c:v>
                </c:pt>
                <c:pt idx="200">
                  <c:v>1156</c:v>
                </c:pt>
                <c:pt idx="201">
                  <c:v>1214</c:v>
                </c:pt>
                <c:pt idx="202">
                  <c:v>1163</c:v>
                </c:pt>
                <c:pt idx="203">
                  <c:v>1133</c:v>
                </c:pt>
                <c:pt idx="204">
                  <c:v>1179</c:v>
                </c:pt>
                <c:pt idx="205">
                  <c:v>1157</c:v>
                </c:pt>
                <c:pt idx="206">
                  <c:v>1202</c:v>
                </c:pt>
                <c:pt idx="207">
                  <c:v>1180</c:v>
                </c:pt>
                <c:pt idx="208">
                  <c:v>1192</c:v>
                </c:pt>
                <c:pt idx="209">
                  <c:v>1192</c:v>
                </c:pt>
                <c:pt idx="210">
                  <c:v>1213</c:v>
                </c:pt>
                <c:pt idx="211">
                  <c:v>1186</c:v>
                </c:pt>
                <c:pt idx="212">
                  <c:v>1149</c:v>
                </c:pt>
                <c:pt idx="213">
                  <c:v>1223</c:v>
                </c:pt>
                <c:pt idx="214">
                  <c:v>1236</c:v>
                </c:pt>
                <c:pt idx="215">
                  <c:v>1243</c:v>
                </c:pt>
                <c:pt idx="216">
                  <c:v>1246</c:v>
                </c:pt>
                <c:pt idx="217">
                  <c:v>1272</c:v>
                </c:pt>
                <c:pt idx="218">
                  <c:v>1323</c:v>
                </c:pt>
                <c:pt idx="219">
                  <c:v>1318</c:v>
                </c:pt>
                <c:pt idx="220">
                  <c:v>1409</c:v>
                </c:pt>
                <c:pt idx="221">
                  <c:v>1444</c:v>
                </c:pt>
                <c:pt idx="222">
                  <c:v>1477</c:v>
                </c:pt>
                <c:pt idx="223">
                  <c:v>1457</c:v>
                </c:pt>
                <c:pt idx="224">
                  <c:v>1468</c:v>
                </c:pt>
                <c:pt idx="225">
                  <c:v>1548</c:v>
                </c:pt>
                <c:pt idx="226">
                  <c:v>1564</c:v>
                </c:pt>
                <c:pt idx="227">
                  <c:v>1661</c:v>
                </c:pt>
                <c:pt idx="228">
                  <c:v>1725</c:v>
                </c:pt>
                <c:pt idx="229">
                  <c:v>1796</c:v>
                </c:pt>
                <c:pt idx="230">
                  <c:v>1768</c:v>
                </c:pt>
                <c:pt idx="231">
                  <c:v>1694</c:v>
                </c:pt>
                <c:pt idx="232">
                  <c:v>1800</c:v>
                </c:pt>
                <c:pt idx="233">
                  <c:v>1853</c:v>
                </c:pt>
                <c:pt idx="234">
                  <c:v>1848</c:v>
                </c:pt>
                <c:pt idx="235">
                  <c:v>1904</c:v>
                </c:pt>
                <c:pt idx="236">
                  <c:v>1968</c:v>
                </c:pt>
                <c:pt idx="237">
                  <c:v>1979</c:v>
                </c:pt>
                <c:pt idx="238">
                  <c:v>1926</c:v>
                </c:pt>
                <c:pt idx="239">
                  <c:v>2011</c:v>
                </c:pt>
                <c:pt idx="240">
                  <c:v>1983</c:v>
                </c:pt>
                <c:pt idx="241">
                  <c:v>2054</c:v>
                </c:pt>
                <c:pt idx="242">
                  <c:v>2023</c:v>
                </c:pt>
                <c:pt idx="243">
                  <c:v>2016</c:v>
                </c:pt>
                <c:pt idx="244">
                  <c:v>1975</c:v>
                </c:pt>
                <c:pt idx="245">
                  <c:v>2030</c:v>
                </c:pt>
                <c:pt idx="246">
                  <c:v>2056</c:v>
                </c:pt>
                <c:pt idx="247">
                  <c:v>1976</c:v>
                </c:pt>
                <c:pt idx="248">
                  <c:v>2087</c:v>
                </c:pt>
                <c:pt idx="249">
                  <c:v>2066</c:v>
                </c:pt>
                <c:pt idx="250">
                  <c:v>1969</c:v>
                </c:pt>
                <c:pt idx="251">
                  <c:v>1989</c:v>
                </c:pt>
                <c:pt idx="252">
                  <c:v>2088</c:v>
                </c:pt>
                <c:pt idx="253">
                  <c:v>2082</c:v>
                </c:pt>
                <c:pt idx="254">
                  <c:v>2036</c:v>
                </c:pt>
                <c:pt idx="255">
                  <c:v>2026</c:v>
                </c:pt>
                <c:pt idx="256">
                  <c:v>1887</c:v>
                </c:pt>
                <c:pt idx="257">
                  <c:v>1878</c:v>
                </c:pt>
                <c:pt idx="258">
                  <c:v>1788</c:v>
                </c:pt>
                <c:pt idx="259">
                  <c:v>1760</c:v>
                </c:pt>
                <c:pt idx="260">
                  <c:v>1732</c:v>
                </c:pt>
                <c:pt idx="261">
                  <c:v>1647</c:v>
                </c:pt>
                <c:pt idx="262">
                  <c:v>1635</c:v>
                </c:pt>
                <c:pt idx="263">
                  <c:v>1606</c:v>
                </c:pt>
                <c:pt idx="264">
                  <c:v>1503</c:v>
                </c:pt>
                <c:pt idx="265">
                  <c:v>1414</c:v>
                </c:pt>
                <c:pt idx="266">
                  <c:v>1366</c:v>
                </c:pt>
                <c:pt idx="267">
                  <c:v>1290</c:v>
                </c:pt>
                <c:pt idx="268">
                  <c:v>1282</c:v>
                </c:pt>
                <c:pt idx="269">
                  <c:v>1206</c:v>
                </c:pt>
                <c:pt idx="270">
                  <c:v>1180</c:v>
                </c:pt>
                <c:pt idx="271">
                  <c:v>1226</c:v>
                </c:pt>
                <c:pt idx="272">
                  <c:v>1165</c:v>
                </c:pt>
                <c:pt idx="273">
                  <c:v>1138</c:v>
                </c:pt>
                <c:pt idx="274">
                  <c:v>1077</c:v>
                </c:pt>
                <c:pt idx="275">
                  <c:v>1085</c:v>
                </c:pt>
                <c:pt idx="276">
                  <c:v>1025</c:v>
                </c:pt>
                <c:pt idx="277">
                  <c:v>1020</c:v>
                </c:pt>
                <c:pt idx="278">
                  <c:v>947</c:v>
                </c:pt>
                <c:pt idx="279">
                  <c:v>925</c:v>
                </c:pt>
                <c:pt idx="280">
                  <c:v>883</c:v>
                </c:pt>
                <c:pt idx="281">
                  <c:v>900</c:v>
                </c:pt>
                <c:pt idx="282">
                  <c:v>917</c:v>
                </c:pt>
                <c:pt idx="283">
                  <c:v>864</c:v>
                </c:pt>
                <c:pt idx="284">
                  <c:v>869</c:v>
                </c:pt>
                <c:pt idx="285">
                  <c:v>880</c:v>
                </c:pt>
                <c:pt idx="286">
                  <c:v>748</c:v>
                </c:pt>
                <c:pt idx="287">
                  <c:v>771</c:v>
                </c:pt>
                <c:pt idx="288">
                  <c:v>693</c:v>
                </c:pt>
                <c:pt idx="289">
                  <c:v>778</c:v>
                </c:pt>
                <c:pt idx="290">
                  <c:v>675</c:v>
                </c:pt>
                <c:pt idx="291">
                  <c:v>762</c:v>
                </c:pt>
                <c:pt idx="292">
                  <c:v>689</c:v>
                </c:pt>
                <c:pt idx="293">
                  <c:v>718</c:v>
                </c:pt>
                <c:pt idx="294">
                  <c:v>694</c:v>
                </c:pt>
                <c:pt idx="295">
                  <c:v>733</c:v>
                </c:pt>
                <c:pt idx="296">
                  <c:v>658</c:v>
                </c:pt>
                <c:pt idx="297">
                  <c:v>685</c:v>
                </c:pt>
                <c:pt idx="298">
                  <c:v>666</c:v>
                </c:pt>
                <c:pt idx="299">
                  <c:v>696</c:v>
                </c:pt>
                <c:pt idx="300">
                  <c:v>654</c:v>
                </c:pt>
                <c:pt idx="301">
                  <c:v>661</c:v>
                </c:pt>
                <c:pt idx="302">
                  <c:v>637</c:v>
                </c:pt>
                <c:pt idx="303">
                  <c:v>700</c:v>
                </c:pt>
                <c:pt idx="304">
                  <c:v>624</c:v>
                </c:pt>
                <c:pt idx="305">
                  <c:v>668</c:v>
                </c:pt>
                <c:pt idx="306">
                  <c:v>615</c:v>
                </c:pt>
                <c:pt idx="307">
                  <c:v>667</c:v>
                </c:pt>
                <c:pt idx="308">
                  <c:v>605</c:v>
                </c:pt>
                <c:pt idx="309">
                  <c:v>648</c:v>
                </c:pt>
                <c:pt idx="310">
                  <c:v>638</c:v>
                </c:pt>
                <c:pt idx="311">
                  <c:v>729</c:v>
                </c:pt>
                <c:pt idx="312">
                  <c:v>654</c:v>
                </c:pt>
                <c:pt idx="313">
                  <c:v>760</c:v>
                </c:pt>
                <c:pt idx="314">
                  <c:v>719</c:v>
                </c:pt>
                <c:pt idx="315">
                  <c:v>743</c:v>
                </c:pt>
                <c:pt idx="316">
                  <c:v>703</c:v>
                </c:pt>
                <c:pt idx="317">
                  <c:v>777</c:v>
                </c:pt>
                <c:pt idx="318">
                  <c:v>751</c:v>
                </c:pt>
                <c:pt idx="319">
                  <c:v>811</c:v>
                </c:pt>
                <c:pt idx="320">
                  <c:v>733</c:v>
                </c:pt>
                <c:pt idx="321">
                  <c:v>765</c:v>
                </c:pt>
                <c:pt idx="322">
                  <c:v>763</c:v>
                </c:pt>
                <c:pt idx="323">
                  <c:v>799</c:v>
                </c:pt>
                <c:pt idx="324">
                  <c:v>813</c:v>
                </c:pt>
                <c:pt idx="325">
                  <c:v>862</c:v>
                </c:pt>
                <c:pt idx="326">
                  <c:v>859</c:v>
                </c:pt>
                <c:pt idx="327">
                  <c:v>873</c:v>
                </c:pt>
                <c:pt idx="328">
                  <c:v>970</c:v>
                </c:pt>
                <c:pt idx="329">
                  <c:v>998</c:v>
                </c:pt>
                <c:pt idx="330">
                  <c:v>1066</c:v>
                </c:pt>
                <c:pt idx="331">
                  <c:v>1066</c:v>
                </c:pt>
                <c:pt idx="332">
                  <c:v>1108</c:v>
                </c:pt>
                <c:pt idx="333">
                  <c:v>1196</c:v>
                </c:pt>
                <c:pt idx="334">
                  <c:v>1246</c:v>
                </c:pt>
                <c:pt idx="335">
                  <c:v>1248</c:v>
                </c:pt>
                <c:pt idx="336">
                  <c:v>1340</c:v>
                </c:pt>
                <c:pt idx="337">
                  <c:v>1635</c:v>
                </c:pt>
                <c:pt idx="338">
                  <c:v>1462</c:v>
                </c:pt>
                <c:pt idx="339">
                  <c:v>1506</c:v>
                </c:pt>
                <c:pt idx="340">
                  <c:v>1549</c:v>
                </c:pt>
                <c:pt idx="341">
                  <c:v>1578</c:v>
                </c:pt>
                <c:pt idx="342">
                  <c:v>1694</c:v>
                </c:pt>
                <c:pt idx="343">
                  <c:v>1719</c:v>
                </c:pt>
                <c:pt idx="344">
                  <c:v>1704</c:v>
                </c:pt>
                <c:pt idx="345">
                  <c:v>1779</c:v>
                </c:pt>
                <c:pt idx="346">
                  <c:v>1839</c:v>
                </c:pt>
                <c:pt idx="347">
                  <c:v>1837</c:v>
                </c:pt>
                <c:pt idx="348">
                  <c:v>1853</c:v>
                </c:pt>
                <c:pt idx="349">
                  <c:v>1892</c:v>
                </c:pt>
                <c:pt idx="350">
                  <c:v>1881</c:v>
                </c:pt>
                <c:pt idx="351">
                  <c:v>1855</c:v>
                </c:pt>
                <c:pt idx="352">
                  <c:v>1944</c:v>
                </c:pt>
                <c:pt idx="353">
                  <c:v>1977</c:v>
                </c:pt>
                <c:pt idx="354">
                  <c:v>1945</c:v>
                </c:pt>
                <c:pt idx="355">
                  <c:v>1959</c:v>
                </c:pt>
                <c:pt idx="356">
                  <c:v>1948</c:v>
                </c:pt>
                <c:pt idx="357">
                  <c:v>1955</c:v>
                </c:pt>
                <c:pt idx="358">
                  <c:v>2020</c:v>
                </c:pt>
                <c:pt idx="359">
                  <c:v>1984</c:v>
                </c:pt>
                <c:pt idx="360">
                  <c:v>2007</c:v>
                </c:pt>
                <c:pt idx="361">
                  <c:v>2046</c:v>
                </c:pt>
                <c:pt idx="362">
                  <c:v>2055</c:v>
                </c:pt>
                <c:pt idx="363">
                  <c:v>1962</c:v>
                </c:pt>
                <c:pt idx="364">
                  <c:v>2072</c:v>
                </c:pt>
                <c:pt idx="365">
                  <c:v>2065</c:v>
                </c:pt>
                <c:pt idx="366">
                  <c:v>2065</c:v>
                </c:pt>
                <c:pt idx="367">
                  <c:v>2081</c:v>
                </c:pt>
                <c:pt idx="368">
                  <c:v>2143</c:v>
                </c:pt>
                <c:pt idx="369">
                  <c:v>2119</c:v>
                </c:pt>
                <c:pt idx="370">
                  <c:v>2159</c:v>
                </c:pt>
                <c:pt idx="371">
                  <c:v>2183</c:v>
                </c:pt>
                <c:pt idx="372">
                  <c:v>2102</c:v>
                </c:pt>
                <c:pt idx="373">
                  <c:v>2188</c:v>
                </c:pt>
                <c:pt idx="374">
                  <c:v>2165</c:v>
                </c:pt>
                <c:pt idx="375">
                  <c:v>2185</c:v>
                </c:pt>
                <c:pt idx="376">
                  <c:v>2179</c:v>
                </c:pt>
                <c:pt idx="377">
                  <c:v>2243</c:v>
                </c:pt>
                <c:pt idx="378">
                  <c:v>2246</c:v>
                </c:pt>
                <c:pt idx="379">
                  <c:v>2216</c:v>
                </c:pt>
                <c:pt idx="380">
                  <c:v>2261</c:v>
                </c:pt>
                <c:pt idx="381">
                  <c:v>2310</c:v>
                </c:pt>
                <c:pt idx="382">
                  <c:v>2313</c:v>
                </c:pt>
                <c:pt idx="383">
                  <c:v>2342</c:v>
                </c:pt>
                <c:pt idx="384">
                  <c:v>2399</c:v>
                </c:pt>
                <c:pt idx="385">
                  <c:v>2447</c:v>
                </c:pt>
                <c:pt idx="386">
                  <c:v>2424</c:v>
                </c:pt>
                <c:pt idx="387">
                  <c:v>2470</c:v>
                </c:pt>
                <c:pt idx="388">
                  <c:v>2547</c:v>
                </c:pt>
                <c:pt idx="389">
                  <c:v>2605</c:v>
                </c:pt>
                <c:pt idx="390">
                  <c:v>2521</c:v>
                </c:pt>
                <c:pt idx="391">
                  <c:v>2615</c:v>
                </c:pt>
                <c:pt idx="392">
                  <c:v>2646</c:v>
                </c:pt>
                <c:pt idx="393">
                  <c:v>2546</c:v>
                </c:pt>
                <c:pt idx="394">
                  <c:v>2603</c:v>
                </c:pt>
                <c:pt idx="395">
                  <c:v>2543</c:v>
                </c:pt>
                <c:pt idx="396">
                  <c:v>2648</c:v>
                </c:pt>
                <c:pt idx="397">
                  <c:v>2659</c:v>
                </c:pt>
                <c:pt idx="398">
                  <c:v>2697</c:v>
                </c:pt>
                <c:pt idx="399">
                  <c:v>2734</c:v>
                </c:pt>
                <c:pt idx="400">
                  <c:v>2733</c:v>
                </c:pt>
                <c:pt idx="401">
                  <c:v>2770</c:v>
                </c:pt>
                <c:pt idx="402">
                  <c:v>2840</c:v>
                </c:pt>
                <c:pt idx="403">
                  <c:v>2840</c:v>
                </c:pt>
                <c:pt idx="404">
                  <c:v>2806</c:v>
                </c:pt>
                <c:pt idx="405">
                  <c:v>2726</c:v>
                </c:pt>
                <c:pt idx="406">
                  <c:v>2705</c:v>
                </c:pt>
                <c:pt idx="407">
                  <c:v>2590</c:v>
                </c:pt>
                <c:pt idx="408">
                  <c:v>2671</c:v>
                </c:pt>
                <c:pt idx="409">
                  <c:v>2653</c:v>
                </c:pt>
                <c:pt idx="410">
                  <c:v>2651</c:v>
                </c:pt>
                <c:pt idx="411">
                  <c:v>2643</c:v>
                </c:pt>
                <c:pt idx="412">
                  <c:v>2587</c:v>
                </c:pt>
                <c:pt idx="413">
                  <c:v>2576</c:v>
                </c:pt>
                <c:pt idx="414">
                  <c:v>2559</c:v>
                </c:pt>
                <c:pt idx="415">
                  <c:v>2494</c:v>
                </c:pt>
                <c:pt idx="416">
                  <c:v>2468</c:v>
                </c:pt>
                <c:pt idx="417">
                  <c:v>2440</c:v>
                </c:pt>
                <c:pt idx="418">
                  <c:v>2449</c:v>
                </c:pt>
                <c:pt idx="419">
                  <c:v>2391</c:v>
                </c:pt>
                <c:pt idx="420">
                  <c:v>2325</c:v>
                </c:pt>
                <c:pt idx="421">
                  <c:v>2262</c:v>
                </c:pt>
                <c:pt idx="422">
                  <c:v>2168</c:v>
                </c:pt>
                <c:pt idx="423">
                  <c:v>2125</c:v>
                </c:pt>
                <c:pt idx="424">
                  <c:v>2048</c:v>
                </c:pt>
                <c:pt idx="425">
                  <c:v>2057</c:v>
                </c:pt>
                <c:pt idx="426">
                  <c:v>1935</c:v>
                </c:pt>
                <c:pt idx="427">
                  <c:v>1835</c:v>
                </c:pt>
                <c:pt idx="428">
                  <c:v>1761</c:v>
                </c:pt>
                <c:pt idx="429">
                  <c:v>1770</c:v>
                </c:pt>
                <c:pt idx="430">
                  <c:v>1695</c:v>
                </c:pt>
                <c:pt idx="431">
                  <c:v>1631</c:v>
                </c:pt>
                <c:pt idx="432">
                  <c:v>1591</c:v>
                </c:pt>
                <c:pt idx="433">
                  <c:v>1528</c:v>
                </c:pt>
                <c:pt idx="434">
                  <c:v>1397</c:v>
                </c:pt>
                <c:pt idx="435">
                  <c:v>1376</c:v>
                </c:pt>
                <c:pt idx="436">
                  <c:v>1340</c:v>
                </c:pt>
                <c:pt idx="437">
                  <c:v>1316</c:v>
                </c:pt>
                <c:pt idx="438">
                  <c:v>1239</c:v>
                </c:pt>
                <c:pt idx="439">
                  <c:v>1242</c:v>
                </c:pt>
                <c:pt idx="440">
                  <c:v>1175</c:v>
                </c:pt>
                <c:pt idx="441">
                  <c:v>1143</c:v>
                </c:pt>
                <c:pt idx="442">
                  <c:v>1149</c:v>
                </c:pt>
                <c:pt idx="443">
                  <c:v>1119</c:v>
                </c:pt>
                <c:pt idx="444">
                  <c:v>1076</c:v>
                </c:pt>
                <c:pt idx="445">
                  <c:v>979</c:v>
                </c:pt>
                <c:pt idx="446">
                  <c:v>876</c:v>
                </c:pt>
                <c:pt idx="447">
                  <c:v>857</c:v>
                </c:pt>
                <c:pt idx="448">
                  <c:v>829</c:v>
                </c:pt>
                <c:pt idx="449">
                  <c:v>821</c:v>
                </c:pt>
                <c:pt idx="450">
                  <c:v>737</c:v>
                </c:pt>
                <c:pt idx="451">
                  <c:v>815</c:v>
                </c:pt>
                <c:pt idx="452">
                  <c:v>809</c:v>
                </c:pt>
                <c:pt idx="453">
                  <c:v>739</c:v>
                </c:pt>
                <c:pt idx="454">
                  <c:v>728</c:v>
                </c:pt>
                <c:pt idx="455">
                  <c:v>686</c:v>
                </c:pt>
                <c:pt idx="456">
                  <c:v>674</c:v>
                </c:pt>
                <c:pt idx="457">
                  <c:v>672</c:v>
                </c:pt>
                <c:pt idx="458">
                  <c:v>656</c:v>
                </c:pt>
                <c:pt idx="459">
                  <c:v>602</c:v>
                </c:pt>
                <c:pt idx="460">
                  <c:v>638</c:v>
                </c:pt>
                <c:pt idx="461">
                  <c:v>603</c:v>
                </c:pt>
                <c:pt idx="462">
                  <c:v>605</c:v>
                </c:pt>
                <c:pt idx="463">
                  <c:v>595</c:v>
                </c:pt>
                <c:pt idx="464">
                  <c:v>548</c:v>
                </c:pt>
                <c:pt idx="465">
                  <c:v>602</c:v>
                </c:pt>
                <c:pt idx="466">
                  <c:v>573</c:v>
                </c:pt>
                <c:pt idx="467">
                  <c:v>535</c:v>
                </c:pt>
                <c:pt idx="468">
                  <c:v>504</c:v>
                </c:pt>
                <c:pt idx="469">
                  <c:v>507</c:v>
                </c:pt>
                <c:pt idx="470">
                  <c:v>510</c:v>
                </c:pt>
                <c:pt idx="471">
                  <c:v>504</c:v>
                </c:pt>
                <c:pt idx="472">
                  <c:v>478</c:v>
                </c:pt>
                <c:pt idx="473">
                  <c:v>488</c:v>
                </c:pt>
                <c:pt idx="474">
                  <c:v>466</c:v>
                </c:pt>
                <c:pt idx="475">
                  <c:v>479</c:v>
                </c:pt>
                <c:pt idx="476">
                  <c:v>454</c:v>
                </c:pt>
                <c:pt idx="477">
                  <c:v>431</c:v>
                </c:pt>
                <c:pt idx="478">
                  <c:v>424</c:v>
                </c:pt>
                <c:pt idx="479">
                  <c:v>453</c:v>
                </c:pt>
                <c:pt idx="480">
                  <c:v>455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1-E07F-4AA3-8DAD-F947DA63256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447593567"/>
        <c:axId val="447593983"/>
      </c:scatterChart>
      <c:scatterChart>
        <c:scatterStyle val="smoothMarker"/>
        <c:varyColors val="0"/>
        <c:ser>
          <c:idx val="2"/>
          <c:order val="2"/>
          <c:tx>
            <c:strRef>
              <c:f>Hosp!$D$1</c:f>
              <c:strCache>
                <c:ptCount val="1"/>
                <c:pt idx="0">
                  <c:v>Porcentaje Ocupación</c:v>
                </c:pt>
              </c:strCache>
            </c:strRef>
          </c:tx>
          <c:spPr>
            <a:ln w="28575" cap="rnd">
              <a:solidFill>
                <a:schemeClr val="accent3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3"/>
              </a:solidFill>
              <a:ln w="9525">
                <a:solidFill>
                  <a:schemeClr val="accent3"/>
                </a:solidFill>
              </a:ln>
              <a:effectLst/>
            </c:spPr>
          </c:marker>
          <c:xVal>
            <c:numRef>
              <c:f>Hosp!$A$2:$A$482</c:f>
              <c:numCache>
                <c:formatCode>m/d/yyyy</c:formatCode>
                <c:ptCount val="481"/>
                <c:pt idx="0">
                  <c:v>43966</c:v>
                </c:pt>
                <c:pt idx="1">
                  <c:v>43967</c:v>
                </c:pt>
                <c:pt idx="2">
                  <c:v>43968</c:v>
                </c:pt>
                <c:pt idx="3">
                  <c:v>43969</c:v>
                </c:pt>
                <c:pt idx="4">
                  <c:v>43970</c:v>
                </c:pt>
                <c:pt idx="5">
                  <c:v>43971</c:v>
                </c:pt>
                <c:pt idx="6">
                  <c:v>43972</c:v>
                </c:pt>
                <c:pt idx="7">
                  <c:v>43973</c:v>
                </c:pt>
                <c:pt idx="8">
                  <c:v>43974</c:v>
                </c:pt>
                <c:pt idx="9">
                  <c:v>43975</c:v>
                </c:pt>
                <c:pt idx="10">
                  <c:v>43976</c:v>
                </c:pt>
                <c:pt idx="11">
                  <c:v>43977</c:v>
                </c:pt>
                <c:pt idx="12">
                  <c:v>43978</c:v>
                </c:pt>
                <c:pt idx="13">
                  <c:v>43979</c:v>
                </c:pt>
                <c:pt idx="14">
                  <c:v>43980</c:v>
                </c:pt>
                <c:pt idx="15">
                  <c:v>43981</c:v>
                </c:pt>
                <c:pt idx="16">
                  <c:v>43982</c:v>
                </c:pt>
                <c:pt idx="17">
                  <c:v>43983</c:v>
                </c:pt>
                <c:pt idx="18">
                  <c:v>43984</c:v>
                </c:pt>
                <c:pt idx="19">
                  <c:v>43985</c:v>
                </c:pt>
                <c:pt idx="20">
                  <c:v>43986</c:v>
                </c:pt>
                <c:pt idx="21">
                  <c:v>43987</c:v>
                </c:pt>
                <c:pt idx="22">
                  <c:v>43988</c:v>
                </c:pt>
                <c:pt idx="23">
                  <c:v>43989</c:v>
                </c:pt>
                <c:pt idx="24">
                  <c:v>43990</c:v>
                </c:pt>
                <c:pt idx="25">
                  <c:v>43991</c:v>
                </c:pt>
                <c:pt idx="26">
                  <c:v>43992</c:v>
                </c:pt>
                <c:pt idx="27">
                  <c:v>43993</c:v>
                </c:pt>
                <c:pt idx="28">
                  <c:v>43994</c:v>
                </c:pt>
                <c:pt idx="29">
                  <c:v>43995</c:v>
                </c:pt>
                <c:pt idx="30">
                  <c:v>43996</c:v>
                </c:pt>
                <c:pt idx="31">
                  <c:v>43997</c:v>
                </c:pt>
                <c:pt idx="32">
                  <c:v>43998</c:v>
                </c:pt>
                <c:pt idx="33">
                  <c:v>43999</c:v>
                </c:pt>
                <c:pt idx="34">
                  <c:v>44000</c:v>
                </c:pt>
                <c:pt idx="35">
                  <c:v>44001</c:v>
                </c:pt>
                <c:pt idx="36">
                  <c:v>44002</c:v>
                </c:pt>
                <c:pt idx="37">
                  <c:v>44003</c:v>
                </c:pt>
                <c:pt idx="38">
                  <c:v>44004</c:v>
                </c:pt>
                <c:pt idx="39">
                  <c:v>44005</c:v>
                </c:pt>
                <c:pt idx="40">
                  <c:v>44006</c:v>
                </c:pt>
                <c:pt idx="41">
                  <c:v>44007</c:v>
                </c:pt>
                <c:pt idx="42">
                  <c:v>44008</c:v>
                </c:pt>
                <c:pt idx="43">
                  <c:v>44009</c:v>
                </c:pt>
                <c:pt idx="44">
                  <c:v>44010</c:v>
                </c:pt>
                <c:pt idx="45">
                  <c:v>44011</c:v>
                </c:pt>
                <c:pt idx="46">
                  <c:v>44012</c:v>
                </c:pt>
                <c:pt idx="47">
                  <c:v>44013</c:v>
                </c:pt>
                <c:pt idx="48">
                  <c:v>44014</c:v>
                </c:pt>
                <c:pt idx="49">
                  <c:v>44015</c:v>
                </c:pt>
                <c:pt idx="50">
                  <c:v>44016</c:v>
                </c:pt>
                <c:pt idx="51">
                  <c:v>44017</c:v>
                </c:pt>
                <c:pt idx="52">
                  <c:v>44018</c:v>
                </c:pt>
                <c:pt idx="53">
                  <c:v>44019</c:v>
                </c:pt>
                <c:pt idx="54">
                  <c:v>44020</c:v>
                </c:pt>
                <c:pt idx="55">
                  <c:v>44021</c:v>
                </c:pt>
                <c:pt idx="56">
                  <c:v>44022</c:v>
                </c:pt>
                <c:pt idx="57">
                  <c:v>44023</c:v>
                </c:pt>
                <c:pt idx="58">
                  <c:v>44024</c:v>
                </c:pt>
                <c:pt idx="59">
                  <c:v>44025</c:v>
                </c:pt>
                <c:pt idx="60">
                  <c:v>44026</c:v>
                </c:pt>
                <c:pt idx="61">
                  <c:v>44027</c:v>
                </c:pt>
                <c:pt idx="62">
                  <c:v>44028</c:v>
                </c:pt>
                <c:pt idx="63">
                  <c:v>44029</c:v>
                </c:pt>
                <c:pt idx="64">
                  <c:v>44030</c:v>
                </c:pt>
                <c:pt idx="65">
                  <c:v>44031</c:v>
                </c:pt>
                <c:pt idx="66">
                  <c:v>44032</c:v>
                </c:pt>
                <c:pt idx="67">
                  <c:v>44033</c:v>
                </c:pt>
                <c:pt idx="68">
                  <c:v>44034</c:v>
                </c:pt>
                <c:pt idx="69">
                  <c:v>44035</c:v>
                </c:pt>
                <c:pt idx="70">
                  <c:v>44036</c:v>
                </c:pt>
                <c:pt idx="71">
                  <c:v>44037</c:v>
                </c:pt>
                <c:pt idx="72">
                  <c:v>44038</c:v>
                </c:pt>
                <c:pt idx="73">
                  <c:v>44039</c:v>
                </c:pt>
                <c:pt idx="74">
                  <c:v>44040</c:v>
                </c:pt>
                <c:pt idx="75">
                  <c:v>44041</c:v>
                </c:pt>
                <c:pt idx="76">
                  <c:v>44042</c:v>
                </c:pt>
                <c:pt idx="77">
                  <c:v>44043</c:v>
                </c:pt>
                <c:pt idx="78">
                  <c:v>44044</c:v>
                </c:pt>
                <c:pt idx="79">
                  <c:v>44045</c:v>
                </c:pt>
                <c:pt idx="80">
                  <c:v>44046</c:v>
                </c:pt>
                <c:pt idx="81">
                  <c:v>44047</c:v>
                </c:pt>
                <c:pt idx="82">
                  <c:v>44048</c:v>
                </c:pt>
                <c:pt idx="83">
                  <c:v>44049</c:v>
                </c:pt>
                <c:pt idx="84">
                  <c:v>44050</c:v>
                </c:pt>
                <c:pt idx="85">
                  <c:v>44051</c:v>
                </c:pt>
                <c:pt idx="86">
                  <c:v>44052</c:v>
                </c:pt>
                <c:pt idx="87">
                  <c:v>44053</c:v>
                </c:pt>
                <c:pt idx="88">
                  <c:v>44054</c:v>
                </c:pt>
                <c:pt idx="89">
                  <c:v>44055</c:v>
                </c:pt>
                <c:pt idx="90">
                  <c:v>44056</c:v>
                </c:pt>
                <c:pt idx="91">
                  <c:v>44057</c:v>
                </c:pt>
                <c:pt idx="92">
                  <c:v>44058</c:v>
                </c:pt>
                <c:pt idx="93">
                  <c:v>44059</c:v>
                </c:pt>
                <c:pt idx="94">
                  <c:v>44060</c:v>
                </c:pt>
                <c:pt idx="95">
                  <c:v>44061</c:v>
                </c:pt>
                <c:pt idx="96">
                  <c:v>44062</c:v>
                </c:pt>
                <c:pt idx="97">
                  <c:v>44063</c:v>
                </c:pt>
                <c:pt idx="98">
                  <c:v>44064</c:v>
                </c:pt>
                <c:pt idx="99">
                  <c:v>44065</c:v>
                </c:pt>
                <c:pt idx="100">
                  <c:v>44066</c:v>
                </c:pt>
                <c:pt idx="101">
                  <c:v>44067</c:v>
                </c:pt>
                <c:pt idx="102">
                  <c:v>44068</c:v>
                </c:pt>
                <c:pt idx="103">
                  <c:v>44069</c:v>
                </c:pt>
                <c:pt idx="104">
                  <c:v>44070</c:v>
                </c:pt>
                <c:pt idx="105">
                  <c:v>44071</c:v>
                </c:pt>
                <c:pt idx="106">
                  <c:v>44072</c:v>
                </c:pt>
                <c:pt idx="107">
                  <c:v>44073</c:v>
                </c:pt>
                <c:pt idx="108">
                  <c:v>44074</c:v>
                </c:pt>
                <c:pt idx="109">
                  <c:v>44075</c:v>
                </c:pt>
                <c:pt idx="110">
                  <c:v>44076</c:v>
                </c:pt>
                <c:pt idx="111">
                  <c:v>44077</c:v>
                </c:pt>
                <c:pt idx="112">
                  <c:v>44078</c:v>
                </c:pt>
                <c:pt idx="113">
                  <c:v>44079</c:v>
                </c:pt>
                <c:pt idx="114">
                  <c:v>44080</c:v>
                </c:pt>
                <c:pt idx="115">
                  <c:v>44081</c:v>
                </c:pt>
                <c:pt idx="116">
                  <c:v>44082</c:v>
                </c:pt>
                <c:pt idx="117">
                  <c:v>44083</c:v>
                </c:pt>
                <c:pt idx="118">
                  <c:v>44084</c:v>
                </c:pt>
                <c:pt idx="119">
                  <c:v>44085</c:v>
                </c:pt>
                <c:pt idx="120">
                  <c:v>44086</c:v>
                </c:pt>
                <c:pt idx="121">
                  <c:v>44087</c:v>
                </c:pt>
                <c:pt idx="122">
                  <c:v>44088</c:v>
                </c:pt>
                <c:pt idx="123">
                  <c:v>44089</c:v>
                </c:pt>
                <c:pt idx="124">
                  <c:v>44090</c:v>
                </c:pt>
                <c:pt idx="125">
                  <c:v>44091</c:v>
                </c:pt>
                <c:pt idx="126">
                  <c:v>44092</c:v>
                </c:pt>
                <c:pt idx="127">
                  <c:v>44093</c:v>
                </c:pt>
                <c:pt idx="128">
                  <c:v>44094</c:v>
                </c:pt>
                <c:pt idx="129">
                  <c:v>44095</c:v>
                </c:pt>
                <c:pt idx="130">
                  <c:v>44096</c:v>
                </c:pt>
                <c:pt idx="131">
                  <c:v>44097</c:v>
                </c:pt>
                <c:pt idx="132">
                  <c:v>44098</c:v>
                </c:pt>
                <c:pt idx="133">
                  <c:v>44099</c:v>
                </c:pt>
                <c:pt idx="134">
                  <c:v>44100</c:v>
                </c:pt>
                <c:pt idx="135">
                  <c:v>44101</c:v>
                </c:pt>
                <c:pt idx="136">
                  <c:v>44102</c:v>
                </c:pt>
                <c:pt idx="137">
                  <c:v>44103</c:v>
                </c:pt>
                <c:pt idx="138">
                  <c:v>44104</c:v>
                </c:pt>
                <c:pt idx="139">
                  <c:v>44105</c:v>
                </c:pt>
                <c:pt idx="140">
                  <c:v>44106</c:v>
                </c:pt>
                <c:pt idx="141">
                  <c:v>44107</c:v>
                </c:pt>
                <c:pt idx="142">
                  <c:v>44108</c:v>
                </c:pt>
                <c:pt idx="143">
                  <c:v>44109</c:v>
                </c:pt>
                <c:pt idx="144">
                  <c:v>44110</c:v>
                </c:pt>
                <c:pt idx="145">
                  <c:v>44111</c:v>
                </c:pt>
                <c:pt idx="146">
                  <c:v>44112</c:v>
                </c:pt>
                <c:pt idx="147">
                  <c:v>44113</c:v>
                </c:pt>
                <c:pt idx="148">
                  <c:v>44114</c:v>
                </c:pt>
                <c:pt idx="149">
                  <c:v>44115</c:v>
                </c:pt>
                <c:pt idx="150">
                  <c:v>44116</c:v>
                </c:pt>
                <c:pt idx="151">
                  <c:v>44117</c:v>
                </c:pt>
                <c:pt idx="152">
                  <c:v>44118</c:v>
                </c:pt>
                <c:pt idx="153">
                  <c:v>44119</c:v>
                </c:pt>
                <c:pt idx="154">
                  <c:v>44120</c:v>
                </c:pt>
                <c:pt idx="155">
                  <c:v>44121</c:v>
                </c:pt>
                <c:pt idx="156">
                  <c:v>44122</c:v>
                </c:pt>
                <c:pt idx="157">
                  <c:v>44123</c:v>
                </c:pt>
                <c:pt idx="158">
                  <c:v>44124</c:v>
                </c:pt>
                <c:pt idx="159">
                  <c:v>44125</c:v>
                </c:pt>
                <c:pt idx="160">
                  <c:v>44126</c:v>
                </c:pt>
                <c:pt idx="161">
                  <c:v>44127</c:v>
                </c:pt>
                <c:pt idx="162">
                  <c:v>44128</c:v>
                </c:pt>
                <c:pt idx="163">
                  <c:v>44129</c:v>
                </c:pt>
                <c:pt idx="164">
                  <c:v>44130</c:v>
                </c:pt>
                <c:pt idx="165">
                  <c:v>44131</c:v>
                </c:pt>
                <c:pt idx="166">
                  <c:v>44132</c:v>
                </c:pt>
                <c:pt idx="167">
                  <c:v>44133</c:v>
                </c:pt>
                <c:pt idx="168">
                  <c:v>44134</c:v>
                </c:pt>
                <c:pt idx="169">
                  <c:v>44135</c:v>
                </c:pt>
                <c:pt idx="170">
                  <c:v>44136</c:v>
                </c:pt>
                <c:pt idx="171">
                  <c:v>44137</c:v>
                </c:pt>
                <c:pt idx="172">
                  <c:v>44138</c:v>
                </c:pt>
                <c:pt idx="173">
                  <c:v>44139</c:v>
                </c:pt>
                <c:pt idx="174">
                  <c:v>44140</c:v>
                </c:pt>
                <c:pt idx="175">
                  <c:v>44141</c:v>
                </c:pt>
                <c:pt idx="176">
                  <c:v>44142</c:v>
                </c:pt>
                <c:pt idx="177">
                  <c:v>44143</c:v>
                </c:pt>
                <c:pt idx="178">
                  <c:v>44144</c:v>
                </c:pt>
                <c:pt idx="179">
                  <c:v>44145</c:v>
                </c:pt>
                <c:pt idx="180">
                  <c:v>44146</c:v>
                </c:pt>
                <c:pt idx="181">
                  <c:v>44147</c:v>
                </c:pt>
                <c:pt idx="182">
                  <c:v>44148</c:v>
                </c:pt>
                <c:pt idx="183">
                  <c:v>44149</c:v>
                </c:pt>
                <c:pt idx="184">
                  <c:v>44150</c:v>
                </c:pt>
                <c:pt idx="185">
                  <c:v>44151</c:v>
                </c:pt>
                <c:pt idx="186">
                  <c:v>44152</c:v>
                </c:pt>
                <c:pt idx="187">
                  <c:v>44153</c:v>
                </c:pt>
                <c:pt idx="188">
                  <c:v>44154</c:v>
                </c:pt>
                <c:pt idx="189">
                  <c:v>44155</c:v>
                </c:pt>
                <c:pt idx="190">
                  <c:v>44156</c:v>
                </c:pt>
                <c:pt idx="191">
                  <c:v>44157</c:v>
                </c:pt>
                <c:pt idx="192">
                  <c:v>44158</c:v>
                </c:pt>
                <c:pt idx="193">
                  <c:v>44159</c:v>
                </c:pt>
                <c:pt idx="194">
                  <c:v>44160</c:v>
                </c:pt>
                <c:pt idx="195">
                  <c:v>44161</c:v>
                </c:pt>
                <c:pt idx="196">
                  <c:v>44162</c:v>
                </c:pt>
                <c:pt idx="197">
                  <c:v>44163</c:v>
                </c:pt>
                <c:pt idx="198">
                  <c:v>44164</c:v>
                </c:pt>
                <c:pt idx="199">
                  <c:v>44165</c:v>
                </c:pt>
                <c:pt idx="200">
                  <c:v>44166</c:v>
                </c:pt>
                <c:pt idx="201">
                  <c:v>44167</c:v>
                </c:pt>
                <c:pt idx="202">
                  <c:v>44168</c:v>
                </c:pt>
                <c:pt idx="203">
                  <c:v>44169</c:v>
                </c:pt>
                <c:pt idx="204">
                  <c:v>44170</c:v>
                </c:pt>
                <c:pt idx="205">
                  <c:v>44171</c:v>
                </c:pt>
                <c:pt idx="206">
                  <c:v>44172</c:v>
                </c:pt>
                <c:pt idx="207">
                  <c:v>44173</c:v>
                </c:pt>
                <c:pt idx="208">
                  <c:v>44174</c:v>
                </c:pt>
                <c:pt idx="209">
                  <c:v>44175</c:v>
                </c:pt>
                <c:pt idx="210">
                  <c:v>44176</c:v>
                </c:pt>
                <c:pt idx="211">
                  <c:v>44177</c:v>
                </c:pt>
                <c:pt idx="212">
                  <c:v>44178</c:v>
                </c:pt>
                <c:pt idx="213">
                  <c:v>44179</c:v>
                </c:pt>
                <c:pt idx="214">
                  <c:v>44180</c:v>
                </c:pt>
                <c:pt idx="215">
                  <c:v>44181</c:v>
                </c:pt>
                <c:pt idx="216">
                  <c:v>44182</c:v>
                </c:pt>
                <c:pt idx="217">
                  <c:v>44183</c:v>
                </c:pt>
                <c:pt idx="218">
                  <c:v>44184</c:v>
                </c:pt>
                <c:pt idx="219">
                  <c:v>44185</c:v>
                </c:pt>
                <c:pt idx="220">
                  <c:v>44186</c:v>
                </c:pt>
                <c:pt idx="221">
                  <c:v>44187</c:v>
                </c:pt>
                <c:pt idx="222">
                  <c:v>44188</c:v>
                </c:pt>
                <c:pt idx="223">
                  <c:v>44189</c:v>
                </c:pt>
                <c:pt idx="224">
                  <c:v>44190</c:v>
                </c:pt>
                <c:pt idx="225">
                  <c:v>44191</c:v>
                </c:pt>
                <c:pt idx="226">
                  <c:v>44192</c:v>
                </c:pt>
                <c:pt idx="227">
                  <c:v>44193</c:v>
                </c:pt>
                <c:pt idx="228">
                  <c:v>44194</c:v>
                </c:pt>
                <c:pt idx="229">
                  <c:v>44195</c:v>
                </c:pt>
                <c:pt idx="230">
                  <c:v>44196</c:v>
                </c:pt>
                <c:pt idx="231">
                  <c:v>44197</c:v>
                </c:pt>
                <c:pt idx="232">
                  <c:v>44198</c:v>
                </c:pt>
                <c:pt idx="233">
                  <c:v>44199</c:v>
                </c:pt>
                <c:pt idx="234">
                  <c:v>44200</c:v>
                </c:pt>
                <c:pt idx="235">
                  <c:v>44201</c:v>
                </c:pt>
                <c:pt idx="236">
                  <c:v>44202</c:v>
                </c:pt>
                <c:pt idx="237">
                  <c:v>44203</c:v>
                </c:pt>
                <c:pt idx="238">
                  <c:v>44204</c:v>
                </c:pt>
                <c:pt idx="239">
                  <c:v>44205</c:v>
                </c:pt>
                <c:pt idx="240">
                  <c:v>44206</c:v>
                </c:pt>
                <c:pt idx="241">
                  <c:v>44207</c:v>
                </c:pt>
                <c:pt idx="242">
                  <c:v>44208</c:v>
                </c:pt>
                <c:pt idx="243">
                  <c:v>44209</c:v>
                </c:pt>
                <c:pt idx="244">
                  <c:v>44210</c:v>
                </c:pt>
                <c:pt idx="245">
                  <c:v>44211</c:v>
                </c:pt>
                <c:pt idx="246">
                  <c:v>44212</c:v>
                </c:pt>
                <c:pt idx="247">
                  <c:v>44213</c:v>
                </c:pt>
                <c:pt idx="248">
                  <c:v>44214</c:v>
                </c:pt>
                <c:pt idx="249">
                  <c:v>44215</c:v>
                </c:pt>
                <c:pt idx="250">
                  <c:v>44216</c:v>
                </c:pt>
                <c:pt idx="251">
                  <c:v>44217</c:v>
                </c:pt>
                <c:pt idx="252">
                  <c:v>44218</c:v>
                </c:pt>
                <c:pt idx="253">
                  <c:v>44219</c:v>
                </c:pt>
                <c:pt idx="254">
                  <c:v>44220</c:v>
                </c:pt>
                <c:pt idx="255">
                  <c:v>44221</c:v>
                </c:pt>
                <c:pt idx="256">
                  <c:v>44222</c:v>
                </c:pt>
                <c:pt idx="257">
                  <c:v>44223</c:v>
                </c:pt>
                <c:pt idx="258">
                  <c:v>44224</c:v>
                </c:pt>
                <c:pt idx="259">
                  <c:v>44225</c:v>
                </c:pt>
                <c:pt idx="260">
                  <c:v>44226</c:v>
                </c:pt>
                <c:pt idx="261">
                  <c:v>44227</c:v>
                </c:pt>
                <c:pt idx="262">
                  <c:v>44228</c:v>
                </c:pt>
                <c:pt idx="263">
                  <c:v>44229</c:v>
                </c:pt>
                <c:pt idx="264">
                  <c:v>44230</c:v>
                </c:pt>
                <c:pt idx="265">
                  <c:v>44231</c:v>
                </c:pt>
                <c:pt idx="266">
                  <c:v>44232</c:v>
                </c:pt>
                <c:pt idx="267">
                  <c:v>44233</c:v>
                </c:pt>
                <c:pt idx="268">
                  <c:v>44234</c:v>
                </c:pt>
                <c:pt idx="269">
                  <c:v>44235</c:v>
                </c:pt>
                <c:pt idx="270">
                  <c:v>44236</c:v>
                </c:pt>
                <c:pt idx="271">
                  <c:v>44237</c:v>
                </c:pt>
                <c:pt idx="272">
                  <c:v>44238</c:v>
                </c:pt>
                <c:pt idx="273">
                  <c:v>44239</c:v>
                </c:pt>
                <c:pt idx="274">
                  <c:v>44240</c:v>
                </c:pt>
                <c:pt idx="275">
                  <c:v>44241</c:v>
                </c:pt>
                <c:pt idx="276">
                  <c:v>44242</c:v>
                </c:pt>
                <c:pt idx="277">
                  <c:v>44243</c:v>
                </c:pt>
                <c:pt idx="278">
                  <c:v>44244</c:v>
                </c:pt>
                <c:pt idx="279">
                  <c:v>44245</c:v>
                </c:pt>
                <c:pt idx="280">
                  <c:v>44246</c:v>
                </c:pt>
                <c:pt idx="281">
                  <c:v>44247</c:v>
                </c:pt>
                <c:pt idx="282">
                  <c:v>44248</c:v>
                </c:pt>
                <c:pt idx="283">
                  <c:v>44249</c:v>
                </c:pt>
                <c:pt idx="284">
                  <c:v>44250</c:v>
                </c:pt>
                <c:pt idx="285">
                  <c:v>44251</c:v>
                </c:pt>
                <c:pt idx="286">
                  <c:v>44252</c:v>
                </c:pt>
                <c:pt idx="287">
                  <c:v>44253</c:v>
                </c:pt>
                <c:pt idx="288">
                  <c:v>44254</c:v>
                </c:pt>
                <c:pt idx="289">
                  <c:v>44255</c:v>
                </c:pt>
                <c:pt idx="290">
                  <c:v>44256</c:v>
                </c:pt>
                <c:pt idx="291">
                  <c:v>44257</c:v>
                </c:pt>
                <c:pt idx="292">
                  <c:v>44258</c:v>
                </c:pt>
                <c:pt idx="293">
                  <c:v>44259</c:v>
                </c:pt>
                <c:pt idx="294">
                  <c:v>44260</c:v>
                </c:pt>
                <c:pt idx="295">
                  <c:v>44261</c:v>
                </c:pt>
                <c:pt idx="296">
                  <c:v>44262</c:v>
                </c:pt>
                <c:pt idx="297">
                  <c:v>44263</c:v>
                </c:pt>
                <c:pt idx="298">
                  <c:v>44264</c:v>
                </c:pt>
                <c:pt idx="299">
                  <c:v>44265</c:v>
                </c:pt>
                <c:pt idx="300">
                  <c:v>44266</c:v>
                </c:pt>
                <c:pt idx="301">
                  <c:v>44267</c:v>
                </c:pt>
                <c:pt idx="302">
                  <c:v>44268</c:v>
                </c:pt>
                <c:pt idx="303">
                  <c:v>44269</c:v>
                </c:pt>
                <c:pt idx="304">
                  <c:v>44270</c:v>
                </c:pt>
                <c:pt idx="305">
                  <c:v>44271</c:v>
                </c:pt>
                <c:pt idx="306">
                  <c:v>44272</c:v>
                </c:pt>
                <c:pt idx="307">
                  <c:v>44273</c:v>
                </c:pt>
                <c:pt idx="308">
                  <c:v>44274</c:v>
                </c:pt>
                <c:pt idx="309">
                  <c:v>44275</c:v>
                </c:pt>
                <c:pt idx="310">
                  <c:v>44276</c:v>
                </c:pt>
                <c:pt idx="311">
                  <c:v>44277</c:v>
                </c:pt>
                <c:pt idx="312">
                  <c:v>44278</c:v>
                </c:pt>
                <c:pt idx="313">
                  <c:v>44279</c:v>
                </c:pt>
                <c:pt idx="314">
                  <c:v>44280</c:v>
                </c:pt>
                <c:pt idx="315">
                  <c:v>44281</c:v>
                </c:pt>
                <c:pt idx="316">
                  <c:v>44282</c:v>
                </c:pt>
                <c:pt idx="317">
                  <c:v>44283</c:v>
                </c:pt>
                <c:pt idx="318">
                  <c:v>44284</c:v>
                </c:pt>
                <c:pt idx="319">
                  <c:v>44285</c:v>
                </c:pt>
                <c:pt idx="320">
                  <c:v>44286</c:v>
                </c:pt>
                <c:pt idx="321">
                  <c:v>44287</c:v>
                </c:pt>
                <c:pt idx="322">
                  <c:v>44288</c:v>
                </c:pt>
                <c:pt idx="323">
                  <c:v>44289</c:v>
                </c:pt>
                <c:pt idx="324">
                  <c:v>44290</c:v>
                </c:pt>
                <c:pt idx="325">
                  <c:v>44291</c:v>
                </c:pt>
                <c:pt idx="326">
                  <c:v>44292</c:v>
                </c:pt>
                <c:pt idx="327">
                  <c:v>44293</c:v>
                </c:pt>
                <c:pt idx="328">
                  <c:v>44294</c:v>
                </c:pt>
                <c:pt idx="329">
                  <c:v>44295</c:v>
                </c:pt>
                <c:pt idx="330">
                  <c:v>44296</c:v>
                </c:pt>
                <c:pt idx="331">
                  <c:v>44297</c:v>
                </c:pt>
                <c:pt idx="332">
                  <c:v>44298</c:v>
                </c:pt>
                <c:pt idx="333">
                  <c:v>44299</c:v>
                </c:pt>
                <c:pt idx="334">
                  <c:v>44300</c:v>
                </c:pt>
                <c:pt idx="335">
                  <c:v>44301</c:v>
                </c:pt>
                <c:pt idx="336">
                  <c:v>44302</c:v>
                </c:pt>
                <c:pt idx="337">
                  <c:v>44303</c:v>
                </c:pt>
                <c:pt idx="338">
                  <c:v>44304</c:v>
                </c:pt>
                <c:pt idx="339">
                  <c:v>44305</c:v>
                </c:pt>
                <c:pt idx="340">
                  <c:v>44306</c:v>
                </c:pt>
                <c:pt idx="341">
                  <c:v>44307</c:v>
                </c:pt>
                <c:pt idx="342">
                  <c:v>44308</c:v>
                </c:pt>
                <c:pt idx="343">
                  <c:v>44309</c:v>
                </c:pt>
                <c:pt idx="344">
                  <c:v>44310</c:v>
                </c:pt>
                <c:pt idx="345">
                  <c:v>44311</c:v>
                </c:pt>
                <c:pt idx="346">
                  <c:v>44312</c:v>
                </c:pt>
                <c:pt idx="347">
                  <c:v>44313</c:v>
                </c:pt>
                <c:pt idx="348">
                  <c:v>44314</c:v>
                </c:pt>
                <c:pt idx="349">
                  <c:v>44315</c:v>
                </c:pt>
                <c:pt idx="350">
                  <c:v>44316</c:v>
                </c:pt>
                <c:pt idx="351">
                  <c:v>44317</c:v>
                </c:pt>
                <c:pt idx="352">
                  <c:v>44318</c:v>
                </c:pt>
                <c:pt idx="353">
                  <c:v>44319</c:v>
                </c:pt>
                <c:pt idx="354">
                  <c:v>44320</c:v>
                </c:pt>
                <c:pt idx="355">
                  <c:v>44321</c:v>
                </c:pt>
                <c:pt idx="356">
                  <c:v>44322</c:v>
                </c:pt>
                <c:pt idx="357">
                  <c:v>44323</c:v>
                </c:pt>
                <c:pt idx="358">
                  <c:v>44324</c:v>
                </c:pt>
                <c:pt idx="359">
                  <c:v>44325</c:v>
                </c:pt>
                <c:pt idx="360">
                  <c:v>44326</c:v>
                </c:pt>
                <c:pt idx="361">
                  <c:v>44327</c:v>
                </c:pt>
                <c:pt idx="362">
                  <c:v>44328</c:v>
                </c:pt>
                <c:pt idx="363">
                  <c:v>44329</c:v>
                </c:pt>
                <c:pt idx="364">
                  <c:v>44330</c:v>
                </c:pt>
                <c:pt idx="365">
                  <c:v>44331</c:v>
                </c:pt>
                <c:pt idx="366">
                  <c:v>44332</c:v>
                </c:pt>
                <c:pt idx="367">
                  <c:v>44333</c:v>
                </c:pt>
                <c:pt idx="368">
                  <c:v>44334</c:v>
                </c:pt>
                <c:pt idx="369">
                  <c:v>44335</c:v>
                </c:pt>
                <c:pt idx="370">
                  <c:v>44336</c:v>
                </c:pt>
                <c:pt idx="371">
                  <c:v>44337</c:v>
                </c:pt>
                <c:pt idx="372">
                  <c:v>44338</c:v>
                </c:pt>
                <c:pt idx="373">
                  <c:v>44339</c:v>
                </c:pt>
                <c:pt idx="374">
                  <c:v>44340</c:v>
                </c:pt>
                <c:pt idx="375">
                  <c:v>44341</c:v>
                </c:pt>
                <c:pt idx="376">
                  <c:v>44342</c:v>
                </c:pt>
                <c:pt idx="377">
                  <c:v>44343</c:v>
                </c:pt>
                <c:pt idx="378">
                  <c:v>44344</c:v>
                </c:pt>
                <c:pt idx="379">
                  <c:v>44345</c:v>
                </c:pt>
                <c:pt idx="380">
                  <c:v>44346</c:v>
                </c:pt>
                <c:pt idx="381">
                  <c:v>44347</c:v>
                </c:pt>
                <c:pt idx="382">
                  <c:v>44348</c:v>
                </c:pt>
                <c:pt idx="383">
                  <c:v>44349</c:v>
                </c:pt>
                <c:pt idx="384">
                  <c:v>44350</c:v>
                </c:pt>
                <c:pt idx="385">
                  <c:v>44351</c:v>
                </c:pt>
                <c:pt idx="386">
                  <c:v>44352</c:v>
                </c:pt>
                <c:pt idx="387">
                  <c:v>44353</c:v>
                </c:pt>
                <c:pt idx="388">
                  <c:v>44354</c:v>
                </c:pt>
                <c:pt idx="389">
                  <c:v>44355</c:v>
                </c:pt>
                <c:pt idx="390">
                  <c:v>44356</c:v>
                </c:pt>
                <c:pt idx="391">
                  <c:v>44357</c:v>
                </c:pt>
                <c:pt idx="392">
                  <c:v>44358</c:v>
                </c:pt>
                <c:pt idx="393">
                  <c:v>44359</c:v>
                </c:pt>
                <c:pt idx="394">
                  <c:v>44360</c:v>
                </c:pt>
                <c:pt idx="395">
                  <c:v>44361</c:v>
                </c:pt>
                <c:pt idx="396">
                  <c:v>44362</c:v>
                </c:pt>
                <c:pt idx="397">
                  <c:v>44363</c:v>
                </c:pt>
                <c:pt idx="398">
                  <c:v>44364</c:v>
                </c:pt>
                <c:pt idx="399">
                  <c:v>44365</c:v>
                </c:pt>
                <c:pt idx="400">
                  <c:v>44366</c:v>
                </c:pt>
                <c:pt idx="401">
                  <c:v>44367</c:v>
                </c:pt>
                <c:pt idx="402">
                  <c:v>44368</c:v>
                </c:pt>
                <c:pt idx="403">
                  <c:v>44369</c:v>
                </c:pt>
                <c:pt idx="404">
                  <c:v>44370</c:v>
                </c:pt>
                <c:pt idx="405">
                  <c:v>44371</c:v>
                </c:pt>
                <c:pt idx="406">
                  <c:v>44372</c:v>
                </c:pt>
                <c:pt idx="407">
                  <c:v>44373</c:v>
                </c:pt>
                <c:pt idx="408">
                  <c:v>44374</c:v>
                </c:pt>
                <c:pt idx="409">
                  <c:v>44375</c:v>
                </c:pt>
                <c:pt idx="410">
                  <c:v>44376</c:v>
                </c:pt>
                <c:pt idx="411">
                  <c:v>44377</c:v>
                </c:pt>
                <c:pt idx="412">
                  <c:v>44378</c:v>
                </c:pt>
                <c:pt idx="413">
                  <c:v>44379</c:v>
                </c:pt>
                <c:pt idx="414">
                  <c:v>44380</c:v>
                </c:pt>
                <c:pt idx="415">
                  <c:v>44381</c:v>
                </c:pt>
                <c:pt idx="416">
                  <c:v>44382</c:v>
                </c:pt>
                <c:pt idx="417">
                  <c:v>44383</c:v>
                </c:pt>
                <c:pt idx="418">
                  <c:v>44384</c:v>
                </c:pt>
                <c:pt idx="419">
                  <c:v>44385</c:v>
                </c:pt>
                <c:pt idx="420">
                  <c:v>44386</c:v>
                </c:pt>
                <c:pt idx="421">
                  <c:v>44387</c:v>
                </c:pt>
                <c:pt idx="422">
                  <c:v>44388</c:v>
                </c:pt>
                <c:pt idx="423">
                  <c:v>44389</c:v>
                </c:pt>
                <c:pt idx="424">
                  <c:v>44390</c:v>
                </c:pt>
                <c:pt idx="425">
                  <c:v>44391</c:v>
                </c:pt>
                <c:pt idx="426">
                  <c:v>44392</c:v>
                </c:pt>
                <c:pt idx="427">
                  <c:v>44393</c:v>
                </c:pt>
                <c:pt idx="428">
                  <c:v>44394</c:v>
                </c:pt>
                <c:pt idx="429">
                  <c:v>44395</c:v>
                </c:pt>
                <c:pt idx="430">
                  <c:v>44396</c:v>
                </c:pt>
                <c:pt idx="431">
                  <c:v>44397</c:v>
                </c:pt>
                <c:pt idx="432">
                  <c:v>44398</c:v>
                </c:pt>
                <c:pt idx="433">
                  <c:v>44399</c:v>
                </c:pt>
                <c:pt idx="434">
                  <c:v>44400</c:v>
                </c:pt>
                <c:pt idx="435">
                  <c:v>44401</c:v>
                </c:pt>
                <c:pt idx="436">
                  <c:v>44402</c:v>
                </c:pt>
                <c:pt idx="437">
                  <c:v>44403</c:v>
                </c:pt>
                <c:pt idx="438">
                  <c:v>44404</c:v>
                </c:pt>
                <c:pt idx="439">
                  <c:v>44405</c:v>
                </c:pt>
                <c:pt idx="440">
                  <c:v>44406</c:v>
                </c:pt>
                <c:pt idx="441">
                  <c:v>44407</c:v>
                </c:pt>
                <c:pt idx="442">
                  <c:v>44408</c:v>
                </c:pt>
                <c:pt idx="443">
                  <c:v>44409</c:v>
                </c:pt>
                <c:pt idx="444">
                  <c:v>44410</c:v>
                </c:pt>
                <c:pt idx="445">
                  <c:v>44411</c:v>
                </c:pt>
                <c:pt idx="446">
                  <c:v>44412</c:v>
                </c:pt>
                <c:pt idx="447">
                  <c:v>44413</c:v>
                </c:pt>
                <c:pt idx="448">
                  <c:v>44414</c:v>
                </c:pt>
                <c:pt idx="449">
                  <c:v>44415</c:v>
                </c:pt>
                <c:pt idx="450">
                  <c:v>44416</c:v>
                </c:pt>
                <c:pt idx="451">
                  <c:v>44417</c:v>
                </c:pt>
                <c:pt idx="452">
                  <c:v>44418</c:v>
                </c:pt>
                <c:pt idx="453">
                  <c:v>44419</c:v>
                </c:pt>
                <c:pt idx="454">
                  <c:v>44420</c:v>
                </c:pt>
                <c:pt idx="455">
                  <c:v>44421</c:v>
                </c:pt>
                <c:pt idx="456">
                  <c:v>44422</c:v>
                </c:pt>
                <c:pt idx="457">
                  <c:v>44423</c:v>
                </c:pt>
                <c:pt idx="458">
                  <c:v>44424</c:v>
                </c:pt>
                <c:pt idx="459">
                  <c:v>44425</c:v>
                </c:pt>
                <c:pt idx="460">
                  <c:v>44426</c:v>
                </c:pt>
                <c:pt idx="461">
                  <c:v>44427</c:v>
                </c:pt>
                <c:pt idx="462">
                  <c:v>44428</c:v>
                </c:pt>
                <c:pt idx="463">
                  <c:v>44429</c:v>
                </c:pt>
                <c:pt idx="464">
                  <c:v>44430</c:v>
                </c:pt>
                <c:pt idx="465">
                  <c:v>44431</c:v>
                </c:pt>
                <c:pt idx="466">
                  <c:v>44432</c:v>
                </c:pt>
                <c:pt idx="467">
                  <c:v>44433</c:v>
                </c:pt>
                <c:pt idx="468">
                  <c:v>44434</c:v>
                </c:pt>
                <c:pt idx="469">
                  <c:v>44435</c:v>
                </c:pt>
                <c:pt idx="470">
                  <c:v>44436</c:v>
                </c:pt>
                <c:pt idx="471">
                  <c:v>44437</c:v>
                </c:pt>
                <c:pt idx="472">
                  <c:v>44438</c:v>
                </c:pt>
                <c:pt idx="473">
                  <c:v>44439</c:v>
                </c:pt>
                <c:pt idx="474">
                  <c:v>44440</c:v>
                </c:pt>
                <c:pt idx="475">
                  <c:v>44441</c:v>
                </c:pt>
                <c:pt idx="476">
                  <c:v>44442</c:v>
                </c:pt>
                <c:pt idx="477">
                  <c:v>44443</c:v>
                </c:pt>
                <c:pt idx="478">
                  <c:v>44444</c:v>
                </c:pt>
                <c:pt idx="479">
                  <c:v>44445</c:v>
                </c:pt>
                <c:pt idx="480">
                  <c:v>44446</c:v>
                </c:pt>
              </c:numCache>
            </c:numRef>
          </c:xVal>
          <c:yVal>
            <c:numRef>
              <c:f>Hosp!$D$2:$D$482</c:f>
              <c:numCache>
                <c:formatCode>General</c:formatCode>
                <c:ptCount val="481"/>
                <c:pt idx="0">
                  <c:v>38.508474576271183</c:v>
                </c:pt>
                <c:pt idx="1">
                  <c:v>35.76896311760612</c:v>
                </c:pt>
                <c:pt idx="2">
                  <c:v>40.477770404777701</c:v>
                </c:pt>
                <c:pt idx="3">
                  <c:v>40.909090909090914</c:v>
                </c:pt>
                <c:pt idx="4">
                  <c:v>37.965425531914896</c:v>
                </c:pt>
                <c:pt idx="5">
                  <c:v>39.302802460697194</c:v>
                </c:pt>
                <c:pt idx="6">
                  <c:v>36.30573248407643</c:v>
                </c:pt>
                <c:pt idx="7">
                  <c:v>38.330170777988613</c:v>
                </c:pt>
                <c:pt idx="8">
                  <c:v>37.906828334396934</c:v>
                </c:pt>
                <c:pt idx="9">
                  <c:v>40.697674418604649</c:v>
                </c:pt>
                <c:pt idx="10">
                  <c:v>42.663219133807367</c:v>
                </c:pt>
                <c:pt idx="11">
                  <c:v>41.953663118346903</c:v>
                </c:pt>
                <c:pt idx="12">
                  <c:v>44.123076923076923</c:v>
                </c:pt>
                <c:pt idx="13">
                  <c:v>41.05263157894737</c:v>
                </c:pt>
                <c:pt idx="14">
                  <c:v>40.35532994923858</c:v>
                </c:pt>
                <c:pt idx="15">
                  <c:v>46.049966239027682</c:v>
                </c:pt>
                <c:pt idx="16">
                  <c:v>45.595854922279791</c:v>
                </c:pt>
                <c:pt idx="17">
                  <c:v>43.519098309329998</c:v>
                </c:pt>
                <c:pt idx="18">
                  <c:v>45.211726384364823</c:v>
                </c:pt>
                <c:pt idx="19">
                  <c:v>45.126353790613713</c:v>
                </c:pt>
                <c:pt idx="20">
                  <c:v>45.02398081534772</c:v>
                </c:pt>
                <c:pt idx="21">
                  <c:v>43.327348892878511</c:v>
                </c:pt>
                <c:pt idx="22">
                  <c:v>43.637532133676096</c:v>
                </c:pt>
                <c:pt idx="23">
                  <c:v>43.984962406015036</c:v>
                </c:pt>
                <c:pt idx="24">
                  <c:v>45.020624631703008</c:v>
                </c:pt>
                <c:pt idx="25">
                  <c:v>48.342059336823731</c:v>
                </c:pt>
                <c:pt idx="26">
                  <c:v>49.847467968273342</c:v>
                </c:pt>
                <c:pt idx="27">
                  <c:v>47.008547008547005</c:v>
                </c:pt>
                <c:pt idx="28">
                  <c:v>51.601630751310424</c:v>
                </c:pt>
                <c:pt idx="29">
                  <c:v>51.367073880162884</c:v>
                </c:pt>
                <c:pt idx="30">
                  <c:v>49.767441860465119</c:v>
                </c:pt>
                <c:pt idx="31">
                  <c:v>50.550086855819345</c:v>
                </c:pt>
                <c:pt idx="32">
                  <c:v>56.217162872154113</c:v>
                </c:pt>
                <c:pt idx="33">
                  <c:v>54.010386612810159</c:v>
                </c:pt>
                <c:pt idx="34">
                  <c:v>53.090699017908726</c:v>
                </c:pt>
                <c:pt idx="35">
                  <c:v>53.415453527435609</c:v>
                </c:pt>
                <c:pt idx="36">
                  <c:v>54.091700522344745</c:v>
                </c:pt>
                <c:pt idx="37">
                  <c:v>57.599551318003364</c:v>
                </c:pt>
                <c:pt idx="38">
                  <c:v>58.13559322033899</c:v>
                </c:pt>
                <c:pt idx="39">
                  <c:v>62.251655629139066</c:v>
                </c:pt>
                <c:pt idx="40">
                  <c:v>61.944444444444443</c:v>
                </c:pt>
                <c:pt idx="41">
                  <c:v>63.560732113144759</c:v>
                </c:pt>
                <c:pt idx="42">
                  <c:v>64.397321428571431</c:v>
                </c:pt>
                <c:pt idx="43">
                  <c:v>64.047484454494068</c:v>
                </c:pt>
                <c:pt idx="44">
                  <c:v>65.757238307349667</c:v>
                </c:pt>
                <c:pt idx="45">
                  <c:v>66.261879619852166</c:v>
                </c:pt>
                <c:pt idx="46">
                  <c:v>70.814732142857139</c:v>
                </c:pt>
                <c:pt idx="47">
                  <c:v>70.575916230366488</c:v>
                </c:pt>
                <c:pt idx="48">
                  <c:v>73.924731182795696</c:v>
                </c:pt>
                <c:pt idx="49">
                  <c:v>76.355976829910475</c:v>
                </c:pt>
                <c:pt idx="50">
                  <c:v>75.07772020725389</c:v>
                </c:pt>
                <c:pt idx="51">
                  <c:v>75.138678769541102</c:v>
                </c:pt>
                <c:pt idx="52">
                  <c:v>75.544794188861985</c:v>
                </c:pt>
                <c:pt idx="53">
                  <c:v>76.486609169314562</c:v>
                </c:pt>
                <c:pt idx="54">
                  <c:v>73.840445269016698</c:v>
                </c:pt>
                <c:pt idx="55">
                  <c:v>80.445657116871303</c:v>
                </c:pt>
                <c:pt idx="56">
                  <c:v>83.287920072661208</c:v>
                </c:pt>
                <c:pt idx="57">
                  <c:v>83.400267737617142</c:v>
                </c:pt>
                <c:pt idx="58">
                  <c:v>85.632939115199306</c:v>
                </c:pt>
                <c:pt idx="59">
                  <c:v>84.157986111111114</c:v>
                </c:pt>
                <c:pt idx="60">
                  <c:v>85.553633217993081</c:v>
                </c:pt>
                <c:pt idx="61">
                  <c:v>83.800086169754422</c:v>
                </c:pt>
                <c:pt idx="62">
                  <c:v>84.976919848929924</c:v>
                </c:pt>
                <c:pt idx="63">
                  <c:v>84.518300378628524</c:v>
                </c:pt>
                <c:pt idx="64">
                  <c:v>85.463659147869677</c:v>
                </c:pt>
                <c:pt idx="65">
                  <c:v>82.879866052741733</c:v>
                </c:pt>
                <c:pt idx="66">
                  <c:v>85.139061851390622</c:v>
                </c:pt>
                <c:pt idx="67">
                  <c:v>87.418032786885249</c:v>
                </c:pt>
                <c:pt idx="68">
                  <c:v>87.158908507223103</c:v>
                </c:pt>
                <c:pt idx="69">
                  <c:v>84.168655529037395</c:v>
                </c:pt>
                <c:pt idx="70">
                  <c:v>87.182539682539684</c:v>
                </c:pt>
                <c:pt idx="71">
                  <c:v>86.079328756674286</c:v>
                </c:pt>
                <c:pt idx="72">
                  <c:v>85.474647350362176</c:v>
                </c:pt>
                <c:pt idx="73">
                  <c:v>86.992794842624193</c:v>
                </c:pt>
                <c:pt idx="74">
                  <c:v>86.54708520179372</c:v>
                </c:pt>
                <c:pt idx="75">
                  <c:v>85.043668122270745</c:v>
                </c:pt>
                <c:pt idx="76">
                  <c:v>84.811046511627907</c:v>
                </c:pt>
                <c:pt idx="77">
                  <c:v>84.426229508196727</c:v>
                </c:pt>
                <c:pt idx="78">
                  <c:v>84.305907937658574</c:v>
                </c:pt>
                <c:pt idx="79">
                  <c:v>84.405318002155951</c:v>
                </c:pt>
                <c:pt idx="80">
                  <c:v>82.866264632848527</c:v>
                </c:pt>
                <c:pt idx="81">
                  <c:v>84.850665707088879</c:v>
                </c:pt>
                <c:pt idx="82">
                  <c:v>84.432624113475171</c:v>
                </c:pt>
                <c:pt idx="83">
                  <c:v>84.082798001427548</c:v>
                </c:pt>
                <c:pt idx="84">
                  <c:v>85.404270213510685</c:v>
                </c:pt>
                <c:pt idx="85">
                  <c:v>83.462623413258115</c:v>
                </c:pt>
                <c:pt idx="86">
                  <c:v>84.364019676739289</c:v>
                </c:pt>
                <c:pt idx="87">
                  <c:v>84.987636877428471</c:v>
                </c:pt>
                <c:pt idx="88">
                  <c:v>81.911142454160796</c:v>
                </c:pt>
                <c:pt idx="89">
                  <c:v>83.206659428157806</c:v>
                </c:pt>
                <c:pt idx="90">
                  <c:v>81.567644953471728</c:v>
                </c:pt>
                <c:pt idx="91">
                  <c:v>82.246376811594203</c:v>
                </c:pt>
                <c:pt idx="92">
                  <c:v>80.19911504424779</c:v>
                </c:pt>
                <c:pt idx="93">
                  <c:v>80.153508771929822</c:v>
                </c:pt>
                <c:pt idx="94">
                  <c:v>82.623574144486696</c:v>
                </c:pt>
                <c:pt idx="95">
                  <c:v>79.852941176470594</c:v>
                </c:pt>
                <c:pt idx="96">
                  <c:v>79.832544594102657</c:v>
                </c:pt>
                <c:pt idx="97">
                  <c:v>80.090157776108185</c:v>
                </c:pt>
                <c:pt idx="98">
                  <c:v>77.152197602615331</c:v>
                </c:pt>
                <c:pt idx="99">
                  <c:v>73.776479181884596</c:v>
                </c:pt>
                <c:pt idx="100">
                  <c:v>74.981440237564954</c:v>
                </c:pt>
                <c:pt idx="101">
                  <c:v>73.254959588537844</c:v>
                </c:pt>
                <c:pt idx="102">
                  <c:v>72.56344244207429</c:v>
                </c:pt>
                <c:pt idx="103">
                  <c:v>70.778964017398181</c:v>
                </c:pt>
                <c:pt idx="104">
                  <c:v>72.741136103698054</c:v>
                </c:pt>
                <c:pt idx="105">
                  <c:v>72.366930917327295</c:v>
                </c:pt>
                <c:pt idx="106">
                  <c:v>72.247706422018354</c:v>
                </c:pt>
                <c:pt idx="107">
                  <c:v>73.245778611632275</c:v>
                </c:pt>
                <c:pt idx="108">
                  <c:v>69.499072356215208</c:v>
                </c:pt>
                <c:pt idx="109">
                  <c:v>70.920106020446809</c:v>
                </c:pt>
                <c:pt idx="110">
                  <c:v>71.351972424358479</c:v>
                </c:pt>
                <c:pt idx="111">
                  <c:v>71.299093655589118</c:v>
                </c:pt>
                <c:pt idx="112">
                  <c:v>70.26507875528236</c:v>
                </c:pt>
                <c:pt idx="113">
                  <c:v>66.81481481481481</c:v>
                </c:pt>
                <c:pt idx="114">
                  <c:v>64.267064528161129</c:v>
                </c:pt>
                <c:pt idx="115">
                  <c:v>66.857142857142861</c:v>
                </c:pt>
                <c:pt idx="116">
                  <c:v>66.271056661562028</c:v>
                </c:pt>
                <c:pt idx="117">
                  <c:v>65.033911077618683</c:v>
                </c:pt>
                <c:pt idx="118">
                  <c:v>63.934426229508205</c:v>
                </c:pt>
                <c:pt idx="119">
                  <c:v>63.197172034564019</c:v>
                </c:pt>
                <c:pt idx="120">
                  <c:v>61.209265802905378</c:v>
                </c:pt>
                <c:pt idx="121">
                  <c:v>62.454873646209386</c:v>
                </c:pt>
                <c:pt idx="122">
                  <c:v>61.592409240924098</c:v>
                </c:pt>
                <c:pt idx="123">
                  <c:v>62.999185004074974</c:v>
                </c:pt>
                <c:pt idx="124">
                  <c:v>66.127023661270229</c:v>
                </c:pt>
                <c:pt idx="125">
                  <c:v>65.413533834586474</c:v>
                </c:pt>
                <c:pt idx="126">
                  <c:v>65.389696169088509</c:v>
                </c:pt>
                <c:pt idx="127">
                  <c:v>60.475988100297492</c:v>
                </c:pt>
                <c:pt idx="128">
                  <c:v>60.232158211521927</c:v>
                </c:pt>
                <c:pt idx="129">
                  <c:v>52.581182348043299</c:v>
                </c:pt>
                <c:pt idx="130">
                  <c:v>60.053859964093363</c:v>
                </c:pt>
                <c:pt idx="131">
                  <c:v>60.207768744354105</c:v>
                </c:pt>
                <c:pt idx="132">
                  <c:v>58.492322010237316</c:v>
                </c:pt>
                <c:pt idx="133">
                  <c:v>59.926301243666515</c:v>
                </c:pt>
                <c:pt idx="134">
                  <c:v>55.734684477199451</c:v>
                </c:pt>
                <c:pt idx="135">
                  <c:v>56.89424364123159</c:v>
                </c:pt>
                <c:pt idx="136">
                  <c:v>59.614480488951571</c:v>
                </c:pt>
                <c:pt idx="137">
                  <c:v>61.054104477611936</c:v>
                </c:pt>
                <c:pt idx="138">
                  <c:v>61.126893939393945</c:v>
                </c:pt>
                <c:pt idx="139">
                  <c:v>62.776470588235291</c:v>
                </c:pt>
                <c:pt idx="140">
                  <c:v>59.922928709055881</c:v>
                </c:pt>
                <c:pt idx="141">
                  <c:v>59.308384651823772</c:v>
                </c:pt>
                <c:pt idx="142">
                  <c:v>57.44580584354383</c:v>
                </c:pt>
                <c:pt idx="143">
                  <c:v>61.874696454589603</c:v>
                </c:pt>
                <c:pt idx="144">
                  <c:v>61.176470588235297</c:v>
                </c:pt>
                <c:pt idx="145">
                  <c:v>60.13448607108549</c:v>
                </c:pt>
                <c:pt idx="146">
                  <c:v>59.18470055359839</c:v>
                </c:pt>
                <c:pt idx="147">
                  <c:v>59.154929577464785</c:v>
                </c:pt>
                <c:pt idx="148">
                  <c:v>55.587949465500486</c:v>
                </c:pt>
                <c:pt idx="149">
                  <c:v>59.815354713313894</c:v>
                </c:pt>
                <c:pt idx="150">
                  <c:v>56.318956870611835</c:v>
                </c:pt>
                <c:pt idx="151">
                  <c:v>59.81781376518218</c:v>
                </c:pt>
                <c:pt idx="152">
                  <c:v>59.396147839666838</c:v>
                </c:pt>
                <c:pt idx="153">
                  <c:v>61.643835616438359</c:v>
                </c:pt>
                <c:pt idx="154">
                  <c:v>58.787878787878789</c:v>
                </c:pt>
                <c:pt idx="155">
                  <c:v>60</c:v>
                </c:pt>
                <c:pt idx="156">
                  <c:v>58.865610628513032</c:v>
                </c:pt>
                <c:pt idx="157">
                  <c:v>61.353604708190289</c:v>
                </c:pt>
                <c:pt idx="158">
                  <c:v>58.06127574083375</c:v>
                </c:pt>
                <c:pt idx="159">
                  <c:v>59.701492537313428</c:v>
                </c:pt>
                <c:pt idx="160">
                  <c:v>57.774390243902438</c:v>
                </c:pt>
                <c:pt idx="161">
                  <c:v>57.900050479555773</c:v>
                </c:pt>
                <c:pt idx="162">
                  <c:v>57.494866529774121</c:v>
                </c:pt>
                <c:pt idx="163">
                  <c:v>59.291139240506332</c:v>
                </c:pt>
                <c:pt idx="164">
                  <c:v>60.762100926879505</c:v>
                </c:pt>
                <c:pt idx="165">
                  <c:v>62.015888778550156</c:v>
                </c:pt>
                <c:pt idx="166">
                  <c:v>59.368737474949896</c:v>
                </c:pt>
                <c:pt idx="167">
                  <c:v>62.109955423476968</c:v>
                </c:pt>
                <c:pt idx="168">
                  <c:v>62.933199397287801</c:v>
                </c:pt>
                <c:pt idx="169">
                  <c:v>60.30953569645532</c:v>
                </c:pt>
                <c:pt idx="170">
                  <c:v>59.634888438133871</c:v>
                </c:pt>
                <c:pt idx="171">
                  <c:v>59.969481180061038</c:v>
                </c:pt>
                <c:pt idx="172">
                  <c:v>61.946001018848705</c:v>
                </c:pt>
                <c:pt idx="173">
                  <c:v>60.087933561309235</c:v>
                </c:pt>
                <c:pt idx="174">
                  <c:v>60.997067448680355</c:v>
                </c:pt>
                <c:pt idx="175">
                  <c:v>59.168336673346687</c:v>
                </c:pt>
                <c:pt idx="176">
                  <c:v>56.008251676121709</c:v>
                </c:pt>
                <c:pt idx="177">
                  <c:v>57.142857142857139</c:v>
                </c:pt>
                <c:pt idx="178">
                  <c:v>59.012219959266801</c:v>
                </c:pt>
                <c:pt idx="179">
                  <c:v>56.609336609336616</c:v>
                </c:pt>
                <c:pt idx="180">
                  <c:v>58.95</c:v>
                </c:pt>
                <c:pt idx="181">
                  <c:v>56.294416243654823</c:v>
                </c:pt>
                <c:pt idx="182">
                  <c:v>54.559748427672957</c:v>
                </c:pt>
                <c:pt idx="183">
                  <c:v>50.738446879466416</c:v>
                </c:pt>
                <c:pt idx="184">
                  <c:v>54.564102564102569</c:v>
                </c:pt>
                <c:pt idx="185">
                  <c:v>54.0625</c:v>
                </c:pt>
                <c:pt idx="186">
                  <c:v>56.323604710701481</c:v>
                </c:pt>
                <c:pt idx="187">
                  <c:v>56.98151950718686</c:v>
                </c:pt>
                <c:pt idx="188">
                  <c:v>55.601233299075027</c:v>
                </c:pt>
                <c:pt idx="189">
                  <c:v>56.574923547400616</c:v>
                </c:pt>
                <c:pt idx="190">
                  <c:v>56.790770844257999</c:v>
                </c:pt>
                <c:pt idx="191">
                  <c:v>55.35530381050463</c:v>
                </c:pt>
                <c:pt idx="192">
                  <c:v>56.834532374100718</c:v>
                </c:pt>
                <c:pt idx="193">
                  <c:v>57.900101936799189</c:v>
                </c:pt>
                <c:pt idx="194">
                  <c:v>58.144438587243016</c:v>
                </c:pt>
                <c:pt idx="195">
                  <c:v>60.111505321844902</c:v>
                </c:pt>
                <c:pt idx="196">
                  <c:v>55.04158004158004</c:v>
                </c:pt>
                <c:pt idx="197">
                  <c:v>57.454739084132058</c:v>
                </c:pt>
                <c:pt idx="198">
                  <c:v>58.925831202046034</c:v>
                </c:pt>
                <c:pt idx="199">
                  <c:v>56.97856769472034</c:v>
                </c:pt>
                <c:pt idx="200">
                  <c:v>59.741602067183464</c:v>
                </c:pt>
                <c:pt idx="201">
                  <c:v>63.460533193936229</c:v>
                </c:pt>
                <c:pt idx="202">
                  <c:v>61.599576271186443</c:v>
                </c:pt>
                <c:pt idx="203">
                  <c:v>60.97954790096879</c:v>
                </c:pt>
                <c:pt idx="204">
                  <c:v>61.987381703470035</c:v>
                </c:pt>
                <c:pt idx="205">
                  <c:v>61.640916355887057</c:v>
                </c:pt>
                <c:pt idx="206">
                  <c:v>62.800417972831767</c:v>
                </c:pt>
                <c:pt idx="207">
                  <c:v>62.699256110520722</c:v>
                </c:pt>
                <c:pt idx="208">
                  <c:v>62.506554798112212</c:v>
                </c:pt>
                <c:pt idx="209">
                  <c:v>64.607046070460711</c:v>
                </c:pt>
                <c:pt idx="210">
                  <c:v>63.375130616509921</c:v>
                </c:pt>
                <c:pt idx="211">
                  <c:v>64.142779881016764</c:v>
                </c:pt>
                <c:pt idx="212">
                  <c:v>61.214704315396908</c:v>
                </c:pt>
                <c:pt idx="213">
                  <c:v>65.122470713525033</c:v>
                </c:pt>
                <c:pt idx="214">
                  <c:v>65.258711721224913</c:v>
                </c:pt>
                <c:pt idx="215">
                  <c:v>64.807090719499485</c:v>
                </c:pt>
                <c:pt idx="216">
                  <c:v>63.897435897435898</c:v>
                </c:pt>
                <c:pt idx="217">
                  <c:v>64.765784114052948</c:v>
                </c:pt>
                <c:pt idx="218">
                  <c:v>68.266253869969034</c:v>
                </c:pt>
                <c:pt idx="219">
                  <c:v>68.753260302556072</c:v>
                </c:pt>
                <c:pt idx="220">
                  <c:v>69.443075406604237</c:v>
                </c:pt>
                <c:pt idx="221">
                  <c:v>73.113924050632917</c:v>
                </c:pt>
                <c:pt idx="222">
                  <c:v>70.805369127516784</c:v>
                </c:pt>
                <c:pt idx="223">
                  <c:v>67.988800746616889</c:v>
                </c:pt>
                <c:pt idx="224">
                  <c:v>66.818388711879834</c:v>
                </c:pt>
                <c:pt idx="225">
                  <c:v>72.033503955328058</c:v>
                </c:pt>
                <c:pt idx="226">
                  <c:v>70.577617328519864</c:v>
                </c:pt>
                <c:pt idx="227">
                  <c:v>76.438104003681545</c:v>
                </c:pt>
                <c:pt idx="228">
                  <c:v>76.564580559254324</c:v>
                </c:pt>
                <c:pt idx="229">
                  <c:v>76.069462092333765</c:v>
                </c:pt>
                <c:pt idx="230">
                  <c:v>73.91304347826086</c:v>
                </c:pt>
                <c:pt idx="231">
                  <c:v>72.054444917056571</c:v>
                </c:pt>
                <c:pt idx="232">
                  <c:v>75</c:v>
                </c:pt>
                <c:pt idx="233">
                  <c:v>76.570247933884289</c:v>
                </c:pt>
                <c:pt idx="234">
                  <c:v>75.551921504497145</c:v>
                </c:pt>
                <c:pt idx="235">
                  <c:v>80.202190395956194</c:v>
                </c:pt>
                <c:pt idx="236">
                  <c:v>82.3086574654956</c:v>
                </c:pt>
                <c:pt idx="237">
                  <c:v>82.389675270607825</c:v>
                </c:pt>
                <c:pt idx="238">
                  <c:v>79.324546952224054</c:v>
                </c:pt>
                <c:pt idx="239">
                  <c:v>82.418032786885249</c:v>
                </c:pt>
                <c:pt idx="240">
                  <c:v>80.938775510204081</c:v>
                </c:pt>
                <c:pt idx="241">
                  <c:v>83.7000814995925</c:v>
                </c:pt>
                <c:pt idx="242">
                  <c:v>83.976753839767539</c:v>
                </c:pt>
                <c:pt idx="243">
                  <c:v>83.0997526793075</c:v>
                </c:pt>
                <c:pt idx="244">
                  <c:v>80.876330876330869</c:v>
                </c:pt>
                <c:pt idx="245">
                  <c:v>82.35294117647058</c:v>
                </c:pt>
                <c:pt idx="246">
                  <c:v>84.089979550102242</c:v>
                </c:pt>
                <c:pt idx="247">
                  <c:v>80.587275693311582</c:v>
                </c:pt>
                <c:pt idx="248">
                  <c:v>85.010183299388999</c:v>
                </c:pt>
                <c:pt idx="249">
                  <c:v>83.071974266184156</c:v>
                </c:pt>
                <c:pt idx="250">
                  <c:v>80.829228243021348</c:v>
                </c:pt>
                <c:pt idx="251">
                  <c:v>79.719438877755508</c:v>
                </c:pt>
                <c:pt idx="252">
                  <c:v>82.660332541567698</c:v>
                </c:pt>
                <c:pt idx="253">
                  <c:v>81.807465618860505</c:v>
                </c:pt>
                <c:pt idx="254">
                  <c:v>80.315581854043387</c:v>
                </c:pt>
                <c:pt idx="255">
                  <c:v>79.202501954652078</c:v>
                </c:pt>
                <c:pt idx="256">
                  <c:v>74.262101534828801</c:v>
                </c:pt>
                <c:pt idx="257">
                  <c:v>72.425761666023917</c:v>
                </c:pt>
                <c:pt idx="258">
                  <c:v>70.062695924764895</c:v>
                </c:pt>
                <c:pt idx="259">
                  <c:v>69.182389937106919</c:v>
                </c:pt>
                <c:pt idx="260">
                  <c:v>68.431450019755033</c:v>
                </c:pt>
                <c:pt idx="261">
                  <c:v>67.749897161661863</c:v>
                </c:pt>
                <c:pt idx="262">
                  <c:v>65.954013715207751</c:v>
                </c:pt>
                <c:pt idx="263">
                  <c:v>64.915117219078411</c:v>
                </c:pt>
                <c:pt idx="264">
                  <c:v>63.49809885931559</c:v>
                </c:pt>
                <c:pt idx="265">
                  <c:v>60.479041916167667</c:v>
                </c:pt>
                <c:pt idx="266">
                  <c:v>60.335689045936391</c:v>
                </c:pt>
                <c:pt idx="267">
                  <c:v>57.847533632286996</c:v>
                </c:pt>
                <c:pt idx="268">
                  <c:v>57.360178970917232</c:v>
                </c:pt>
                <c:pt idx="269">
                  <c:v>55.885078776645038</c:v>
                </c:pt>
                <c:pt idx="270">
                  <c:v>56.922334780511342</c:v>
                </c:pt>
                <c:pt idx="271">
                  <c:v>58.269961977186313</c:v>
                </c:pt>
                <c:pt idx="272">
                  <c:v>56.361877116594094</c:v>
                </c:pt>
                <c:pt idx="273">
                  <c:v>55.756981871631552</c:v>
                </c:pt>
                <c:pt idx="274">
                  <c:v>53.080335140463283</c:v>
                </c:pt>
                <c:pt idx="275">
                  <c:v>53.030303030303031</c:v>
                </c:pt>
                <c:pt idx="276">
                  <c:v>52.402862985685076</c:v>
                </c:pt>
                <c:pt idx="277">
                  <c:v>52.147239263803677</c:v>
                </c:pt>
                <c:pt idx="278">
                  <c:v>51.833607006020799</c:v>
                </c:pt>
                <c:pt idx="279">
                  <c:v>51.647124511446115</c:v>
                </c:pt>
                <c:pt idx="280">
                  <c:v>48.97393233499723</c:v>
                </c:pt>
                <c:pt idx="281">
                  <c:v>50.027793218454697</c:v>
                </c:pt>
                <c:pt idx="282">
                  <c:v>50.719026548672566</c:v>
                </c:pt>
                <c:pt idx="283">
                  <c:v>50.11600928074246</c:v>
                </c:pt>
                <c:pt idx="284">
                  <c:v>49.628783552255854</c:v>
                </c:pt>
                <c:pt idx="285">
                  <c:v>51.673517322372284</c:v>
                </c:pt>
                <c:pt idx="286">
                  <c:v>43.64060676779463</c:v>
                </c:pt>
                <c:pt idx="287">
                  <c:v>45.783847980997628</c:v>
                </c:pt>
                <c:pt idx="288">
                  <c:v>42.830655129789861</c:v>
                </c:pt>
                <c:pt idx="289">
                  <c:v>48.322981366459629</c:v>
                </c:pt>
                <c:pt idx="290">
                  <c:v>43.774319066147861</c:v>
                </c:pt>
                <c:pt idx="291">
                  <c:v>48.38095238095238</c:v>
                </c:pt>
                <c:pt idx="292">
                  <c:v>45.689655172413794</c:v>
                </c:pt>
                <c:pt idx="293">
                  <c:v>47.866666666666667</c:v>
                </c:pt>
                <c:pt idx="294">
                  <c:v>46.577181208053695</c:v>
                </c:pt>
                <c:pt idx="295">
                  <c:v>48.801597869507326</c:v>
                </c:pt>
                <c:pt idx="296">
                  <c:v>45.348035837353549</c:v>
                </c:pt>
                <c:pt idx="297">
                  <c:v>44.336569579288025</c:v>
                </c:pt>
                <c:pt idx="298">
                  <c:v>45.647703906785466</c:v>
                </c:pt>
                <c:pt idx="299">
                  <c:v>46.524064171122994</c:v>
                </c:pt>
                <c:pt idx="300">
                  <c:v>43.570952698201197</c:v>
                </c:pt>
                <c:pt idx="301">
                  <c:v>45.088676671214188</c:v>
                </c:pt>
                <c:pt idx="302">
                  <c:v>43.30387491502379</c:v>
                </c:pt>
                <c:pt idx="303">
                  <c:v>45.248868778280546</c:v>
                </c:pt>
                <c:pt idx="304">
                  <c:v>40.757674722403657</c:v>
                </c:pt>
                <c:pt idx="305">
                  <c:v>46.068965517241381</c:v>
                </c:pt>
                <c:pt idx="306">
                  <c:v>42.797494780793322</c:v>
                </c:pt>
                <c:pt idx="307">
                  <c:v>47.137809187279153</c:v>
                </c:pt>
                <c:pt idx="308">
                  <c:v>44.616519174041294</c:v>
                </c:pt>
                <c:pt idx="309">
                  <c:v>48.430493273542602</c:v>
                </c:pt>
                <c:pt idx="310">
                  <c:v>46.098265895953752</c:v>
                </c:pt>
                <c:pt idx="311">
                  <c:v>51.738821859474804</c:v>
                </c:pt>
                <c:pt idx="312">
                  <c:v>49.961802902979372</c:v>
                </c:pt>
                <c:pt idx="313">
                  <c:v>55.677655677655679</c:v>
                </c:pt>
                <c:pt idx="314">
                  <c:v>52.290909090909089</c:v>
                </c:pt>
                <c:pt idx="315">
                  <c:v>53.879622915155913</c:v>
                </c:pt>
                <c:pt idx="316">
                  <c:v>49.822820694542877</c:v>
                </c:pt>
                <c:pt idx="317">
                  <c:v>54.718309859154935</c:v>
                </c:pt>
                <c:pt idx="318">
                  <c:v>54.420289855072468</c:v>
                </c:pt>
                <c:pt idx="319">
                  <c:v>57.07248416608023</c:v>
                </c:pt>
                <c:pt idx="320">
                  <c:v>54.135893648449041</c:v>
                </c:pt>
                <c:pt idx="321">
                  <c:v>55.155010814708007</c:v>
                </c:pt>
                <c:pt idx="322">
                  <c:v>53.39398180545836</c:v>
                </c:pt>
                <c:pt idx="323">
                  <c:v>56.506364922206508</c:v>
                </c:pt>
                <c:pt idx="324">
                  <c:v>57.415254237288138</c:v>
                </c:pt>
                <c:pt idx="325">
                  <c:v>60.832745236414965</c:v>
                </c:pt>
                <c:pt idx="326">
                  <c:v>60.492957746478872</c:v>
                </c:pt>
                <c:pt idx="327">
                  <c:v>59.753593429158116</c:v>
                </c:pt>
                <c:pt idx="328">
                  <c:v>64.839572192513373</c:v>
                </c:pt>
                <c:pt idx="329">
                  <c:v>70.084269662921344</c:v>
                </c:pt>
                <c:pt idx="330">
                  <c:v>71.399866041527133</c:v>
                </c:pt>
                <c:pt idx="331">
                  <c:v>69.855832241153337</c:v>
                </c:pt>
                <c:pt idx="332">
                  <c:v>71.530019367333765</c:v>
                </c:pt>
                <c:pt idx="333">
                  <c:v>73.554735547355477</c:v>
                </c:pt>
                <c:pt idx="334">
                  <c:v>74.9699157641396</c:v>
                </c:pt>
                <c:pt idx="335">
                  <c:v>74.685816876122075</c:v>
                </c:pt>
                <c:pt idx="336">
                  <c:v>76.006806579693702</c:v>
                </c:pt>
                <c:pt idx="337">
                  <c:v>78.005725190839698</c:v>
                </c:pt>
                <c:pt idx="338">
                  <c:v>80.065717415115003</c:v>
                </c:pt>
                <c:pt idx="339">
                  <c:v>82.385120350109403</c:v>
                </c:pt>
                <c:pt idx="340">
                  <c:v>82.262347318109391</c:v>
                </c:pt>
                <c:pt idx="341">
                  <c:v>80.428134556574932</c:v>
                </c:pt>
                <c:pt idx="342">
                  <c:v>82.193110140708399</c:v>
                </c:pt>
                <c:pt idx="343">
                  <c:v>82.209469153515073</c:v>
                </c:pt>
                <c:pt idx="344">
                  <c:v>82.518159806295401</c:v>
                </c:pt>
                <c:pt idx="345">
                  <c:v>84.034010392064246</c:v>
                </c:pt>
                <c:pt idx="346">
                  <c:v>85.614525139664806</c:v>
                </c:pt>
                <c:pt idx="347">
                  <c:v>84.49862005519779</c:v>
                </c:pt>
                <c:pt idx="348">
                  <c:v>83.056925145674583</c:v>
                </c:pt>
                <c:pt idx="349">
                  <c:v>83.495145631067956</c:v>
                </c:pt>
                <c:pt idx="350">
                  <c:v>82.681318681318686</c:v>
                </c:pt>
                <c:pt idx="351">
                  <c:v>83.408273381294961</c:v>
                </c:pt>
                <c:pt idx="352">
                  <c:v>85.563380281690144</c:v>
                </c:pt>
                <c:pt idx="353">
                  <c:v>86.445124617402712</c:v>
                </c:pt>
                <c:pt idx="354">
                  <c:v>87.102552619793997</c:v>
                </c:pt>
                <c:pt idx="355">
                  <c:v>85.026041666666657</c:v>
                </c:pt>
                <c:pt idx="356">
                  <c:v>85.139860139860133</c:v>
                </c:pt>
                <c:pt idx="357">
                  <c:v>84.963059539330715</c:v>
                </c:pt>
                <c:pt idx="358">
                  <c:v>88.791208791208788</c:v>
                </c:pt>
                <c:pt idx="359">
                  <c:v>85.259991405242801</c:v>
                </c:pt>
                <c:pt idx="360">
                  <c:v>86.958405545927207</c:v>
                </c:pt>
                <c:pt idx="361">
                  <c:v>88.648180242634311</c:v>
                </c:pt>
                <c:pt idx="362">
                  <c:v>89.425587467362917</c:v>
                </c:pt>
                <c:pt idx="363">
                  <c:v>86.128182616330122</c:v>
                </c:pt>
                <c:pt idx="364">
                  <c:v>88.888888888888886</c:v>
                </c:pt>
                <c:pt idx="365">
                  <c:v>88.172502134927413</c:v>
                </c:pt>
                <c:pt idx="366">
                  <c:v>87.947189097103916</c:v>
                </c:pt>
                <c:pt idx="367">
                  <c:v>88.628620102214654</c:v>
                </c:pt>
                <c:pt idx="368">
                  <c:v>89.81559094719195</c:v>
                </c:pt>
                <c:pt idx="369">
                  <c:v>89.598308668076115</c:v>
                </c:pt>
                <c:pt idx="370">
                  <c:v>90.070921985815602</c:v>
                </c:pt>
                <c:pt idx="371">
                  <c:v>90.355960264900659</c:v>
                </c:pt>
                <c:pt idx="372">
                  <c:v>90.059982862039419</c:v>
                </c:pt>
                <c:pt idx="373">
                  <c:v>91.471571906354512</c:v>
                </c:pt>
                <c:pt idx="374">
                  <c:v>90.928181436371275</c:v>
                </c:pt>
                <c:pt idx="375">
                  <c:v>90.588723051409616</c:v>
                </c:pt>
                <c:pt idx="376">
                  <c:v>90.527627752388867</c:v>
                </c:pt>
                <c:pt idx="377">
                  <c:v>90.736245954692549</c:v>
                </c:pt>
                <c:pt idx="378">
                  <c:v>88.844936708860757</c:v>
                </c:pt>
                <c:pt idx="379">
                  <c:v>89.067524115755631</c:v>
                </c:pt>
                <c:pt idx="380">
                  <c:v>90.079681274900409</c:v>
                </c:pt>
                <c:pt idx="381">
                  <c:v>90.481786133960057</c:v>
                </c:pt>
                <c:pt idx="382">
                  <c:v>90.28103044496487</c:v>
                </c:pt>
                <c:pt idx="383">
                  <c:v>90.951456310679617</c:v>
                </c:pt>
                <c:pt idx="384">
                  <c:v>91.634835752482815</c:v>
                </c:pt>
                <c:pt idx="385">
                  <c:v>90.663208595776211</c:v>
                </c:pt>
                <c:pt idx="386">
                  <c:v>92.73144605967866</c:v>
                </c:pt>
                <c:pt idx="387">
                  <c:v>92.682926829268297</c:v>
                </c:pt>
                <c:pt idx="388">
                  <c:v>93.092105263157904</c:v>
                </c:pt>
                <c:pt idx="389">
                  <c:v>94.247467438494937</c:v>
                </c:pt>
                <c:pt idx="390">
                  <c:v>93.474230626622173</c:v>
                </c:pt>
                <c:pt idx="391">
                  <c:v>93.49302824454773</c:v>
                </c:pt>
                <c:pt idx="392">
                  <c:v>94.365192582025685</c:v>
                </c:pt>
                <c:pt idx="393">
                  <c:v>91.714697406340065</c:v>
                </c:pt>
                <c:pt idx="394">
                  <c:v>93.230659025787972</c:v>
                </c:pt>
                <c:pt idx="395">
                  <c:v>91.04905119942714</c:v>
                </c:pt>
                <c:pt idx="396">
                  <c:v>93.338033133591821</c:v>
                </c:pt>
                <c:pt idx="397">
                  <c:v>92.874607055536146</c:v>
                </c:pt>
                <c:pt idx="398">
                  <c:v>94.498948843728101</c:v>
                </c:pt>
                <c:pt idx="399">
                  <c:v>96.984746363958848</c:v>
                </c:pt>
                <c:pt idx="400">
                  <c:v>96.777620396600554</c:v>
                </c:pt>
                <c:pt idx="401">
                  <c:v>96.515679442508713</c:v>
                </c:pt>
                <c:pt idx="402">
                  <c:v>96.763202725724014</c:v>
                </c:pt>
                <c:pt idx="403">
                  <c:v>96.697310180456256</c:v>
                </c:pt>
                <c:pt idx="404">
                  <c:v>96.128811236724914</c:v>
                </c:pt>
                <c:pt idx="405">
                  <c:v>96.257062146892665</c:v>
                </c:pt>
                <c:pt idx="406">
                  <c:v>95.481821390751847</c:v>
                </c:pt>
                <c:pt idx="407">
                  <c:v>95.890410958904098</c:v>
                </c:pt>
                <c:pt idx="408">
                  <c:v>96.044588277597981</c:v>
                </c:pt>
                <c:pt idx="409">
                  <c:v>96.053584359160027</c:v>
                </c:pt>
                <c:pt idx="410">
                  <c:v>95.77312138728324</c:v>
                </c:pt>
                <c:pt idx="411">
                  <c:v>95.14038876889849</c:v>
                </c:pt>
                <c:pt idx="412">
                  <c:v>94.692532942898978</c:v>
                </c:pt>
                <c:pt idx="413">
                  <c:v>94.532110091743121</c:v>
                </c:pt>
                <c:pt idx="414">
                  <c:v>94.184762605815237</c:v>
                </c:pt>
                <c:pt idx="415">
                  <c:v>93.478260869565219</c:v>
                </c:pt>
                <c:pt idx="416">
                  <c:v>92.712246431254698</c:v>
                </c:pt>
                <c:pt idx="417">
                  <c:v>92.846270928462701</c:v>
                </c:pt>
                <c:pt idx="418">
                  <c:v>93.224210125618583</c:v>
                </c:pt>
                <c:pt idx="419">
                  <c:v>92.710352849941842</c:v>
                </c:pt>
                <c:pt idx="420">
                  <c:v>92.042755344418055</c:v>
                </c:pt>
                <c:pt idx="421">
                  <c:v>91.80194805194806</c:v>
                </c:pt>
                <c:pt idx="422">
                  <c:v>91.361146228402873</c:v>
                </c:pt>
                <c:pt idx="423">
                  <c:v>91.045415595544128</c:v>
                </c:pt>
                <c:pt idx="424">
                  <c:v>90.260026443367124</c:v>
                </c:pt>
                <c:pt idx="425">
                  <c:v>90.338164251207729</c:v>
                </c:pt>
                <c:pt idx="426">
                  <c:v>88.965517241379317</c:v>
                </c:pt>
                <c:pt idx="427">
                  <c:v>87.297811607992386</c:v>
                </c:pt>
                <c:pt idx="428">
                  <c:v>85.361124575860387</c:v>
                </c:pt>
                <c:pt idx="429">
                  <c:v>86.173320350535548</c:v>
                </c:pt>
                <c:pt idx="430">
                  <c:v>86.25954198473282</c:v>
                </c:pt>
                <c:pt idx="431">
                  <c:v>84.727272727272734</c:v>
                </c:pt>
                <c:pt idx="432">
                  <c:v>84.179894179894177</c:v>
                </c:pt>
                <c:pt idx="433">
                  <c:v>84.048404840484054</c:v>
                </c:pt>
                <c:pt idx="434">
                  <c:v>83.55263157894737</c:v>
                </c:pt>
                <c:pt idx="435">
                  <c:v>82.54349130173965</c:v>
                </c:pt>
                <c:pt idx="436">
                  <c:v>82.007343941248465</c:v>
                </c:pt>
                <c:pt idx="437">
                  <c:v>81.68839230291745</c:v>
                </c:pt>
                <c:pt idx="438">
                  <c:v>82.6</c:v>
                </c:pt>
                <c:pt idx="439">
                  <c:v>83.692722371967648</c:v>
                </c:pt>
                <c:pt idx="440">
                  <c:v>83.333333333333343</c:v>
                </c:pt>
                <c:pt idx="441">
                  <c:v>81.876790830945552</c:v>
                </c:pt>
                <c:pt idx="442">
                  <c:v>80.181437543614791</c:v>
                </c:pt>
                <c:pt idx="443">
                  <c:v>80.33022254127782</c:v>
                </c:pt>
                <c:pt idx="444">
                  <c:v>77.858176555716355</c:v>
                </c:pt>
                <c:pt idx="445">
                  <c:v>75.715390564578499</c:v>
                </c:pt>
                <c:pt idx="446">
                  <c:v>73.799494524010115</c:v>
                </c:pt>
                <c:pt idx="447">
                  <c:v>70.885028949545088</c:v>
                </c:pt>
                <c:pt idx="448">
                  <c:v>71.097770154373933</c:v>
                </c:pt>
                <c:pt idx="449">
                  <c:v>69.165964616680711</c:v>
                </c:pt>
                <c:pt idx="450">
                  <c:v>69.397363465160083</c:v>
                </c:pt>
                <c:pt idx="451">
                  <c:v>70.198105081826014</c:v>
                </c:pt>
                <c:pt idx="452">
                  <c:v>71.0896309314587</c:v>
                </c:pt>
                <c:pt idx="453">
                  <c:v>66.100178890876577</c:v>
                </c:pt>
                <c:pt idx="454">
                  <c:v>64.711111111111109</c:v>
                </c:pt>
                <c:pt idx="455">
                  <c:v>62.993572084481173</c:v>
                </c:pt>
                <c:pt idx="456">
                  <c:v>62.639405204460964</c:v>
                </c:pt>
                <c:pt idx="457">
                  <c:v>68.085106382978722</c:v>
                </c:pt>
                <c:pt idx="458">
                  <c:v>64.503441494591939</c:v>
                </c:pt>
                <c:pt idx="459">
                  <c:v>59.077526987242393</c:v>
                </c:pt>
                <c:pt idx="460">
                  <c:v>63.482587064676622</c:v>
                </c:pt>
                <c:pt idx="461">
                  <c:v>61.656441717791409</c:v>
                </c:pt>
                <c:pt idx="462">
                  <c:v>63.617245005257629</c:v>
                </c:pt>
                <c:pt idx="463">
                  <c:v>61.721991701244818</c:v>
                </c:pt>
                <c:pt idx="464">
                  <c:v>60.956618464961068</c:v>
                </c:pt>
                <c:pt idx="465">
                  <c:v>63.16894018887723</c:v>
                </c:pt>
                <c:pt idx="466">
                  <c:v>62.012987012987011</c:v>
                </c:pt>
                <c:pt idx="467">
                  <c:v>57.341907824222936</c:v>
                </c:pt>
                <c:pt idx="468">
                  <c:v>56.69291338582677</c:v>
                </c:pt>
                <c:pt idx="469">
                  <c:v>59.437280187573272</c:v>
                </c:pt>
                <c:pt idx="470">
                  <c:v>60.931899641577061</c:v>
                </c:pt>
                <c:pt idx="471">
                  <c:v>60</c:v>
                </c:pt>
                <c:pt idx="472">
                  <c:v>57.245508982035929</c:v>
                </c:pt>
                <c:pt idx="473">
                  <c:v>59.95085995085995</c:v>
                </c:pt>
                <c:pt idx="474">
                  <c:v>57.816377171215883</c:v>
                </c:pt>
                <c:pt idx="475">
                  <c:v>59.20889987639061</c:v>
                </c:pt>
                <c:pt idx="476">
                  <c:v>58.130601792573621</c:v>
                </c:pt>
                <c:pt idx="477">
                  <c:v>58.960328317373452</c:v>
                </c:pt>
                <c:pt idx="478">
                  <c:v>58.807212205270453</c:v>
                </c:pt>
                <c:pt idx="479">
                  <c:v>63.802816901408455</c:v>
                </c:pt>
                <c:pt idx="480">
                  <c:v>60.828877005347593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2-E07F-4AA3-8DAD-F947DA63256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447593568"/>
        <c:axId val="447601471"/>
      </c:scatterChart>
      <c:valAx>
        <c:axId val="447593567"/>
        <c:scaling>
          <c:orientation val="minMax"/>
          <c:max val="44454"/>
          <c:min val="43962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33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s-CO"/>
                  <a:t>Fecha</a:t>
                </a:r>
              </a:p>
            </c:rich>
          </c:tx>
          <c:layout>
            <c:manualLayout>
              <c:xMode val="edge"/>
              <c:yMode val="edge"/>
              <c:x val="0.45606276969616089"/>
              <c:y val="0.88684224102476816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33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s-CO"/>
            </a:p>
          </c:txPr>
        </c:title>
        <c:numFmt formatCode="m/d/yyyy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5400000" spcFirstLastPara="1" vertOverflow="ellipsis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s-CO"/>
          </a:p>
        </c:txPr>
        <c:crossAx val="447593983"/>
        <c:crosses val="autoZero"/>
        <c:crossBetween val="midCat"/>
        <c:majorUnit val="15"/>
      </c:valAx>
      <c:valAx>
        <c:axId val="447593983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33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s-CO"/>
                  <a:t>número de camas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33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s-CO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s-CO"/>
          </a:p>
        </c:txPr>
        <c:crossAx val="447593567"/>
        <c:crosses val="autoZero"/>
        <c:crossBetween val="midCat"/>
        <c:majorUnit val="100"/>
      </c:valAx>
      <c:valAx>
        <c:axId val="447601471"/>
        <c:scaling>
          <c:orientation val="minMax"/>
          <c:max val="100"/>
        </c:scaling>
        <c:delete val="0"/>
        <c:axPos val="r"/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33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s-CO"/>
                  <a:t>Porcentaje de ocupación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33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s-CO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s-CO"/>
          </a:p>
        </c:txPr>
        <c:crossAx val="447593568"/>
        <c:crosses val="max"/>
        <c:crossBetween val="midCat"/>
        <c:majorUnit val="5"/>
      </c:valAx>
      <c:valAx>
        <c:axId val="447593568"/>
        <c:scaling>
          <c:orientation val="minMax"/>
        </c:scaling>
        <c:delete val="1"/>
        <c:axPos val="b"/>
        <c:numFmt formatCode="m/d/yyyy" sourceLinked="1"/>
        <c:majorTickMark val="none"/>
        <c:minorTickMark val="none"/>
        <c:tickLblPos val="nextTo"/>
        <c:crossAx val="447601471"/>
        <c:crosses val="autoZero"/>
        <c:crossBetween val="midCat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s-CO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s-CO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s-CO"/>
              <a:t>UCI Covid – 19 en Bogotá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s-CO"/>
        </a:p>
      </c:txPr>
    </c:title>
    <c:autoTitleDeleted val="0"/>
    <c:plotArea>
      <c:layout>
        <c:manualLayout>
          <c:layoutTarget val="inner"/>
          <c:xMode val="edge"/>
          <c:yMode val="edge"/>
          <c:x val="0.10071427415487637"/>
          <c:y val="9.3471094741785346E-2"/>
          <c:w val="0.79132139015160241"/>
          <c:h val="0.63354452614379086"/>
        </c:manualLayout>
      </c:layout>
      <c:scatterChart>
        <c:scatterStyle val="smoothMarker"/>
        <c:varyColors val="0"/>
        <c:ser>
          <c:idx val="0"/>
          <c:order val="0"/>
          <c:tx>
            <c:strRef>
              <c:f>ICU!$B$1</c:f>
              <c:strCache>
                <c:ptCount val="1"/>
                <c:pt idx="0">
                  <c:v>UCI_obs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xVal>
            <c:numRef>
              <c:f>ICU!$A$2:$A$518</c:f>
              <c:numCache>
                <c:formatCode>m/d/yyyy</c:formatCode>
                <c:ptCount val="517"/>
                <c:pt idx="0">
                  <c:v>43929</c:v>
                </c:pt>
                <c:pt idx="1">
                  <c:v>43930</c:v>
                </c:pt>
                <c:pt idx="2">
                  <c:v>43931</c:v>
                </c:pt>
                <c:pt idx="3">
                  <c:v>43932</c:v>
                </c:pt>
                <c:pt idx="4">
                  <c:v>43933</c:v>
                </c:pt>
                <c:pt idx="5">
                  <c:v>43934</c:v>
                </c:pt>
                <c:pt idx="6">
                  <c:v>43935</c:v>
                </c:pt>
                <c:pt idx="7">
                  <c:v>43936</c:v>
                </c:pt>
                <c:pt idx="8">
                  <c:v>43937</c:v>
                </c:pt>
                <c:pt idx="9">
                  <c:v>43938</c:v>
                </c:pt>
                <c:pt idx="10">
                  <c:v>43939</c:v>
                </c:pt>
                <c:pt idx="11">
                  <c:v>43940</c:v>
                </c:pt>
                <c:pt idx="12">
                  <c:v>43941</c:v>
                </c:pt>
                <c:pt idx="13">
                  <c:v>43942</c:v>
                </c:pt>
                <c:pt idx="14">
                  <c:v>43943</c:v>
                </c:pt>
                <c:pt idx="15">
                  <c:v>43944</c:v>
                </c:pt>
                <c:pt idx="16">
                  <c:v>43945</c:v>
                </c:pt>
                <c:pt idx="17">
                  <c:v>43946</c:v>
                </c:pt>
                <c:pt idx="18">
                  <c:v>43947</c:v>
                </c:pt>
                <c:pt idx="19">
                  <c:v>43948</c:v>
                </c:pt>
                <c:pt idx="20">
                  <c:v>43949</c:v>
                </c:pt>
                <c:pt idx="21">
                  <c:v>43950</c:v>
                </c:pt>
                <c:pt idx="22">
                  <c:v>43951</c:v>
                </c:pt>
                <c:pt idx="23">
                  <c:v>43952</c:v>
                </c:pt>
                <c:pt idx="24">
                  <c:v>43953</c:v>
                </c:pt>
                <c:pt idx="25">
                  <c:v>43954</c:v>
                </c:pt>
                <c:pt idx="26">
                  <c:v>43955</c:v>
                </c:pt>
                <c:pt idx="27">
                  <c:v>43956</c:v>
                </c:pt>
                <c:pt idx="28">
                  <c:v>43957</c:v>
                </c:pt>
                <c:pt idx="29">
                  <c:v>43958</c:v>
                </c:pt>
                <c:pt idx="30">
                  <c:v>43959</c:v>
                </c:pt>
                <c:pt idx="31">
                  <c:v>43960</c:v>
                </c:pt>
                <c:pt idx="32">
                  <c:v>43961</c:v>
                </c:pt>
                <c:pt idx="33">
                  <c:v>43962</c:v>
                </c:pt>
                <c:pt idx="34">
                  <c:v>43963</c:v>
                </c:pt>
                <c:pt idx="35">
                  <c:v>43964</c:v>
                </c:pt>
                <c:pt idx="36">
                  <c:v>43965</c:v>
                </c:pt>
                <c:pt idx="37">
                  <c:v>43966</c:v>
                </c:pt>
                <c:pt idx="38">
                  <c:v>43967</c:v>
                </c:pt>
                <c:pt idx="39">
                  <c:v>43968</c:v>
                </c:pt>
                <c:pt idx="40">
                  <c:v>43969</c:v>
                </c:pt>
                <c:pt idx="41">
                  <c:v>43970</c:v>
                </c:pt>
                <c:pt idx="42">
                  <c:v>43971</c:v>
                </c:pt>
                <c:pt idx="43">
                  <c:v>43972</c:v>
                </c:pt>
                <c:pt idx="44">
                  <c:v>43973</c:v>
                </c:pt>
                <c:pt idx="45">
                  <c:v>43974</c:v>
                </c:pt>
                <c:pt idx="46">
                  <c:v>43975</c:v>
                </c:pt>
                <c:pt idx="47">
                  <c:v>43976</c:v>
                </c:pt>
                <c:pt idx="48">
                  <c:v>43977</c:v>
                </c:pt>
                <c:pt idx="49">
                  <c:v>43978</c:v>
                </c:pt>
                <c:pt idx="50">
                  <c:v>43979</c:v>
                </c:pt>
                <c:pt idx="51">
                  <c:v>43980</c:v>
                </c:pt>
                <c:pt idx="52">
                  <c:v>43981</c:v>
                </c:pt>
                <c:pt idx="53">
                  <c:v>43982</c:v>
                </c:pt>
                <c:pt idx="54">
                  <c:v>43983</c:v>
                </c:pt>
                <c:pt idx="55">
                  <c:v>43984</c:v>
                </c:pt>
                <c:pt idx="56">
                  <c:v>43985</c:v>
                </c:pt>
                <c:pt idx="57">
                  <c:v>43986</c:v>
                </c:pt>
                <c:pt idx="58">
                  <c:v>43987</c:v>
                </c:pt>
                <c:pt idx="59">
                  <c:v>43988</c:v>
                </c:pt>
                <c:pt idx="60">
                  <c:v>43989</c:v>
                </c:pt>
                <c:pt idx="61">
                  <c:v>43991</c:v>
                </c:pt>
                <c:pt idx="62">
                  <c:v>43992</c:v>
                </c:pt>
                <c:pt idx="63">
                  <c:v>43993</c:v>
                </c:pt>
                <c:pt idx="64">
                  <c:v>43994</c:v>
                </c:pt>
                <c:pt idx="65">
                  <c:v>43995</c:v>
                </c:pt>
                <c:pt idx="66">
                  <c:v>43996</c:v>
                </c:pt>
                <c:pt idx="67">
                  <c:v>43997</c:v>
                </c:pt>
                <c:pt idx="68">
                  <c:v>43998</c:v>
                </c:pt>
                <c:pt idx="69">
                  <c:v>43999</c:v>
                </c:pt>
                <c:pt idx="70">
                  <c:v>44000</c:v>
                </c:pt>
                <c:pt idx="71">
                  <c:v>44001</c:v>
                </c:pt>
                <c:pt idx="72">
                  <c:v>44002</c:v>
                </c:pt>
                <c:pt idx="73">
                  <c:v>44003</c:v>
                </c:pt>
                <c:pt idx="74">
                  <c:v>44004</c:v>
                </c:pt>
                <c:pt idx="75">
                  <c:v>44005</c:v>
                </c:pt>
                <c:pt idx="76">
                  <c:v>44006</c:v>
                </c:pt>
                <c:pt idx="77">
                  <c:v>44007</c:v>
                </c:pt>
                <c:pt idx="78">
                  <c:v>44008</c:v>
                </c:pt>
                <c:pt idx="79">
                  <c:v>44009</c:v>
                </c:pt>
                <c:pt idx="80">
                  <c:v>44010</c:v>
                </c:pt>
                <c:pt idx="81">
                  <c:v>44011</c:v>
                </c:pt>
                <c:pt idx="82">
                  <c:v>44012</c:v>
                </c:pt>
                <c:pt idx="83">
                  <c:v>44013</c:v>
                </c:pt>
                <c:pt idx="84">
                  <c:v>44014</c:v>
                </c:pt>
                <c:pt idx="85">
                  <c:v>44015</c:v>
                </c:pt>
                <c:pt idx="86">
                  <c:v>44016</c:v>
                </c:pt>
                <c:pt idx="87">
                  <c:v>44017</c:v>
                </c:pt>
                <c:pt idx="88">
                  <c:v>44018</c:v>
                </c:pt>
                <c:pt idx="89">
                  <c:v>44019</c:v>
                </c:pt>
                <c:pt idx="90">
                  <c:v>44020</c:v>
                </c:pt>
                <c:pt idx="91">
                  <c:v>44021</c:v>
                </c:pt>
                <c:pt idx="92">
                  <c:v>44022</c:v>
                </c:pt>
                <c:pt idx="93">
                  <c:v>44023</c:v>
                </c:pt>
                <c:pt idx="94">
                  <c:v>44024</c:v>
                </c:pt>
                <c:pt idx="95">
                  <c:v>44025</c:v>
                </c:pt>
                <c:pt idx="96">
                  <c:v>44026</c:v>
                </c:pt>
                <c:pt idx="97">
                  <c:v>44027</c:v>
                </c:pt>
                <c:pt idx="98">
                  <c:v>44028</c:v>
                </c:pt>
                <c:pt idx="99">
                  <c:v>44029</c:v>
                </c:pt>
                <c:pt idx="100">
                  <c:v>44030</c:v>
                </c:pt>
                <c:pt idx="101">
                  <c:v>44031</c:v>
                </c:pt>
                <c:pt idx="102">
                  <c:v>44032</c:v>
                </c:pt>
                <c:pt idx="103">
                  <c:v>44033</c:v>
                </c:pt>
                <c:pt idx="104">
                  <c:v>44034</c:v>
                </c:pt>
                <c:pt idx="105">
                  <c:v>44035</c:v>
                </c:pt>
                <c:pt idx="106">
                  <c:v>44036</c:v>
                </c:pt>
                <c:pt idx="107">
                  <c:v>44037</c:v>
                </c:pt>
                <c:pt idx="108">
                  <c:v>44038</c:v>
                </c:pt>
                <c:pt idx="109">
                  <c:v>44039</c:v>
                </c:pt>
                <c:pt idx="110">
                  <c:v>44040</c:v>
                </c:pt>
                <c:pt idx="111">
                  <c:v>44041</c:v>
                </c:pt>
                <c:pt idx="112">
                  <c:v>44042</c:v>
                </c:pt>
                <c:pt idx="113">
                  <c:v>44043</c:v>
                </c:pt>
                <c:pt idx="114">
                  <c:v>44044</c:v>
                </c:pt>
                <c:pt idx="115">
                  <c:v>44045</c:v>
                </c:pt>
                <c:pt idx="116">
                  <c:v>44046</c:v>
                </c:pt>
                <c:pt idx="117">
                  <c:v>44047</c:v>
                </c:pt>
                <c:pt idx="118">
                  <c:v>44048</c:v>
                </c:pt>
                <c:pt idx="119">
                  <c:v>44049</c:v>
                </c:pt>
                <c:pt idx="120">
                  <c:v>44050</c:v>
                </c:pt>
                <c:pt idx="121">
                  <c:v>44051</c:v>
                </c:pt>
                <c:pt idx="122">
                  <c:v>44052</c:v>
                </c:pt>
                <c:pt idx="123">
                  <c:v>44053</c:v>
                </c:pt>
                <c:pt idx="124">
                  <c:v>44054</c:v>
                </c:pt>
                <c:pt idx="125">
                  <c:v>44055</c:v>
                </c:pt>
                <c:pt idx="126">
                  <c:v>44056</c:v>
                </c:pt>
                <c:pt idx="127">
                  <c:v>44057</c:v>
                </c:pt>
                <c:pt idx="128">
                  <c:v>44058</c:v>
                </c:pt>
                <c:pt idx="129">
                  <c:v>44059</c:v>
                </c:pt>
                <c:pt idx="130">
                  <c:v>44060</c:v>
                </c:pt>
                <c:pt idx="131">
                  <c:v>44061</c:v>
                </c:pt>
                <c:pt idx="132">
                  <c:v>44062</c:v>
                </c:pt>
                <c:pt idx="133">
                  <c:v>44063</c:v>
                </c:pt>
                <c:pt idx="134">
                  <c:v>44064</c:v>
                </c:pt>
                <c:pt idx="135">
                  <c:v>44065</c:v>
                </c:pt>
                <c:pt idx="136">
                  <c:v>44066</c:v>
                </c:pt>
                <c:pt idx="137">
                  <c:v>44067</c:v>
                </c:pt>
                <c:pt idx="138">
                  <c:v>44068</c:v>
                </c:pt>
                <c:pt idx="139">
                  <c:v>44069</c:v>
                </c:pt>
                <c:pt idx="140">
                  <c:v>44070</c:v>
                </c:pt>
                <c:pt idx="141">
                  <c:v>44071</c:v>
                </c:pt>
                <c:pt idx="142">
                  <c:v>44072</c:v>
                </c:pt>
                <c:pt idx="143">
                  <c:v>44073</c:v>
                </c:pt>
                <c:pt idx="144">
                  <c:v>44074</c:v>
                </c:pt>
                <c:pt idx="145">
                  <c:v>44075</c:v>
                </c:pt>
                <c:pt idx="146">
                  <c:v>44076</c:v>
                </c:pt>
                <c:pt idx="147">
                  <c:v>44077</c:v>
                </c:pt>
                <c:pt idx="148">
                  <c:v>44078</c:v>
                </c:pt>
                <c:pt idx="149">
                  <c:v>44079</c:v>
                </c:pt>
                <c:pt idx="150">
                  <c:v>44080</c:v>
                </c:pt>
                <c:pt idx="151">
                  <c:v>44081</c:v>
                </c:pt>
                <c:pt idx="152">
                  <c:v>44082</c:v>
                </c:pt>
                <c:pt idx="153">
                  <c:v>44083</c:v>
                </c:pt>
                <c:pt idx="154">
                  <c:v>44084</c:v>
                </c:pt>
                <c:pt idx="155">
                  <c:v>44085</c:v>
                </c:pt>
                <c:pt idx="156">
                  <c:v>44086</c:v>
                </c:pt>
                <c:pt idx="157">
                  <c:v>44087</c:v>
                </c:pt>
                <c:pt idx="158">
                  <c:v>44088</c:v>
                </c:pt>
                <c:pt idx="159">
                  <c:v>44089</c:v>
                </c:pt>
                <c:pt idx="160">
                  <c:v>44090</c:v>
                </c:pt>
                <c:pt idx="161">
                  <c:v>44091</c:v>
                </c:pt>
                <c:pt idx="162">
                  <c:v>44092</c:v>
                </c:pt>
                <c:pt idx="163">
                  <c:v>44093</c:v>
                </c:pt>
                <c:pt idx="164">
                  <c:v>44094</c:v>
                </c:pt>
                <c:pt idx="165">
                  <c:v>44095</c:v>
                </c:pt>
                <c:pt idx="166">
                  <c:v>44096</c:v>
                </c:pt>
                <c:pt idx="167">
                  <c:v>44097</c:v>
                </c:pt>
                <c:pt idx="168">
                  <c:v>44098</c:v>
                </c:pt>
                <c:pt idx="169">
                  <c:v>44099</c:v>
                </c:pt>
                <c:pt idx="170">
                  <c:v>44100</c:v>
                </c:pt>
                <c:pt idx="171">
                  <c:v>44101</c:v>
                </c:pt>
                <c:pt idx="172">
                  <c:v>44102</c:v>
                </c:pt>
                <c:pt idx="173">
                  <c:v>44103</c:v>
                </c:pt>
                <c:pt idx="174">
                  <c:v>44104</c:v>
                </c:pt>
                <c:pt idx="175">
                  <c:v>44105</c:v>
                </c:pt>
                <c:pt idx="176">
                  <c:v>44106</c:v>
                </c:pt>
                <c:pt idx="177">
                  <c:v>44107</c:v>
                </c:pt>
                <c:pt idx="178">
                  <c:v>44108</c:v>
                </c:pt>
                <c:pt idx="179">
                  <c:v>44109</c:v>
                </c:pt>
                <c:pt idx="180">
                  <c:v>44110</c:v>
                </c:pt>
                <c:pt idx="181">
                  <c:v>44111</c:v>
                </c:pt>
                <c:pt idx="182">
                  <c:v>44112</c:v>
                </c:pt>
                <c:pt idx="183">
                  <c:v>44113</c:v>
                </c:pt>
                <c:pt idx="184">
                  <c:v>44114</c:v>
                </c:pt>
                <c:pt idx="185">
                  <c:v>44115</c:v>
                </c:pt>
                <c:pt idx="186">
                  <c:v>44116</c:v>
                </c:pt>
                <c:pt idx="187">
                  <c:v>44117</c:v>
                </c:pt>
                <c:pt idx="188">
                  <c:v>44118</c:v>
                </c:pt>
                <c:pt idx="189">
                  <c:v>44119</c:v>
                </c:pt>
                <c:pt idx="190">
                  <c:v>44120</c:v>
                </c:pt>
                <c:pt idx="191">
                  <c:v>44121</c:v>
                </c:pt>
                <c:pt idx="192">
                  <c:v>44122</c:v>
                </c:pt>
                <c:pt idx="193">
                  <c:v>44123</c:v>
                </c:pt>
                <c:pt idx="194">
                  <c:v>44124</c:v>
                </c:pt>
                <c:pt idx="195">
                  <c:v>44125</c:v>
                </c:pt>
                <c:pt idx="196">
                  <c:v>44126</c:v>
                </c:pt>
                <c:pt idx="197">
                  <c:v>44127</c:v>
                </c:pt>
                <c:pt idx="198">
                  <c:v>44128</c:v>
                </c:pt>
                <c:pt idx="199">
                  <c:v>44129</c:v>
                </c:pt>
                <c:pt idx="200">
                  <c:v>44130</c:v>
                </c:pt>
                <c:pt idx="201">
                  <c:v>44131</c:v>
                </c:pt>
                <c:pt idx="202">
                  <c:v>44132</c:v>
                </c:pt>
                <c:pt idx="203">
                  <c:v>44133</c:v>
                </c:pt>
                <c:pt idx="204">
                  <c:v>44134</c:v>
                </c:pt>
                <c:pt idx="205">
                  <c:v>44135</c:v>
                </c:pt>
                <c:pt idx="206">
                  <c:v>44136</c:v>
                </c:pt>
                <c:pt idx="207">
                  <c:v>44137</c:v>
                </c:pt>
                <c:pt idx="208">
                  <c:v>44138</c:v>
                </c:pt>
                <c:pt idx="209">
                  <c:v>44139</c:v>
                </c:pt>
                <c:pt idx="210">
                  <c:v>44140</c:v>
                </c:pt>
                <c:pt idx="211">
                  <c:v>44141</c:v>
                </c:pt>
                <c:pt idx="212">
                  <c:v>44142</c:v>
                </c:pt>
                <c:pt idx="213">
                  <c:v>44143</c:v>
                </c:pt>
                <c:pt idx="214">
                  <c:v>44144</c:v>
                </c:pt>
                <c:pt idx="215">
                  <c:v>44145</c:v>
                </c:pt>
                <c:pt idx="216">
                  <c:v>44146</c:v>
                </c:pt>
                <c:pt idx="217">
                  <c:v>44147</c:v>
                </c:pt>
                <c:pt idx="218">
                  <c:v>44148</c:v>
                </c:pt>
                <c:pt idx="219">
                  <c:v>44149</c:v>
                </c:pt>
                <c:pt idx="220">
                  <c:v>44150</c:v>
                </c:pt>
                <c:pt idx="221">
                  <c:v>44151</c:v>
                </c:pt>
                <c:pt idx="222">
                  <c:v>44152</c:v>
                </c:pt>
                <c:pt idx="223">
                  <c:v>44153</c:v>
                </c:pt>
                <c:pt idx="224">
                  <c:v>44154</c:v>
                </c:pt>
                <c:pt idx="225">
                  <c:v>44155</c:v>
                </c:pt>
                <c:pt idx="226">
                  <c:v>44156</c:v>
                </c:pt>
                <c:pt idx="227">
                  <c:v>44157</c:v>
                </c:pt>
                <c:pt idx="228">
                  <c:v>44158</c:v>
                </c:pt>
                <c:pt idx="229">
                  <c:v>44159</c:v>
                </c:pt>
                <c:pt idx="230">
                  <c:v>44160</c:v>
                </c:pt>
                <c:pt idx="231">
                  <c:v>44161</c:v>
                </c:pt>
                <c:pt idx="232">
                  <c:v>44162</c:v>
                </c:pt>
                <c:pt idx="233">
                  <c:v>44163</c:v>
                </c:pt>
                <c:pt idx="234">
                  <c:v>44164</c:v>
                </c:pt>
                <c:pt idx="235">
                  <c:v>44165</c:v>
                </c:pt>
                <c:pt idx="236">
                  <c:v>44166</c:v>
                </c:pt>
                <c:pt idx="237">
                  <c:v>44167</c:v>
                </c:pt>
                <c:pt idx="238">
                  <c:v>44168</c:v>
                </c:pt>
                <c:pt idx="239">
                  <c:v>44169</c:v>
                </c:pt>
                <c:pt idx="240">
                  <c:v>44170</c:v>
                </c:pt>
                <c:pt idx="241">
                  <c:v>44171</c:v>
                </c:pt>
                <c:pt idx="242">
                  <c:v>44172</c:v>
                </c:pt>
                <c:pt idx="243">
                  <c:v>44173</c:v>
                </c:pt>
                <c:pt idx="244">
                  <c:v>44174</c:v>
                </c:pt>
                <c:pt idx="245">
                  <c:v>44175</c:v>
                </c:pt>
                <c:pt idx="246">
                  <c:v>44176</c:v>
                </c:pt>
                <c:pt idx="247">
                  <c:v>44177</c:v>
                </c:pt>
                <c:pt idx="248">
                  <c:v>44178</c:v>
                </c:pt>
                <c:pt idx="249">
                  <c:v>44179</c:v>
                </c:pt>
                <c:pt idx="250">
                  <c:v>44180</c:v>
                </c:pt>
                <c:pt idx="251">
                  <c:v>44181</c:v>
                </c:pt>
                <c:pt idx="252">
                  <c:v>44182</c:v>
                </c:pt>
                <c:pt idx="253">
                  <c:v>44183</c:v>
                </c:pt>
                <c:pt idx="254">
                  <c:v>44184</c:v>
                </c:pt>
                <c:pt idx="255">
                  <c:v>44185</c:v>
                </c:pt>
                <c:pt idx="256">
                  <c:v>44186</c:v>
                </c:pt>
                <c:pt idx="257">
                  <c:v>44187</c:v>
                </c:pt>
                <c:pt idx="258">
                  <c:v>44188</c:v>
                </c:pt>
                <c:pt idx="259">
                  <c:v>44189</c:v>
                </c:pt>
                <c:pt idx="260">
                  <c:v>44190</c:v>
                </c:pt>
                <c:pt idx="261">
                  <c:v>44191</c:v>
                </c:pt>
                <c:pt idx="262">
                  <c:v>44192</c:v>
                </c:pt>
                <c:pt idx="263">
                  <c:v>44193</c:v>
                </c:pt>
                <c:pt idx="264">
                  <c:v>44194</c:v>
                </c:pt>
                <c:pt idx="265">
                  <c:v>44195</c:v>
                </c:pt>
                <c:pt idx="266">
                  <c:v>44196</c:v>
                </c:pt>
                <c:pt idx="267">
                  <c:v>44197</c:v>
                </c:pt>
                <c:pt idx="268">
                  <c:v>44198</c:v>
                </c:pt>
                <c:pt idx="269">
                  <c:v>44199</c:v>
                </c:pt>
                <c:pt idx="270">
                  <c:v>44200</c:v>
                </c:pt>
                <c:pt idx="271">
                  <c:v>44201</c:v>
                </c:pt>
                <c:pt idx="272">
                  <c:v>44202</c:v>
                </c:pt>
                <c:pt idx="273">
                  <c:v>44203</c:v>
                </c:pt>
                <c:pt idx="274">
                  <c:v>44204</c:v>
                </c:pt>
                <c:pt idx="275">
                  <c:v>44205</c:v>
                </c:pt>
                <c:pt idx="276">
                  <c:v>44206</c:v>
                </c:pt>
                <c:pt idx="277">
                  <c:v>44207</c:v>
                </c:pt>
                <c:pt idx="278">
                  <c:v>44208</c:v>
                </c:pt>
                <c:pt idx="279">
                  <c:v>44209</c:v>
                </c:pt>
                <c:pt idx="280">
                  <c:v>44210</c:v>
                </c:pt>
                <c:pt idx="281">
                  <c:v>44211</c:v>
                </c:pt>
                <c:pt idx="282">
                  <c:v>44212</c:v>
                </c:pt>
                <c:pt idx="283">
                  <c:v>44213</c:v>
                </c:pt>
                <c:pt idx="284">
                  <c:v>44214</c:v>
                </c:pt>
                <c:pt idx="285">
                  <c:v>44215</c:v>
                </c:pt>
                <c:pt idx="286">
                  <c:v>44216</c:v>
                </c:pt>
                <c:pt idx="287">
                  <c:v>44217</c:v>
                </c:pt>
                <c:pt idx="288">
                  <c:v>44218</c:v>
                </c:pt>
                <c:pt idx="289">
                  <c:v>44219</c:v>
                </c:pt>
                <c:pt idx="290">
                  <c:v>44220</c:v>
                </c:pt>
                <c:pt idx="291">
                  <c:v>44221</c:v>
                </c:pt>
                <c:pt idx="292">
                  <c:v>44222</c:v>
                </c:pt>
                <c:pt idx="293">
                  <c:v>44223</c:v>
                </c:pt>
                <c:pt idx="294">
                  <c:v>44224</c:v>
                </c:pt>
                <c:pt idx="295">
                  <c:v>44225</c:v>
                </c:pt>
                <c:pt idx="296">
                  <c:v>44226</c:v>
                </c:pt>
                <c:pt idx="297">
                  <c:v>44227</c:v>
                </c:pt>
                <c:pt idx="298">
                  <c:v>44228</c:v>
                </c:pt>
                <c:pt idx="299">
                  <c:v>44229</c:v>
                </c:pt>
                <c:pt idx="300">
                  <c:v>44230</c:v>
                </c:pt>
                <c:pt idx="301">
                  <c:v>44231</c:v>
                </c:pt>
                <c:pt idx="302">
                  <c:v>44232</c:v>
                </c:pt>
                <c:pt idx="303">
                  <c:v>44233</c:v>
                </c:pt>
                <c:pt idx="304">
                  <c:v>44234</c:v>
                </c:pt>
                <c:pt idx="305">
                  <c:v>44235</c:v>
                </c:pt>
                <c:pt idx="306">
                  <c:v>44236</c:v>
                </c:pt>
                <c:pt idx="307">
                  <c:v>44237</c:v>
                </c:pt>
                <c:pt idx="308">
                  <c:v>44238</c:v>
                </c:pt>
                <c:pt idx="309">
                  <c:v>44239</c:v>
                </c:pt>
                <c:pt idx="310">
                  <c:v>44240</c:v>
                </c:pt>
                <c:pt idx="311">
                  <c:v>44241</c:v>
                </c:pt>
                <c:pt idx="312">
                  <c:v>44242</c:v>
                </c:pt>
                <c:pt idx="313">
                  <c:v>44243</c:v>
                </c:pt>
                <c:pt idx="314">
                  <c:v>44244</c:v>
                </c:pt>
                <c:pt idx="315">
                  <c:v>44245</c:v>
                </c:pt>
                <c:pt idx="316">
                  <c:v>44246</c:v>
                </c:pt>
                <c:pt idx="317">
                  <c:v>44247</c:v>
                </c:pt>
                <c:pt idx="318">
                  <c:v>44248</c:v>
                </c:pt>
                <c:pt idx="319">
                  <c:v>44249</c:v>
                </c:pt>
                <c:pt idx="320">
                  <c:v>44250</c:v>
                </c:pt>
                <c:pt idx="321">
                  <c:v>44251</c:v>
                </c:pt>
                <c:pt idx="322">
                  <c:v>44252</c:v>
                </c:pt>
                <c:pt idx="323">
                  <c:v>44253</c:v>
                </c:pt>
                <c:pt idx="324">
                  <c:v>44254</c:v>
                </c:pt>
                <c:pt idx="325">
                  <c:v>44255</c:v>
                </c:pt>
                <c:pt idx="326">
                  <c:v>44256</c:v>
                </c:pt>
                <c:pt idx="327">
                  <c:v>44257</c:v>
                </c:pt>
                <c:pt idx="328">
                  <c:v>44258</c:v>
                </c:pt>
                <c:pt idx="329">
                  <c:v>44259</c:v>
                </c:pt>
                <c:pt idx="330">
                  <c:v>44260</c:v>
                </c:pt>
                <c:pt idx="331">
                  <c:v>44261</c:v>
                </c:pt>
                <c:pt idx="332">
                  <c:v>44262</c:v>
                </c:pt>
                <c:pt idx="333">
                  <c:v>44263</c:v>
                </c:pt>
                <c:pt idx="334">
                  <c:v>44264</c:v>
                </c:pt>
                <c:pt idx="335">
                  <c:v>44265</c:v>
                </c:pt>
                <c:pt idx="336">
                  <c:v>44266</c:v>
                </c:pt>
                <c:pt idx="337">
                  <c:v>44267</c:v>
                </c:pt>
                <c:pt idx="338">
                  <c:v>44268</c:v>
                </c:pt>
                <c:pt idx="339">
                  <c:v>44269</c:v>
                </c:pt>
                <c:pt idx="340">
                  <c:v>44270</c:v>
                </c:pt>
                <c:pt idx="341">
                  <c:v>44271</c:v>
                </c:pt>
                <c:pt idx="342">
                  <c:v>44272</c:v>
                </c:pt>
                <c:pt idx="343">
                  <c:v>44273</c:v>
                </c:pt>
                <c:pt idx="344">
                  <c:v>44274</c:v>
                </c:pt>
                <c:pt idx="345">
                  <c:v>44275</c:v>
                </c:pt>
                <c:pt idx="346">
                  <c:v>44276</c:v>
                </c:pt>
                <c:pt idx="347">
                  <c:v>44277</c:v>
                </c:pt>
                <c:pt idx="348">
                  <c:v>44278</c:v>
                </c:pt>
                <c:pt idx="349">
                  <c:v>44279</c:v>
                </c:pt>
                <c:pt idx="350">
                  <c:v>44280</c:v>
                </c:pt>
                <c:pt idx="351">
                  <c:v>44281</c:v>
                </c:pt>
                <c:pt idx="352">
                  <c:v>44282</c:v>
                </c:pt>
                <c:pt idx="353">
                  <c:v>44283</c:v>
                </c:pt>
                <c:pt idx="354">
                  <c:v>44284</c:v>
                </c:pt>
                <c:pt idx="355">
                  <c:v>44285</c:v>
                </c:pt>
                <c:pt idx="356">
                  <c:v>44286</c:v>
                </c:pt>
                <c:pt idx="357">
                  <c:v>44287</c:v>
                </c:pt>
                <c:pt idx="358">
                  <c:v>44288</c:v>
                </c:pt>
                <c:pt idx="359">
                  <c:v>44289</c:v>
                </c:pt>
                <c:pt idx="360">
                  <c:v>44290</c:v>
                </c:pt>
                <c:pt idx="361">
                  <c:v>44291</c:v>
                </c:pt>
                <c:pt idx="362">
                  <c:v>44292</c:v>
                </c:pt>
                <c:pt idx="363">
                  <c:v>44293</c:v>
                </c:pt>
                <c:pt idx="364">
                  <c:v>44294</c:v>
                </c:pt>
                <c:pt idx="365">
                  <c:v>44295</c:v>
                </c:pt>
                <c:pt idx="366">
                  <c:v>44296</c:v>
                </c:pt>
                <c:pt idx="367">
                  <c:v>44297</c:v>
                </c:pt>
                <c:pt idx="368">
                  <c:v>44298</c:v>
                </c:pt>
                <c:pt idx="369">
                  <c:v>44299</c:v>
                </c:pt>
                <c:pt idx="370">
                  <c:v>44300</c:v>
                </c:pt>
                <c:pt idx="371">
                  <c:v>44301</c:v>
                </c:pt>
                <c:pt idx="372">
                  <c:v>44302</c:v>
                </c:pt>
                <c:pt idx="373">
                  <c:v>44303</c:v>
                </c:pt>
                <c:pt idx="374">
                  <c:v>44304</c:v>
                </c:pt>
                <c:pt idx="375">
                  <c:v>44305</c:v>
                </c:pt>
                <c:pt idx="376">
                  <c:v>44306</c:v>
                </c:pt>
                <c:pt idx="377">
                  <c:v>44307</c:v>
                </c:pt>
                <c:pt idx="378">
                  <c:v>44308</c:v>
                </c:pt>
                <c:pt idx="379">
                  <c:v>44309</c:v>
                </c:pt>
                <c:pt idx="380">
                  <c:v>44310</c:v>
                </c:pt>
                <c:pt idx="381">
                  <c:v>44311</c:v>
                </c:pt>
                <c:pt idx="382">
                  <c:v>44312</c:v>
                </c:pt>
                <c:pt idx="383">
                  <c:v>44313</c:v>
                </c:pt>
                <c:pt idx="384">
                  <c:v>44314</c:v>
                </c:pt>
                <c:pt idx="385">
                  <c:v>44315</c:v>
                </c:pt>
                <c:pt idx="386">
                  <c:v>44316</c:v>
                </c:pt>
                <c:pt idx="387">
                  <c:v>44317</c:v>
                </c:pt>
                <c:pt idx="388">
                  <c:v>44318</c:v>
                </c:pt>
                <c:pt idx="389">
                  <c:v>44319</c:v>
                </c:pt>
                <c:pt idx="390">
                  <c:v>44320</c:v>
                </c:pt>
                <c:pt idx="391">
                  <c:v>44321</c:v>
                </c:pt>
                <c:pt idx="392">
                  <c:v>44322</c:v>
                </c:pt>
                <c:pt idx="393">
                  <c:v>44323</c:v>
                </c:pt>
                <c:pt idx="394">
                  <c:v>44324</c:v>
                </c:pt>
                <c:pt idx="395">
                  <c:v>44325</c:v>
                </c:pt>
                <c:pt idx="396">
                  <c:v>44326</c:v>
                </c:pt>
                <c:pt idx="397">
                  <c:v>44327</c:v>
                </c:pt>
                <c:pt idx="398">
                  <c:v>44328</c:v>
                </c:pt>
                <c:pt idx="399">
                  <c:v>44329</c:v>
                </c:pt>
                <c:pt idx="400">
                  <c:v>44330</c:v>
                </c:pt>
                <c:pt idx="401">
                  <c:v>44331</c:v>
                </c:pt>
                <c:pt idx="402">
                  <c:v>44332</c:v>
                </c:pt>
                <c:pt idx="403">
                  <c:v>44333</c:v>
                </c:pt>
                <c:pt idx="404">
                  <c:v>44334</c:v>
                </c:pt>
                <c:pt idx="405">
                  <c:v>44335</c:v>
                </c:pt>
                <c:pt idx="406">
                  <c:v>44336</c:v>
                </c:pt>
                <c:pt idx="407">
                  <c:v>44337</c:v>
                </c:pt>
                <c:pt idx="408">
                  <c:v>44338</c:v>
                </c:pt>
                <c:pt idx="409">
                  <c:v>44339</c:v>
                </c:pt>
                <c:pt idx="410">
                  <c:v>44340</c:v>
                </c:pt>
                <c:pt idx="411">
                  <c:v>44341</c:v>
                </c:pt>
                <c:pt idx="412">
                  <c:v>44342</c:v>
                </c:pt>
                <c:pt idx="413">
                  <c:v>44343</c:v>
                </c:pt>
                <c:pt idx="414">
                  <c:v>44344</c:v>
                </c:pt>
                <c:pt idx="415">
                  <c:v>44345</c:v>
                </c:pt>
                <c:pt idx="416">
                  <c:v>44346</c:v>
                </c:pt>
                <c:pt idx="417">
                  <c:v>44347</c:v>
                </c:pt>
                <c:pt idx="418">
                  <c:v>44348</c:v>
                </c:pt>
                <c:pt idx="419">
                  <c:v>44349</c:v>
                </c:pt>
                <c:pt idx="420">
                  <c:v>44350</c:v>
                </c:pt>
                <c:pt idx="421">
                  <c:v>44351</c:v>
                </c:pt>
                <c:pt idx="422">
                  <c:v>44352</c:v>
                </c:pt>
                <c:pt idx="423">
                  <c:v>44353</c:v>
                </c:pt>
                <c:pt idx="424">
                  <c:v>44354</c:v>
                </c:pt>
                <c:pt idx="425">
                  <c:v>44355</c:v>
                </c:pt>
                <c:pt idx="426">
                  <c:v>44356</c:v>
                </c:pt>
                <c:pt idx="427">
                  <c:v>44357</c:v>
                </c:pt>
                <c:pt idx="428">
                  <c:v>44358</c:v>
                </c:pt>
                <c:pt idx="429">
                  <c:v>44359</c:v>
                </c:pt>
                <c:pt idx="430">
                  <c:v>44360</c:v>
                </c:pt>
                <c:pt idx="431">
                  <c:v>44361</c:v>
                </c:pt>
                <c:pt idx="432">
                  <c:v>44362</c:v>
                </c:pt>
                <c:pt idx="433">
                  <c:v>44363</c:v>
                </c:pt>
                <c:pt idx="434">
                  <c:v>44364</c:v>
                </c:pt>
                <c:pt idx="435">
                  <c:v>44365</c:v>
                </c:pt>
                <c:pt idx="436">
                  <c:v>44366</c:v>
                </c:pt>
                <c:pt idx="437">
                  <c:v>44367</c:v>
                </c:pt>
                <c:pt idx="438">
                  <c:v>44368</c:v>
                </c:pt>
                <c:pt idx="439">
                  <c:v>44369</c:v>
                </c:pt>
                <c:pt idx="440">
                  <c:v>44370</c:v>
                </c:pt>
                <c:pt idx="441">
                  <c:v>44371</c:v>
                </c:pt>
                <c:pt idx="442">
                  <c:v>44372</c:v>
                </c:pt>
                <c:pt idx="443">
                  <c:v>44373</c:v>
                </c:pt>
                <c:pt idx="444">
                  <c:v>44374</c:v>
                </c:pt>
                <c:pt idx="445">
                  <c:v>44375</c:v>
                </c:pt>
                <c:pt idx="446">
                  <c:v>44376</c:v>
                </c:pt>
                <c:pt idx="447">
                  <c:v>44377</c:v>
                </c:pt>
                <c:pt idx="448">
                  <c:v>44378</c:v>
                </c:pt>
                <c:pt idx="449">
                  <c:v>44379</c:v>
                </c:pt>
                <c:pt idx="450">
                  <c:v>44380</c:v>
                </c:pt>
                <c:pt idx="451">
                  <c:v>44381</c:v>
                </c:pt>
                <c:pt idx="452">
                  <c:v>44382</c:v>
                </c:pt>
                <c:pt idx="453">
                  <c:v>44383</c:v>
                </c:pt>
                <c:pt idx="454">
                  <c:v>44384</c:v>
                </c:pt>
                <c:pt idx="455">
                  <c:v>44385</c:v>
                </c:pt>
                <c:pt idx="456">
                  <c:v>44386</c:v>
                </c:pt>
                <c:pt idx="457">
                  <c:v>44387</c:v>
                </c:pt>
                <c:pt idx="458">
                  <c:v>44388</c:v>
                </c:pt>
                <c:pt idx="459">
                  <c:v>44389</c:v>
                </c:pt>
                <c:pt idx="460">
                  <c:v>44390</c:v>
                </c:pt>
                <c:pt idx="461">
                  <c:v>44391</c:v>
                </c:pt>
                <c:pt idx="462">
                  <c:v>44392</c:v>
                </c:pt>
                <c:pt idx="463">
                  <c:v>44393</c:v>
                </c:pt>
                <c:pt idx="464">
                  <c:v>44394</c:v>
                </c:pt>
                <c:pt idx="465">
                  <c:v>44395</c:v>
                </c:pt>
                <c:pt idx="466">
                  <c:v>44396</c:v>
                </c:pt>
                <c:pt idx="467">
                  <c:v>44397</c:v>
                </c:pt>
                <c:pt idx="468">
                  <c:v>44398</c:v>
                </c:pt>
                <c:pt idx="469">
                  <c:v>44399</c:v>
                </c:pt>
                <c:pt idx="470">
                  <c:v>44400</c:v>
                </c:pt>
                <c:pt idx="471">
                  <c:v>44401</c:v>
                </c:pt>
                <c:pt idx="472">
                  <c:v>44402</c:v>
                </c:pt>
                <c:pt idx="473">
                  <c:v>44403</c:v>
                </c:pt>
                <c:pt idx="474">
                  <c:v>44404</c:v>
                </c:pt>
                <c:pt idx="475">
                  <c:v>44405</c:v>
                </c:pt>
                <c:pt idx="476">
                  <c:v>44406</c:v>
                </c:pt>
                <c:pt idx="477">
                  <c:v>44407</c:v>
                </c:pt>
                <c:pt idx="478">
                  <c:v>44408</c:v>
                </c:pt>
                <c:pt idx="479">
                  <c:v>44409</c:v>
                </c:pt>
                <c:pt idx="480">
                  <c:v>44410</c:v>
                </c:pt>
                <c:pt idx="481">
                  <c:v>44411</c:v>
                </c:pt>
                <c:pt idx="482">
                  <c:v>44412</c:v>
                </c:pt>
                <c:pt idx="483">
                  <c:v>44413</c:v>
                </c:pt>
                <c:pt idx="484">
                  <c:v>44414</c:v>
                </c:pt>
                <c:pt idx="485">
                  <c:v>44415</c:v>
                </c:pt>
                <c:pt idx="486">
                  <c:v>44416</c:v>
                </c:pt>
                <c:pt idx="487">
                  <c:v>44417</c:v>
                </c:pt>
                <c:pt idx="488">
                  <c:v>44418</c:v>
                </c:pt>
                <c:pt idx="489">
                  <c:v>44419</c:v>
                </c:pt>
                <c:pt idx="490">
                  <c:v>44420</c:v>
                </c:pt>
                <c:pt idx="491">
                  <c:v>44421</c:v>
                </c:pt>
                <c:pt idx="492">
                  <c:v>44422</c:v>
                </c:pt>
                <c:pt idx="493">
                  <c:v>44423</c:v>
                </c:pt>
                <c:pt idx="494">
                  <c:v>44424</c:v>
                </c:pt>
                <c:pt idx="495">
                  <c:v>44425</c:v>
                </c:pt>
                <c:pt idx="496">
                  <c:v>44426</c:v>
                </c:pt>
                <c:pt idx="497">
                  <c:v>44427</c:v>
                </c:pt>
                <c:pt idx="498">
                  <c:v>44428</c:v>
                </c:pt>
                <c:pt idx="499">
                  <c:v>44429</c:v>
                </c:pt>
                <c:pt idx="500">
                  <c:v>44430</c:v>
                </c:pt>
                <c:pt idx="501">
                  <c:v>44431</c:v>
                </c:pt>
                <c:pt idx="502">
                  <c:v>44432</c:v>
                </c:pt>
                <c:pt idx="503">
                  <c:v>44433</c:v>
                </c:pt>
                <c:pt idx="504">
                  <c:v>44434</c:v>
                </c:pt>
                <c:pt idx="505">
                  <c:v>44435</c:v>
                </c:pt>
                <c:pt idx="506">
                  <c:v>44436</c:v>
                </c:pt>
                <c:pt idx="507">
                  <c:v>44437</c:v>
                </c:pt>
                <c:pt idx="508">
                  <c:v>44438</c:v>
                </c:pt>
                <c:pt idx="509">
                  <c:v>44439</c:v>
                </c:pt>
                <c:pt idx="510">
                  <c:v>44440</c:v>
                </c:pt>
                <c:pt idx="511">
                  <c:v>44441</c:v>
                </c:pt>
                <c:pt idx="512">
                  <c:v>44442</c:v>
                </c:pt>
                <c:pt idx="513">
                  <c:v>44443</c:v>
                </c:pt>
                <c:pt idx="514">
                  <c:v>44444</c:v>
                </c:pt>
                <c:pt idx="515">
                  <c:v>44445</c:v>
                </c:pt>
                <c:pt idx="516">
                  <c:v>44446</c:v>
                </c:pt>
              </c:numCache>
            </c:numRef>
          </c:xVal>
          <c:yVal>
            <c:numRef>
              <c:f>ICU!$B$2:$B$518</c:f>
              <c:numCache>
                <c:formatCode>General</c:formatCode>
                <c:ptCount val="517"/>
                <c:pt idx="0">
                  <c:v>106</c:v>
                </c:pt>
                <c:pt idx="1">
                  <c:v>136</c:v>
                </c:pt>
                <c:pt idx="2">
                  <c:v>150</c:v>
                </c:pt>
                <c:pt idx="3">
                  <c:v>148</c:v>
                </c:pt>
                <c:pt idx="4">
                  <c:v>178</c:v>
                </c:pt>
                <c:pt idx="5">
                  <c:v>153</c:v>
                </c:pt>
                <c:pt idx="6">
                  <c:v>142</c:v>
                </c:pt>
                <c:pt idx="7">
                  <c:v>157</c:v>
                </c:pt>
                <c:pt idx="8">
                  <c:v>150</c:v>
                </c:pt>
                <c:pt idx="9">
                  <c:v>130</c:v>
                </c:pt>
                <c:pt idx="10">
                  <c:v>137</c:v>
                </c:pt>
                <c:pt idx="11">
                  <c:v>138</c:v>
                </c:pt>
                <c:pt idx="12">
                  <c:v>142</c:v>
                </c:pt>
                <c:pt idx="13">
                  <c:v>143</c:v>
                </c:pt>
                <c:pt idx="14">
                  <c:v>151</c:v>
                </c:pt>
                <c:pt idx="15">
                  <c:v>151</c:v>
                </c:pt>
                <c:pt idx="16">
                  <c:v>154</c:v>
                </c:pt>
                <c:pt idx="17">
                  <c:v>149</c:v>
                </c:pt>
                <c:pt idx="18">
                  <c:v>173</c:v>
                </c:pt>
                <c:pt idx="19">
                  <c:v>165</c:v>
                </c:pt>
                <c:pt idx="20">
                  <c:v>176</c:v>
                </c:pt>
                <c:pt idx="21">
                  <c:v>180</c:v>
                </c:pt>
                <c:pt idx="22">
                  <c:v>175</c:v>
                </c:pt>
                <c:pt idx="23">
                  <c:v>172</c:v>
                </c:pt>
                <c:pt idx="24">
                  <c:v>183</c:v>
                </c:pt>
                <c:pt idx="25">
                  <c:v>175</c:v>
                </c:pt>
                <c:pt idx="26">
                  <c:v>179</c:v>
                </c:pt>
                <c:pt idx="27">
                  <c:v>175</c:v>
                </c:pt>
                <c:pt idx="28">
                  <c:v>189</c:v>
                </c:pt>
                <c:pt idx="29">
                  <c:v>200</c:v>
                </c:pt>
                <c:pt idx="30">
                  <c:v>208</c:v>
                </c:pt>
                <c:pt idx="31">
                  <c:v>187</c:v>
                </c:pt>
                <c:pt idx="32">
                  <c:v>190</c:v>
                </c:pt>
                <c:pt idx="33">
                  <c:v>190</c:v>
                </c:pt>
                <c:pt idx="34">
                  <c:v>195</c:v>
                </c:pt>
                <c:pt idx="35">
                  <c:v>206</c:v>
                </c:pt>
                <c:pt idx="36">
                  <c:v>194</c:v>
                </c:pt>
                <c:pt idx="37">
                  <c:v>179</c:v>
                </c:pt>
                <c:pt idx="38">
                  <c:v>203</c:v>
                </c:pt>
                <c:pt idx="39">
                  <c:v>217</c:v>
                </c:pt>
                <c:pt idx="40">
                  <c:v>217</c:v>
                </c:pt>
                <c:pt idx="41">
                  <c:v>235</c:v>
                </c:pt>
                <c:pt idx="42">
                  <c:v>232</c:v>
                </c:pt>
                <c:pt idx="43">
                  <c:v>227</c:v>
                </c:pt>
                <c:pt idx="44">
                  <c:v>242</c:v>
                </c:pt>
                <c:pt idx="45">
                  <c:v>246</c:v>
                </c:pt>
                <c:pt idx="46">
                  <c:v>266</c:v>
                </c:pt>
                <c:pt idx="47">
                  <c:v>280</c:v>
                </c:pt>
                <c:pt idx="48">
                  <c:v>298</c:v>
                </c:pt>
                <c:pt idx="49">
                  <c:v>298</c:v>
                </c:pt>
                <c:pt idx="50">
                  <c:v>283</c:v>
                </c:pt>
                <c:pt idx="51">
                  <c:v>286</c:v>
                </c:pt>
                <c:pt idx="52">
                  <c:v>276</c:v>
                </c:pt>
                <c:pt idx="53">
                  <c:v>290</c:v>
                </c:pt>
                <c:pt idx="54">
                  <c:v>295</c:v>
                </c:pt>
                <c:pt idx="55">
                  <c:v>312</c:v>
                </c:pt>
                <c:pt idx="56">
                  <c:v>316</c:v>
                </c:pt>
                <c:pt idx="57">
                  <c:v>304</c:v>
                </c:pt>
                <c:pt idx="58">
                  <c:v>321</c:v>
                </c:pt>
                <c:pt idx="59">
                  <c:v>307</c:v>
                </c:pt>
                <c:pt idx="60">
                  <c:v>320</c:v>
                </c:pt>
                <c:pt idx="61">
                  <c:v>338</c:v>
                </c:pt>
                <c:pt idx="62">
                  <c:v>347</c:v>
                </c:pt>
                <c:pt idx="63">
                  <c:v>386</c:v>
                </c:pt>
                <c:pt idx="64">
                  <c:v>394</c:v>
                </c:pt>
                <c:pt idx="65">
                  <c:v>388</c:v>
                </c:pt>
                <c:pt idx="66">
                  <c:v>405</c:v>
                </c:pt>
                <c:pt idx="67">
                  <c:v>433</c:v>
                </c:pt>
                <c:pt idx="68">
                  <c:v>418</c:v>
                </c:pt>
                <c:pt idx="69">
                  <c:v>439</c:v>
                </c:pt>
                <c:pt idx="70">
                  <c:v>454</c:v>
                </c:pt>
                <c:pt idx="71">
                  <c:v>445</c:v>
                </c:pt>
                <c:pt idx="72">
                  <c:v>482</c:v>
                </c:pt>
                <c:pt idx="73">
                  <c:v>501</c:v>
                </c:pt>
                <c:pt idx="74">
                  <c:v>529</c:v>
                </c:pt>
                <c:pt idx="75">
                  <c:v>526</c:v>
                </c:pt>
                <c:pt idx="76">
                  <c:v>530</c:v>
                </c:pt>
                <c:pt idx="77">
                  <c:v>575</c:v>
                </c:pt>
                <c:pt idx="78">
                  <c:v>617</c:v>
                </c:pt>
                <c:pt idx="79">
                  <c:v>637</c:v>
                </c:pt>
                <c:pt idx="80">
                  <c:v>670</c:v>
                </c:pt>
                <c:pt idx="81">
                  <c:v>691</c:v>
                </c:pt>
                <c:pt idx="82">
                  <c:v>694</c:v>
                </c:pt>
                <c:pt idx="83">
                  <c:v>729</c:v>
                </c:pt>
                <c:pt idx="84">
                  <c:v>748</c:v>
                </c:pt>
                <c:pt idx="85">
                  <c:v>792</c:v>
                </c:pt>
                <c:pt idx="86">
                  <c:v>811</c:v>
                </c:pt>
                <c:pt idx="87">
                  <c:v>849</c:v>
                </c:pt>
                <c:pt idx="88">
                  <c:v>880</c:v>
                </c:pt>
                <c:pt idx="89">
                  <c:v>879</c:v>
                </c:pt>
                <c:pt idx="90">
                  <c:v>903</c:v>
                </c:pt>
                <c:pt idx="91">
                  <c:v>942</c:v>
                </c:pt>
                <c:pt idx="92">
                  <c:v>977</c:v>
                </c:pt>
                <c:pt idx="93">
                  <c:v>987</c:v>
                </c:pt>
                <c:pt idx="94">
                  <c:v>1044</c:v>
                </c:pt>
                <c:pt idx="95">
                  <c:v>1083</c:v>
                </c:pt>
                <c:pt idx="96">
                  <c:v>1106</c:v>
                </c:pt>
                <c:pt idx="97">
                  <c:v>1164</c:v>
                </c:pt>
                <c:pt idx="98">
                  <c:v>1167</c:v>
                </c:pt>
                <c:pt idx="99">
                  <c:v>1183</c:v>
                </c:pt>
                <c:pt idx="100">
                  <c:v>1214</c:v>
                </c:pt>
                <c:pt idx="101">
                  <c:v>1230</c:v>
                </c:pt>
                <c:pt idx="102">
                  <c:v>1240</c:v>
                </c:pt>
                <c:pt idx="103">
                  <c:v>1278</c:v>
                </c:pt>
                <c:pt idx="104">
                  <c:v>1289</c:v>
                </c:pt>
                <c:pt idx="105">
                  <c:v>1291</c:v>
                </c:pt>
                <c:pt idx="106">
                  <c:v>1345</c:v>
                </c:pt>
                <c:pt idx="107">
                  <c:v>1324</c:v>
                </c:pt>
                <c:pt idx="108">
                  <c:v>1356</c:v>
                </c:pt>
                <c:pt idx="109">
                  <c:v>1349</c:v>
                </c:pt>
                <c:pt idx="110">
                  <c:v>1358</c:v>
                </c:pt>
                <c:pt idx="111">
                  <c:v>1356</c:v>
                </c:pt>
                <c:pt idx="112">
                  <c:v>1384</c:v>
                </c:pt>
                <c:pt idx="113">
                  <c:v>1398</c:v>
                </c:pt>
                <c:pt idx="114">
                  <c:v>1426</c:v>
                </c:pt>
                <c:pt idx="115">
                  <c:v>1412</c:v>
                </c:pt>
                <c:pt idx="116">
                  <c:v>1450</c:v>
                </c:pt>
                <c:pt idx="117">
                  <c:v>1446</c:v>
                </c:pt>
                <c:pt idx="118">
                  <c:v>1460</c:v>
                </c:pt>
                <c:pt idx="119">
                  <c:v>1451</c:v>
                </c:pt>
                <c:pt idx="120">
                  <c:v>1473</c:v>
                </c:pt>
                <c:pt idx="121">
                  <c:v>1485</c:v>
                </c:pt>
                <c:pt idx="122">
                  <c:v>1499</c:v>
                </c:pt>
                <c:pt idx="123">
                  <c:v>1515</c:v>
                </c:pt>
                <c:pt idx="124">
                  <c:v>1505</c:v>
                </c:pt>
                <c:pt idx="125">
                  <c:v>1517</c:v>
                </c:pt>
                <c:pt idx="126">
                  <c:v>1514</c:v>
                </c:pt>
                <c:pt idx="127">
                  <c:v>1502</c:v>
                </c:pt>
                <c:pt idx="128">
                  <c:v>1537</c:v>
                </c:pt>
                <c:pt idx="129">
                  <c:v>1496</c:v>
                </c:pt>
                <c:pt idx="130">
                  <c:v>1493</c:v>
                </c:pt>
                <c:pt idx="131">
                  <c:v>1464</c:v>
                </c:pt>
                <c:pt idx="132">
                  <c:v>1461</c:v>
                </c:pt>
                <c:pt idx="133">
                  <c:v>1458</c:v>
                </c:pt>
                <c:pt idx="134">
                  <c:v>1414</c:v>
                </c:pt>
                <c:pt idx="135">
                  <c:v>1365</c:v>
                </c:pt>
                <c:pt idx="136">
                  <c:v>1406</c:v>
                </c:pt>
                <c:pt idx="137">
                  <c:v>1420</c:v>
                </c:pt>
                <c:pt idx="138">
                  <c:v>1403</c:v>
                </c:pt>
                <c:pt idx="139">
                  <c:v>1383</c:v>
                </c:pt>
                <c:pt idx="140">
                  <c:v>1396</c:v>
                </c:pt>
                <c:pt idx="141">
                  <c:v>1362</c:v>
                </c:pt>
                <c:pt idx="142">
                  <c:v>1338</c:v>
                </c:pt>
                <c:pt idx="143">
                  <c:v>1328</c:v>
                </c:pt>
                <c:pt idx="144">
                  <c:v>1334</c:v>
                </c:pt>
                <c:pt idx="145">
                  <c:v>1280</c:v>
                </c:pt>
                <c:pt idx="146">
                  <c:v>1259</c:v>
                </c:pt>
                <c:pt idx="147">
                  <c:v>1241</c:v>
                </c:pt>
                <c:pt idx="148">
                  <c:v>1189</c:v>
                </c:pt>
                <c:pt idx="149">
                  <c:v>1198</c:v>
                </c:pt>
                <c:pt idx="150">
                  <c:v>1190</c:v>
                </c:pt>
                <c:pt idx="151">
                  <c:v>1174</c:v>
                </c:pt>
                <c:pt idx="152">
                  <c:v>1118</c:v>
                </c:pt>
                <c:pt idx="153">
                  <c:v>1123</c:v>
                </c:pt>
                <c:pt idx="154">
                  <c:v>1138</c:v>
                </c:pt>
                <c:pt idx="155">
                  <c:v>1064</c:v>
                </c:pt>
                <c:pt idx="156">
                  <c:v>1064</c:v>
                </c:pt>
                <c:pt idx="157">
                  <c:v>1053</c:v>
                </c:pt>
                <c:pt idx="158">
                  <c:v>1042</c:v>
                </c:pt>
                <c:pt idx="159">
                  <c:v>1006</c:v>
                </c:pt>
                <c:pt idx="160">
                  <c:v>1028</c:v>
                </c:pt>
                <c:pt idx="161">
                  <c:v>986</c:v>
                </c:pt>
                <c:pt idx="162">
                  <c:v>981</c:v>
                </c:pt>
                <c:pt idx="163">
                  <c:v>968</c:v>
                </c:pt>
                <c:pt idx="164">
                  <c:v>991</c:v>
                </c:pt>
                <c:pt idx="165">
                  <c:v>978</c:v>
                </c:pt>
                <c:pt idx="166">
                  <c:v>943</c:v>
                </c:pt>
                <c:pt idx="167">
                  <c:v>936</c:v>
                </c:pt>
                <c:pt idx="168">
                  <c:v>940</c:v>
                </c:pt>
                <c:pt idx="169">
                  <c:v>880</c:v>
                </c:pt>
                <c:pt idx="170">
                  <c:v>857</c:v>
                </c:pt>
                <c:pt idx="171">
                  <c:v>812</c:v>
                </c:pt>
                <c:pt idx="172">
                  <c:v>854</c:v>
                </c:pt>
                <c:pt idx="173">
                  <c:v>838</c:v>
                </c:pt>
                <c:pt idx="174">
                  <c:v>810</c:v>
                </c:pt>
                <c:pt idx="175">
                  <c:v>814</c:v>
                </c:pt>
                <c:pt idx="176">
                  <c:v>809</c:v>
                </c:pt>
                <c:pt idx="177">
                  <c:v>786</c:v>
                </c:pt>
                <c:pt idx="178">
                  <c:v>793</c:v>
                </c:pt>
                <c:pt idx="179">
                  <c:v>808</c:v>
                </c:pt>
                <c:pt idx="180">
                  <c:v>833</c:v>
                </c:pt>
                <c:pt idx="181">
                  <c:v>821</c:v>
                </c:pt>
                <c:pt idx="182">
                  <c:v>785</c:v>
                </c:pt>
                <c:pt idx="183">
                  <c:v>804</c:v>
                </c:pt>
                <c:pt idx="184">
                  <c:v>802</c:v>
                </c:pt>
                <c:pt idx="185">
                  <c:v>806</c:v>
                </c:pt>
                <c:pt idx="186">
                  <c:v>792</c:v>
                </c:pt>
                <c:pt idx="187">
                  <c:v>783</c:v>
                </c:pt>
                <c:pt idx="188">
                  <c:v>786</c:v>
                </c:pt>
                <c:pt idx="189">
                  <c:v>793</c:v>
                </c:pt>
                <c:pt idx="190">
                  <c:v>782</c:v>
                </c:pt>
                <c:pt idx="191">
                  <c:v>790</c:v>
                </c:pt>
                <c:pt idx="192">
                  <c:v>800</c:v>
                </c:pt>
                <c:pt idx="193">
                  <c:v>817</c:v>
                </c:pt>
                <c:pt idx="194">
                  <c:v>818</c:v>
                </c:pt>
                <c:pt idx="195">
                  <c:v>817</c:v>
                </c:pt>
                <c:pt idx="196">
                  <c:v>838</c:v>
                </c:pt>
                <c:pt idx="197">
                  <c:v>843</c:v>
                </c:pt>
                <c:pt idx="198">
                  <c:v>822</c:v>
                </c:pt>
                <c:pt idx="199">
                  <c:v>833</c:v>
                </c:pt>
                <c:pt idx="200">
                  <c:v>831</c:v>
                </c:pt>
                <c:pt idx="201">
                  <c:v>821</c:v>
                </c:pt>
                <c:pt idx="202">
                  <c:v>785</c:v>
                </c:pt>
                <c:pt idx="203">
                  <c:v>831</c:v>
                </c:pt>
                <c:pt idx="204">
                  <c:v>842</c:v>
                </c:pt>
                <c:pt idx="205">
                  <c:v>849</c:v>
                </c:pt>
                <c:pt idx="206">
                  <c:v>831</c:v>
                </c:pt>
                <c:pt idx="207">
                  <c:v>825</c:v>
                </c:pt>
                <c:pt idx="208">
                  <c:v>844</c:v>
                </c:pt>
                <c:pt idx="209">
                  <c:v>806</c:v>
                </c:pt>
                <c:pt idx="210">
                  <c:v>801</c:v>
                </c:pt>
                <c:pt idx="211">
                  <c:v>782</c:v>
                </c:pt>
                <c:pt idx="212">
                  <c:v>801</c:v>
                </c:pt>
                <c:pt idx="213">
                  <c:v>793</c:v>
                </c:pt>
                <c:pt idx="214">
                  <c:v>792</c:v>
                </c:pt>
                <c:pt idx="215">
                  <c:v>767</c:v>
                </c:pt>
                <c:pt idx="216">
                  <c:v>784</c:v>
                </c:pt>
                <c:pt idx="217">
                  <c:v>820</c:v>
                </c:pt>
                <c:pt idx="218">
                  <c:v>757</c:v>
                </c:pt>
                <c:pt idx="219">
                  <c:v>772</c:v>
                </c:pt>
                <c:pt idx="220">
                  <c:v>776</c:v>
                </c:pt>
                <c:pt idx="221">
                  <c:v>762</c:v>
                </c:pt>
                <c:pt idx="222">
                  <c:v>784</c:v>
                </c:pt>
                <c:pt idx="223">
                  <c:v>790</c:v>
                </c:pt>
                <c:pt idx="224">
                  <c:v>790</c:v>
                </c:pt>
                <c:pt idx="225">
                  <c:v>779</c:v>
                </c:pt>
                <c:pt idx="226">
                  <c:v>797</c:v>
                </c:pt>
                <c:pt idx="227">
                  <c:v>822</c:v>
                </c:pt>
                <c:pt idx="228">
                  <c:v>805</c:v>
                </c:pt>
                <c:pt idx="229">
                  <c:v>834</c:v>
                </c:pt>
                <c:pt idx="230">
                  <c:v>806</c:v>
                </c:pt>
                <c:pt idx="231">
                  <c:v>795</c:v>
                </c:pt>
                <c:pt idx="232">
                  <c:v>769</c:v>
                </c:pt>
                <c:pt idx="233">
                  <c:v>812</c:v>
                </c:pt>
                <c:pt idx="234">
                  <c:v>822</c:v>
                </c:pt>
                <c:pt idx="235">
                  <c:v>826</c:v>
                </c:pt>
                <c:pt idx="236">
                  <c:v>840</c:v>
                </c:pt>
                <c:pt idx="237">
                  <c:v>834</c:v>
                </c:pt>
                <c:pt idx="238">
                  <c:v>826</c:v>
                </c:pt>
                <c:pt idx="239">
                  <c:v>831</c:v>
                </c:pt>
                <c:pt idx="240">
                  <c:v>808</c:v>
                </c:pt>
                <c:pt idx="241">
                  <c:v>823</c:v>
                </c:pt>
                <c:pt idx="242">
                  <c:v>820</c:v>
                </c:pt>
                <c:pt idx="243">
                  <c:v>826</c:v>
                </c:pt>
                <c:pt idx="244">
                  <c:v>844</c:v>
                </c:pt>
                <c:pt idx="245">
                  <c:v>838</c:v>
                </c:pt>
                <c:pt idx="246">
                  <c:v>865</c:v>
                </c:pt>
                <c:pt idx="247">
                  <c:v>881</c:v>
                </c:pt>
                <c:pt idx="248">
                  <c:v>904</c:v>
                </c:pt>
                <c:pt idx="249">
                  <c:v>882</c:v>
                </c:pt>
                <c:pt idx="250">
                  <c:v>920</c:v>
                </c:pt>
                <c:pt idx="251">
                  <c:v>932</c:v>
                </c:pt>
                <c:pt idx="252">
                  <c:v>973</c:v>
                </c:pt>
                <c:pt idx="253">
                  <c:v>953</c:v>
                </c:pt>
                <c:pt idx="254">
                  <c:v>987</c:v>
                </c:pt>
                <c:pt idx="255">
                  <c:v>1002</c:v>
                </c:pt>
                <c:pt idx="256">
                  <c:v>1006</c:v>
                </c:pt>
                <c:pt idx="257">
                  <c:v>1035</c:v>
                </c:pt>
                <c:pt idx="258">
                  <c:v>1075</c:v>
                </c:pt>
                <c:pt idx="259">
                  <c:v>1084</c:v>
                </c:pt>
                <c:pt idx="260">
                  <c:v>1099</c:v>
                </c:pt>
                <c:pt idx="261">
                  <c:v>1145</c:v>
                </c:pt>
                <c:pt idx="262">
                  <c:v>1192</c:v>
                </c:pt>
                <c:pt idx="263">
                  <c:v>1220</c:v>
                </c:pt>
                <c:pt idx="264">
                  <c:v>1235</c:v>
                </c:pt>
                <c:pt idx="265">
                  <c:v>1286</c:v>
                </c:pt>
                <c:pt idx="266">
                  <c:v>1288</c:v>
                </c:pt>
                <c:pt idx="267">
                  <c:v>1303</c:v>
                </c:pt>
                <c:pt idx="268">
                  <c:v>1340</c:v>
                </c:pt>
                <c:pt idx="269">
                  <c:v>1362</c:v>
                </c:pt>
                <c:pt idx="270">
                  <c:v>1395</c:v>
                </c:pt>
                <c:pt idx="271">
                  <c:v>1435</c:v>
                </c:pt>
                <c:pt idx="272">
                  <c:v>1481</c:v>
                </c:pt>
                <c:pt idx="273">
                  <c:v>1539</c:v>
                </c:pt>
                <c:pt idx="274">
                  <c:v>1624</c:v>
                </c:pt>
                <c:pt idx="275">
                  <c:v>1688</c:v>
                </c:pt>
                <c:pt idx="276">
                  <c:v>1719</c:v>
                </c:pt>
                <c:pt idx="277">
                  <c:v>1749</c:v>
                </c:pt>
                <c:pt idx="278">
                  <c:v>1743</c:v>
                </c:pt>
                <c:pt idx="279">
                  <c:v>1776</c:v>
                </c:pt>
                <c:pt idx="280">
                  <c:v>1809</c:v>
                </c:pt>
                <c:pt idx="281">
                  <c:v>1818</c:v>
                </c:pt>
                <c:pt idx="282">
                  <c:v>1812</c:v>
                </c:pt>
                <c:pt idx="283">
                  <c:v>1834</c:v>
                </c:pt>
                <c:pt idx="284">
                  <c:v>1862</c:v>
                </c:pt>
                <c:pt idx="285">
                  <c:v>1867</c:v>
                </c:pt>
                <c:pt idx="286">
                  <c:v>1886</c:v>
                </c:pt>
                <c:pt idx="287">
                  <c:v>1867</c:v>
                </c:pt>
                <c:pt idx="288">
                  <c:v>1884</c:v>
                </c:pt>
                <c:pt idx="289">
                  <c:v>1868</c:v>
                </c:pt>
                <c:pt idx="290">
                  <c:v>1879</c:v>
                </c:pt>
                <c:pt idx="291">
                  <c:v>1878</c:v>
                </c:pt>
                <c:pt idx="292">
                  <c:v>1861</c:v>
                </c:pt>
                <c:pt idx="293">
                  <c:v>1825</c:v>
                </c:pt>
                <c:pt idx="294">
                  <c:v>1789</c:v>
                </c:pt>
                <c:pt idx="295">
                  <c:v>1741</c:v>
                </c:pt>
                <c:pt idx="296">
                  <c:v>1681</c:v>
                </c:pt>
                <c:pt idx="297">
                  <c:v>1654</c:v>
                </c:pt>
                <c:pt idx="298">
                  <c:v>1622</c:v>
                </c:pt>
                <c:pt idx="299">
                  <c:v>1580</c:v>
                </c:pt>
                <c:pt idx="300">
                  <c:v>1527</c:v>
                </c:pt>
                <c:pt idx="301">
                  <c:v>1462</c:v>
                </c:pt>
                <c:pt idx="302">
                  <c:v>1436</c:v>
                </c:pt>
                <c:pt idx="303">
                  <c:v>1401</c:v>
                </c:pt>
                <c:pt idx="304">
                  <c:v>1382</c:v>
                </c:pt>
                <c:pt idx="305">
                  <c:v>1351</c:v>
                </c:pt>
                <c:pt idx="306">
                  <c:v>1307</c:v>
                </c:pt>
                <c:pt idx="307">
                  <c:v>1280</c:v>
                </c:pt>
                <c:pt idx="308">
                  <c:v>1232</c:v>
                </c:pt>
                <c:pt idx="309">
                  <c:v>1233</c:v>
                </c:pt>
                <c:pt idx="310">
                  <c:v>1190</c:v>
                </c:pt>
                <c:pt idx="311">
                  <c:v>1167</c:v>
                </c:pt>
                <c:pt idx="312">
                  <c:v>1145</c:v>
                </c:pt>
                <c:pt idx="313">
                  <c:v>1125</c:v>
                </c:pt>
                <c:pt idx="314">
                  <c:v>1097</c:v>
                </c:pt>
                <c:pt idx="315">
                  <c:v>1036</c:v>
                </c:pt>
                <c:pt idx="316">
                  <c:v>1049</c:v>
                </c:pt>
                <c:pt idx="317">
                  <c:v>1004</c:v>
                </c:pt>
                <c:pt idx="318">
                  <c:v>1021</c:v>
                </c:pt>
                <c:pt idx="319">
                  <c:v>1010</c:v>
                </c:pt>
                <c:pt idx="320">
                  <c:v>981</c:v>
                </c:pt>
                <c:pt idx="321">
                  <c:v>955</c:v>
                </c:pt>
                <c:pt idx="322">
                  <c:v>917</c:v>
                </c:pt>
                <c:pt idx="323">
                  <c:v>942</c:v>
                </c:pt>
                <c:pt idx="324">
                  <c:v>941</c:v>
                </c:pt>
                <c:pt idx="325">
                  <c:v>937</c:v>
                </c:pt>
                <c:pt idx="326">
                  <c:v>950</c:v>
                </c:pt>
                <c:pt idx="327">
                  <c:v>915</c:v>
                </c:pt>
                <c:pt idx="328">
                  <c:v>900</c:v>
                </c:pt>
                <c:pt idx="329">
                  <c:v>899</c:v>
                </c:pt>
                <c:pt idx="330">
                  <c:v>877</c:v>
                </c:pt>
                <c:pt idx="331">
                  <c:v>857</c:v>
                </c:pt>
                <c:pt idx="332">
                  <c:v>874</c:v>
                </c:pt>
                <c:pt idx="333">
                  <c:v>860</c:v>
                </c:pt>
                <c:pt idx="334">
                  <c:v>836</c:v>
                </c:pt>
                <c:pt idx="335">
                  <c:v>768</c:v>
                </c:pt>
                <c:pt idx="336">
                  <c:v>794</c:v>
                </c:pt>
                <c:pt idx="337">
                  <c:v>789</c:v>
                </c:pt>
                <c:pt idx="338">
                  <c:v>789</c:v>
                </c:pt>
                <c:pt idx="339">
                  <c:v>773</c:v>
                </c:pt>
                <c:pt idx="340">
                  <c:v>785</c:v>
                </c:pt>
                <c:pt idx="341">
                  <c:v>782</c:v>
                </c:pt>
                <c:pt idx="342">
                  <c:v>762</c:v>
                </c:pt>
                <c:pt idx="343">
                  <c:v>756</c:v>
                </c:pt>
                <c:pt idx="344">
                  <c:v>777</c:v>
                </c:pt>
                <c:pt idx="345">
                  <c:v>765</c:v>
                </c:pt>
                <c:pt idx="346">
                  <c:v>797</c:v>
                </c:pt>
                <c:pt idx="347">
                  <c:v>797</c:v>
                </c:pt>
                <c:pt idx="348">
                  <c:v>795</c:v>
                </c:pt>
                <c:pt idx="349">
                  <c:v>793</c:v>
                </c:pt>
                <c:pt idx="350">
                  <c:v>772</c:v>
                </c:pt>
                <c:pt idx="351">
                  <c:v>789</c:v>
                </c:pt>
                <c:pt idx="352">
                  <c:v>786</c:v>
                </c:pt>
                <c:pt idx="353">
                  <c:v>779</c:v>
                </c:pt>
                <c:pt idx="354">
                  <c:v>788</c:v>
                </c:pt>
                <c:pt idx="355">
                  <c:v>814</c:v>
                </c:pt>
                <c:pt idx="356">
                  <c:v>829</c:v>
                </c:pt>
                <c:pt idx="357">
                  <c:v>860</c:v>
                </c:pt>
                <c:pt idx="358">
                  <c:v>892</c:v>
                </c:pt>
                <c:pt idx="359">
                  <c:v>917</c:v>
                </c:pt>
                <c:pt idx="360">
                  <c:v>956</c:v>
                </c:pt>
                <c:pt idx="361">
                  <c:v>1007</c:v>
                </c:pt>
                <c:pt idx="362">
                  <c:v>1018</c:v>
                </c:pt>
                <c:pt idx="363">
                  <c:v>1051</c:v>
                </c:pt>
                <c:pt idx="364">
                  <c:v>1076</c:v>
                </c:pt>
                <c:pt idx="365">
                  <c:v>1124</c:v>
                </c:pt>
                <c:pt idx="366">
                  <c:v>1156</c:v>
                </c:pt>
                <c:pt idx="367">
                  <c:v>1206</c:v>
                </c:pt>
                <c:pt idx="368">
                  <c:v>1248</c:v>
                </c:pt>
                <c:pt idx="369">
                  <c:v>1284</c:v>
                </c:pt>
                <c:pt idx="370">
                  <c:v>1322</c:v>
                </c:pt>
                <c:pt idx="371">
                  <c:v>1390</c:v>
                </c:pt>
                <c:pt idx="372">
                  <c:v>1442</c:v>
                </c:pt>
                <c:pt idx="373">
                  <c:v>1458</c:v>
                </c:pt>
                <c:pt idx="374">
                  <c:v>1553</c:v>
                </c:pt>
                <c:pt idx="375">
                  <c:v>1594</c:v>
                </c:pt>
                <c:pt idx="376">
                  <c:v>1632</c:v>
                </c:pt>
                <c:pt idx="377">
                  <c:v>1687</c:v>
                </c:pt>
                <c:pt idx="378">
                  <c:v>1754</c:v>
                </c:pt>
                <c:pt idx="379">
                  <c:v>1776</c:v>
                </c:pt>
                <c:pt idx="380">
                  <c:v>1792</c:v>
                </c:pt>
                <c:pt idx="381">
                  <c:v>1818</c:v>
                </c:pt>
                <c:pt idx="382">
                  <c:v>1828</c:v>
                </c:pt>
                <c:pt idx="383">
                  <c:v>1854</c:v>
                </c:pt>
                <c:pt idx="384">
                  <c:v>1852</c:v>
                </c:pt>
                <c:pt idx="385">
                  <c:v>1881</c:v>
                </c:pt>
                <c:pt idx="386">
                  <c:v>1916</c:v>
                </c:pt>
                <c:pt idx="387">
                  <c:v>1946</c:v>
                </c:pt>
                <c:pt idx="388">
                  <c:v>1967</c:v>
                </c:pt>
                <c:pt idx="389">
                  <c:v>1974</c:v>
                </c:pt>
                <c:pt idx="390">
                  <c:v>1984</c:v>
                </c:pt>
                <c:pt idx="391">
                  <c:v>1993</c:v>
                </c:pt>
                <c:pt idx="392">
                  <c:v>2000</c:v>
                </c:pt>
                <c:pt idx="393">
                  <c:v>2012</c:v>
                </c:pt>
                <c:pt idx="394">
                  <c:v>1998</c:v>
                </c:pt>
                <c:pt idx="395">
                  <c:v>2028</c:v>
                </c:pt>
                <c:pt idx="396">
                  <c:v>2054</c:v>
                </c:pt>
                <c:pt idx="397">
                  <c:v>2016</c:v>
                </c:pt>
                <c:pt idx="398">
                  <c:v>2020</c:v>
                </c:pt>
                <c:pt idx="399">
                  <c:v>2022</c:v>
                </c:pt>
                <c:pt idx="400">
                  <c:v>2053</c:v>
                </c:pt>
                <c:pt idx="401">
                  <c:v>2053</c:v>
                </c:pt>
                <c:pt idx="402">
                  <c:v>2063</c:v>
                </c:pt>
                <c:pt idx="403">
                  <c:v>2072</c:v>
                </c:pt>
                <c:pt idx="404">
                  <c:v>2081</c:v>
                </c:pt>
                <c:pt idx="405">
                  <c:v>2068</c:v>
                </c:pt>
                <c:pt idx="406">
                  <c:v>2075</c:v>
                </c:pt>
                <c:pt idx="407">
                  <c:v>2092</c:v>
                </c:pt>
                <c:pt idx="408">
                  <c:v>2101</c:v>
                </c:pt>
                <c:pt idx="409">
                  <c:v>2114</c:v>
                </c:pt>
                <c:pt idx="410">
                  <c:v>2104</c:v>
                </c:pt>
                <c:pt idx="411">
                  <c:v>2107</c:v>
                </c:pt>
                <c:pt idx="412">
                  <c:v>2141</c:v>
                </c:pt>
                <c:pt idx="413">
                  <c:v>2144</c:v>
                </c:pt>
                <c:pt idx="414">
                  <c:v>2151</c:v>
                </c:pt>
                <c:pt idx="415">
                  <c:v>2167</c:v>
                </c:pt>
                <c:pt idx="416">
                  <c:v>2166</c:v>
                </c:pt>
                <c:pt idx="417">
                  <c:v>2172</c:v>
                </c:pt>
                <c:pt idx="418">
                  <c:v>2175</c:v>
                </c:pt>
                <c:pt idx="419">
                  <c:v>2183</c:v>
                </c:pt>
                <c:pt idx="420">
                  <c:v>2180</c:v>
                </c:pt>
                <c:pt idx="421">
                  <c:v>2180</c:v>
                </c:pt>
                <c:pt idx="422">
                  <c:v>2218</c:v>
                </c:pt>
                <c:pt idx="423">
                  <c:v>2222</c:v>
                </c:pt>
                <c:pt idx="424">
                  <c:v>2215</c:v>
                </c:pt>
                <c:pt idx="425">
                  <c:v>2221</c:v>
                </c:pt>
                <c:pt idx="426">
                  <c:v>2207</c:v>
                </c:pt>
                <c:pt idx="427">
                  <c:v>2205</c:v>
                </c:pt>
                <c:pt idx="428">
                  <c:v>2198</c:v>
                </c:pt>
                <c:pt idx="429">
                  <c:v>2186</c:v>
                </c:pt>
                <c:pt idx="430">
                  <c:v>2195</c:v>
                </c:pt>
                <c:pt idx="431">
                  <c:v>2192</c:v>
                </c:pt>
                <c:pt idx="432">
                  <c:v>2181</c:v>
                </c:pt>
                <c:pt idx="433">
                  <c:v>2175</c:v>
                </c:pt>
                <c:pt idx="434">
                  <c:v>2182</c:v>
                </c:pt>
                <c:pt idx="435">
                  <c:v>2191</c:v>
                </c:pt>
                <c:pt idx="436">
                  <c:v>2224</c:v>
                </c:pt>
                <c:pt idx="437">
                  <c:v>2203</c:v>
                </c:pt>
                <c:pt idx="438">
                  <c:v>2191</c:v>
                </c:pt>
                <c:pt idx="439">
                  <c:v>2194</c:v>
                </c:pt>
                <c:pt idx="440">
                  <c:v>2185</c:v>
                </c:pt>
                <c:pt idx="441">
                  <c:v>2200</c:v>
                </c:pt>
                <c:pt idx="442">
                  <c:v>2201</c:v>
                </c:pt>
                <c:pt idx="443">
                  <c:v>2194</c:v>
                </c:pt>
                <c:pt idx="444">
                  <c:v>2176</c:v>
                </c:pt>
                <c:pt idx="445">
                  <c:v>2164</c:v>
                </c:pt>
                <c:pt idx="446">
                  <c:v>2158</c:v>
                </c:pt>
                <c:pt idx="447">
                  <c:v>2161</c:v>
                </c:pt>
                <c:pt idx="448">
                  <c:v>2126</c:v>
                </c:pt>
                <c:pt idx="449">
                  <c:v>2141</c:v>
                </c:pt>
                <c:pt idx="450">
                  <c:v>2095</c:v>
                </c:pt>
                <c:pt idx="451">
                  <c:v>2083</c:v>
                </c:pt>
                <c:pt idx="452">
                  <c:v>2077</c:v>
                </c:pt>
                <c:pt idx="453">
                  <c:v>2082</c:v>
                </c:pt>
                <c:pt idx="454">
                  <c:v>2061</c:v>
                </c:pt>
                <c:pt idx="455">
                  <c:v>2057</c:v>
                </c:pt>
                <c:pt idx="456">
                  <c:v>2030</c:v>
                </c:pt>
                <c:pt idx="457">
                  <c:v>2042</c:v>
                </c:pt>
                <c:pt idx="458">
                  <c:v>2018</c:v>
                </c:pt>
                <c:pt idx="459">
                  <c:v>1976</c:v>
                </c:pt>
                <c:pt idx="460">
                  <c:v>1938</c:v>
                </c:pt>
                <c:pt idx="461">
                  <c:v>1894</c:v>
                </c:pt>
                <c:pt idx="462">
                  <c:v>1806</c:v>
                </c:pt>
                <c:pt idx="463">
                  <c:v>1776</c:v>
                </c:pt>
                <c:pt idx="464">
                  <c:v>1752</c:v>
                </c:pt>
                <c:pt idx="465">
                  <c:v>1716</c:v>
                </c:pt>
                <c:pt idx="466">
                  <c:v>1671</c:v>
                </c:pt>
                <c:pt idx="467">
                  <c:v>1623</c:v>
                </c:pt>
                <c:pt idx="468">
                  <c:v>1587</c:v>
                </c:pt>
                <c:pt idx="469">
                  <c:v>1558</c:v>
                </c:pt>
                <c:pt idx="470">
                  <c:v>1487</c:v>
                </c:pt>
                <c:pt idx="471">
                  <c:v>1418</c:v>
                </c:pt>
                <c:pt idx="472">
                  <c:v>1416</c:v>
                </c:pt>
                <c:pt idx="473">
                  <c:v>1375</c:v>
                </c:pt>
                <c:pt idx="474">
                  <c:v>1266</c:v>
                </c:pt>
                <c:pt idx="475">
                  <c:v>1222</c:v>
                </c:pt>
                <c:pt idx="476">
                  <c:v>1208</c:v>
                </c:pt>
                <c:pt idx="477">
                  <c:v>1148</c:v>
                </c:pt>
                <c:pt idx="478">
                  <c:v>1114</c:v>
                </c:pt>
                <c:pt idx="479">
                  <c:v>1086</c:v>
                </c:pt>
                <c:pt idx="480">
                  <c:v>1085</c:v>
                </c:pt>
                <c:pt idx="481">
                  <c:v>1049</c:v>
                </c:pt>
                <c:pt idx="482">
                  <c:v>1005</c:v>
                </c:pt>
                <c:pt idx="483">
                  <c:v>944</c:v>
                </c:pt>
                <c:pt idx="484">
                  <c:v>916</c:v>
                </c:pt>
                <c:pt idx="485">
                  <c:v>887</c:v>
                </c:pt>
                <c:pt idx="486">
                  <c:v>872</c:v>
                </c:pt>
                <c:pt idx="487">
                  <c:v>854</c:v>
                </c:pt>
                <c:pt idx="488">
                  <c:v>859</c:v>
                </c:pt>
                <c:pt idx="489">
                  <c:v>813</c:v>
                </c:pt>
                <c:pt idx="490">
                  <c:v>799</c:v>
                </c:pt>
                <c:pt idx="491">
                  <c:v>792</c:v>
                </c:pt>
                <c:pt idx="492">
                  <c:v>765</c:v>
                </c:pt>
                <c:pt idx="493">
                  <c:v>701</c:v>
                </c:pt>
                <c:pt idx="494">
                  <c:v>695</c:v>
                </c:pt>
                <c:pt idx="495">
                  <c:v>700</c:v>
                </c:pt>
                <c:pt idx="496">
                  <c:v>684</c:v>
                </c:pt>
                <c:pt idx="497">
                  <c:v>627</c:v>
                </c:pt>
                <c:pt idx="498">
                  <c:v>627</c:v>
                </c:pt>
                <c:pt idx="499">
                  <c:v>599</c:v>
                </c:pt>
                <c:pt idx="500">
                  <c:v>587</c:v>
                </c:pt>
                <c:pt idx="501">
                  <c:v>578</c:v>
                </c:pt>
                <c:pt idx="502">
                  <c:v>591</c:v>
                </c:pt>
                <c:pt idx="503">
                  <c:v>573</c:v>
                </c:pt>
                <c:pt idx="504">
                  <c:v>565</c:v>
                </c:pt>
                <c:pt idx="505">
                  <c:v>556</c:v>
                </c:pt>
                <c:pt idx="506">
                  <c:v>556</c:v>
                </c:pt>
                <c:pt idx="507">
                  <c:v>538</c:v>
                </c:pt>
                <c:pt idx="508">
                  <c:v>542</c:v>
                </c:pt>
                <c:pt idx="509">
                  <c:v>521</c:v>
                </c:pt>
                <c:pt idx="510">
                  <c:v>508</c:v>
                </c:pt>
                <c:pt idx="511">
                  <c:v>486</c:v>
                </c:pt>
                <c:pt idx="512">
                  <c:v>476</c:v>
                </c:pt>
                <c:pt idx="513">
                  <c:v>484</c:v>
                </c:pt>
                <c:pt idx="514">
                  <c:v>492</c:v>
                </c:pt>
                <c:pt idx="515">
                  <c:v>501</c:v>
                </c:pt>
                <c:pt idx="516">
                  <c:v>474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0-221F-4257-B395-C5028590AE37}"/>
            </c:ext>
          </c:extLst>
        </c:ser>
        <c:ser>
          <c:idx val="1"/>
          <c:order val="1"/>
          <c:tx>
            <c:strRef>
              <c:f>ICU!$C$1</c:f>
              <c:strCache>
                <c:ptCount val="1"/>
                <c:pt idx="0">
                  <c:v>UCI_disp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2"/>
              </a:solidFill>
              <a:ln w="9525">
                <a:solidFill>
                  <a:schemeClr val="accent2"/>
                </a:solidFill>
              </a:ln>
              <a:effectLst/>
            </c:spPr>
          </c:marker>
          <c:xVal>
            <c:numRef>
              <c:f>ICU!$A$2:$A$518</c:f>
              <c:numCache>
                <c:formatCode>m/d/yyyy</c:formatCode>
                <c:ptCount val="517"/>
                <c:pt idx="0">
                  <c:v>43929</c:v>
                </c:pt>
                <c:pt idx="1">
                  <c:v>43930</c:v>
                </c:pt>
                <c:pt idx="2">
                  <c:v>43931</c:v>
                </c:pt>
                <c:pt idx="3">
                  <c:v>43932</c:v>
                </c:pt>
                <c:pt idx="4">
                  <c:v>43933</c:v>
                </c:pt>
                <c:pt idx="5">
                  <c:v>43934</c:v>
                </c:pt>
                <c:pt idx="6">
                  <c:v>43935</c:v>
                </c:pt>
                <c:pt idx="7">
                  <c:v>43936</c:v>
                </c:pt>
                <c:pt idx="8">
                  <c:v>43937</c:v>
                </c:pt>
                <c:pt idx="9">
                  <c:v>43938</c:v>
                </c:pt>
                <c:pt idx="10">
                  <c:v>43939</c:v>
                </c:pt>
                <c:pt idx="11">
                  <c:v>43940</c:v>
                </c:pt>
                <c:pt idx="12">
                  <c:v>43941</c:v>
                </c:pt>
                <c:pt idx="13">
                  <c:v>43942</c:v>
                </c:pt>
                <c:pt idx="14">
                  <c:v>43943</c:v>
                </c:pt>
                <c:pt idx="15">
                  <c:v>43944</c:v>
                </c:pt>
                <c:pt idx="16">
                  <c:v>43945</c:v>
                </c:pt>
                <c:pt idx="17">
                  <c:v>43946</c:v>
                </c:pt>
                <c:pt idx="18">
                  <c:v>43947</c:v>
                </c:pt>
                <c:pt idx="19">
                  <c:v>43948</c:v>
                </c:pt>
                <c:pt idx="20">
                  <c:v>43949</c:v>
                </c:pt>
                <c:pt idx="21">
                  <c:v>43950</c:v>
                </c:pt>
                <c:pt idx="22">
                  <c:v>43951</c:v>
                </c:pt>
                <c:pt idx="23">
                  <c:v>43952</c:v>
                </c:pt>
                <c:pt idx="24">
                  <c:v>43953</c:v>
                </c:pt>
                <c:pt idx="25">
                  <c:v>43954</c:v>
                </c:pt>
                <c:pt idx="26">
                  <c:v>43955</c:v>
                </c:pt>
                <c:pt idx="27">
                  <c:v>43956</c:v>
                </c:pt>
                <c:pt idx="28">
                  <c:v>43957</c:v>
                </c:pt>
                <c:pt idx="29">
                  <c:v>43958</c:v>
                </c:pt>
                <c:pt idx="30">
                  <c:v>43959</c:v>
                </c:pt>
                <c:pt idx="31">
                  <c:v>43960</c:v>
                </c:pt>
                <c:pt idx="32">
                  <c:v>43961</c:v>
                </c:pt>
                <c:pt idx="33">
                  <c:v>43962</c:v>
                </c:pt>
                <c:pt idx="34">
                  <c:v>43963</c:v>
                </c:pt>
                <c:pt idx="35">
                  <c:v>43964</c:v>
                </c:pt>
                <c:pt idx="36">
                  <c:v>43965</c:v>
                </c:pt>
                <c:pt idx="37">
                  <c:v>43966</c:v>
                </c:pt>
                <c:pt idx="38">
                  <c:v>43967</c:v>
                </c:pt>
                <c:pt idx="39">
                  <c:v>43968</c:v>
                </c:pt>
                <c:pt idx="40">
                  <c:v>43969</c:v>
                </c:pt>
                <c:pt idx="41">
                  <c:v>43970</c:v>
                </c:pt>
                <c:pt idx="42">
                  <c:v>43971</c:v>
                </c:pt>
                <c:pt idx="43">
                  <c:v>43972</c:v>
                </c:pt>
                <c:pt idx="44">
                  <c:v>43973</c:v>
                </c:pt>
                <c:pt idx="45">
                  <c:v>43974</c:v>
                </c:pt>
                <c:pt idx="46">
                  <c:v>43975</c:v>
                </c:pt>
                <c:pt idx="47">
                  <c:v>43976</c:v>
                </c:pt>
                <c:pt idx="48">
                  <c:v>43977</c:v>
                </c:pt>
                <c:pt idx="49">
                  <c:v>43978</c:v>
                </c:pt>
                <c:pt idx="50">
                  <c:v>43979</c:v>
                </c:pt>
                <c:pt idx="51">
                  <c:v>43980</c:v>
                </c:pt>
                <c:pt idx="52">
                  <c:v>43981</c:v>
                </c:pt>
                <c:pt idx="53">
                  <c:v>43982</c:v>
                </c:pt>
                <c:pt idx="54">
                  <c:v>43983</c:v>
                </c:pt>
                <c:pt idx="55">
                  <c:v>43984</c:v>
                </c:pt>
                <c:pt idx="56">
                  <c:v>43985</c:v>
                </c:pt>
                <c:pt idx="57">
                  <c:v>43986</c:v>
                </c:pt>
                <c:pt idx="58">
                  <c:v>43987</c:v>
                </c:pt>
                <c:pt idx="59">
                  <c:v>43988</c:v>
                </c:pt>
                <c:pt idx="60">
                  <c:v>43989</c:v>
                </c:pt>
                <c:pt idx="61">
                  <c:v>43991</c:v>
                </c:pt>
                <c:pt idx="62">
                  <c:v>43992</c:v>
                </c:pt>
                <c:pt idx="63">
                  <c:v>43993</c:v>
                </c:pt>
                <c:pt idx="64">
                  <c:v>43994</c:v>
                </c:pt>
                <c:pt idx="65">
                  <c:v>43995</c:v>
                </c:pt>
                <c:pt idx="66">
                  <c:v>43996</c:v>
                </c:pt>
                <c:pt idx="67">
                  <c:v>43997</c:v>
                </c:pt>
                <c:pt idx="68">
                  <c:v>43998</c:v>
                </c:pt>
                <c:pt idx="69">
                  <c:v>43999</c:v>
                </c:pt>
                <c:pt idx="70">
                  <c:v>44000</c:v>
                </c:pt>
                <c:pt idx="71">
                  <c:v>44001</c:v>
                </c:pt>
                <c:pt idx="72">
                  <c:v>44002</c:v>
                </c:pt>
                <c:pt idx="73">
                  <c:v>44003</c:v>
                </c:pt>
                <c:pt idx="74">
                  <c:v>44004</c:v>
                </c:pt>
                <c:pt idx="75">
                  <c:v>44005</c:v>
                </c:pt>
                <c:pt idx="76">
                  <c:v>44006</c:v>
                </c:pt>
                <c:pt idx="77">
                  <c:v>44007</c:v>
                </c:pt>
                <c:pt idx="78">
                  <c:v>44008</c:v>
                </c:pt>
                <c:pt idx="79">
                  <c:v>44009</c:v>
                </c:pt>
                <c:pt idx="80">
                  <c:v>44010</c:v>
                </c:pt>
                <c:pt idx="81">
                  <c:v>44011</c:v>
                </c:pt>
                <c:pt idx="82">
                  <c:v>44012</c:v>
                </c:pt>
                <c:pt idx="83">
                  <c:v>44013</c:v>
                </c:pt>
                <c:pt idx="84">
                  <c:v>44014</c:v>
                </c:pt>
                <c:pt idx="85">
                  <c:v>44015</c:v>
                </c:pt>
                <c:pt idx="86">
                  <c:v>44016</c:v>
                </c:pt>
                <c:pt idx="87">
                  <c:v>44017</c:v>
                </c:pt>
                <c:pt idx="88">
                  <c:v>44018</c:v>
                </c:pt>
                <c:pt idx="89">
                  <c:v>44019</c:v>
                </c:pt>
                <c:pt idx="90">
                  <c:v>44020</c:v>
                </c:pt>
                <c:pt idx="91">
                  <c:v>44021</c:v>
                </c:pt>
                <c:pt idx="92">
                  <c:v>44022</c:v>
                </c:pt>
                <c:pt idx="93">
                  <c:v>44023</c:v>
                </c:pt>
                <c:pt idx="94">
                  <c:v>44024</c:v>
                </c:pt>
                <c:pt idx="95">
                  <c:v>44025</c:v>
                </c:pt>
                <c:pt idx="96">
                  <c:v>44026</c:v>
                </c:pt>
                <c:pt idx="97">
                  <c:v>44027</c:v>
                </c:pt>
                <c:pt idx="98">
                  <c:v>44028</c:v>
                </c:pt>
                <c:pt idx="99">
                  <c:v>44029</c:v>
                </c:pt>
                <c:pt idx="100">
                  <c:v>44030</c:v>
                </c:pt>
                <c:pt idx="101">
                  <c:v>44031</c:v>
                </c:pt>
                <c:pt idx="102">
                  <c:v>44032</c:v>
                </c:pt>
                <c:pt idx="103">
                  <c:v>44033</c:v>
                </c:pt>
                <c:pt idx="104">
                  <c:v>44034</c:v>
                </c:pt>
                <c:pt idx="105">
                  <c:v>44035</c:v>
                </c:pt>
                <c:pt idx="106">
                  <c:v>44036</c:v>
                </c:pt>
                <c:pt idx="107">
                  <c:v>44037</c:v>
                </c:pt>
                <c:pt idx="108">
                  <c:v>44038</c:v>
                </c:pt>
                <c:pt idx="109">
                  <c:v>44039</c:v>
                </c:pt>
                <c:pt idx="110">
                  <c:v>44040</c:v>
                </c:pt>
                <c:pt idx="111">
                  <c:v>44041</c:v>
                </c:pt>
                <c:pt idx="112">
                  <c:v>44042</c:v>
                </c:pt>
                <c:pt idx="113">
                  <c:v>44043</c:v>
                </c:pt>
                <c:pt idx="114">
                  <c:v>44044</c:v>
                </c:pt>
                <c:pt idx="115">
                  <c:v>44045</c:v>
                </c:pt>
                <c:pt idx="116">
                  <c:v>44046</c:v>
                </c:pt>
                <c:pt idx="117">
                  <c:v>44047</c:v>
                </c:pt>
                <c:pt idx="118">
                  <c:v>44048</c:v>
                </c:pt>
                <c:pt idx="119">
                  <c:v>44049</c:v>
                </c:pt>
                <c:pt idx="120">
                  <c:v>44050</c:v>
                </c:pt>
                <c:pt idx="121">
                  <c:v>44051</c:v>
                </c:pt>
                <c:pt idx="122">
                  <c:v>44052</c:v>
                </c:pt>
                <c:pt idx="123">
                  <c:v>44053</c:v>
                </c:pt>
                <c:pt idx="124">
                  <c:v>44054</c:v>
                </c:pt>
                <c:pt idx="125">
                  <c:v>44055</c:v>
                </c:pt>
                <c:pt idx="126">
                  <c:v>44056</c:v>
                </c:pt>
                <c:pt idx="127">
                  <c:v>44057</c:v>
                </c:pt>
                <c:pt idx="128">
                  <c:v>44058</c:v>
                </c:pt>
                <c:pt idx="129">
                  <c:v>44059</c:v>
                </c:pt>
                <c:pt idx="130">
                  <c:v>44060</c:v>
                </c:pt>
                <c:pt idx="131">
                  <c:v>44061</c:v>
                </c:pt>
                <c:pt idx="132">
                  <c:v>44062</c:v>
                </c:pt>
                <c:pt idx="133">
                  <c:v>44063</c:v>
                </c:pt>
                <c:pt idx="134">
                  <c:v>44064</c:v>
                </c:pt>
                <c:pt idx="135">
                  <c:v>44065</c:v>
                </c:pt>
                <c:pt idx="136">
                  <c:v>44066</c:v>
                </c:pt>
                <c:pt idx="137">
                  <c:v>44067</c:v>
                </c:pt>
                <c:pt idx="138">
                  <c:v>44068</c:v>
                </c:pt>
                <c:pt idx="139">
                  <c:v>44069</c:v>
                </c:pt>
                <c:pt idx="140">
                  <c:v>44070</c:v>
                </c:pt>
                <c:pt idx="141">
                  <c:v>44071</c:v>
                </c:pt>
                <c:pt idx="142">
                  <c:v>44072</c:v>
                </c:pt>
                <c:pt idx="143">
                  <c:v>44073</c:v>
                </c:pt>
                <c:pt idx="144">
                  <c:v>44074</c:v>
                </c:pt>
                <c:pt idx="145">
                  <c:v>44075</c:v>
                </c:pt>
                <c:pt idx="146">
                  <c:v>44076</c:v>
                </c:pt>
                <c:pt idx="147">
                  <c:v>44077</c:v>
                </c:pt>
                <c:pt idx="148">
                  <c:v>44078</c:v>
                </c:pt>
                <c:pt idx="149">
                  <c:v>44079</c:v>
                </c:pt>
                <c:pt idx="150">
                  <c:v>44080</c:v>
                </c:pt>
                <c:pt idx="151">
                  <c:v>44081</c:v>
                </c:pt>
                <c:pt idx="152">
                  <c:v>44082</c:v>
                </c:pt>
                <c:pt idx="153">
                  <c:v>44083</c:v>
                </c:pt>
                <c:pt idx="154">
                  <c:v>44084</c:v>
                </c:pt>
                <c:pt idx="155">
                  <c:v>44085</c:v>
                </c:pt>
                <c:pt idx="156">
                  <c:v>44086</c:v>
                </c:pt>
                <c:pt idx="157">
                  <c:v>44087</c:v>
                </c:pt>
                <c:pt idx="158">
                  <c:v>44088</c:v>
                </c:pt>
                <c:pt idx="159">
                  <c:v>44089</c:v>
                </c:pt>
                <c:pt idx="160">
                  <c:v>44090</c:v>
                </c:pt>
                <c:pt idx="161">
                  <c:v>44091</c:v>
                </c:pt>
                <c:pt idx="162">
                  <c:v>44092</c:v>
                </c:pt>
                <c:pt idx="163">
                  <c:v>44093</c:v>
                </c:pt>
                <c:pt idx="164">
                  <c:v>44094</c:v>
                </c:pt>
                <c:pt idx="165">
                  <c:v>44095</c:v>
                </c:pt>
                <c:pt idx="166">
                  <c:v>44096</c:v>
                </c:pt>
                <c:pt idx="167">
                  <c:v>44097</c:v>
                </c:pt>
                <c:pt idx="168">
                  <c:v>44098</c:v>
                </c:pt>
                <c:pt idx="169">
                  <c:v>44099</c:v>
                </c:pt>
                <c:pt idx="170">
                  <c:v>44100</c:v>
                </c:pt>
                <c:pt idx="171">
                  <c:v>44101</c:v>
                </c:pt>
                <c:pt idx="172">
                  <c:v>44102</c:v>
                </c:pt>
                <c:pt idx="173">
                  <c:v>44103</c:v>
                </c:pt>
                <c:pt idx="174">
                  <c:v>44104</c:v>
                </c:pt>
                <c:pt idx="175">
                  <c:v>44105</c:v>
                </c:pt>
                <c:pt idx="176">
                  <c:v>44106</c:v>
                </c:pt>
                <c:pt idx="177">
                  <c:v>44107</c:v>
                </c:pt>
                <c:pt idx="178">
                  <c:v>44108</c:v>
                </c:pt>
                <c:pt idx="179">
                  <c:v>44109</c:v>
                </c:pt>
                <c:pt idx="180">
                  <c:v>44110</c:v>
                </c:pt>
                <c:pt idx="181">
                  <c:v>44111</c:v>
                </c:pt>
                <c:pt idx="182">
                  <c:v>44112</c:v>
                </c:pt>
                <c:pt idx="183">
                  <c:v>44113</c:v>
                </c:pt>
                <c:pt idx="184">
                  <c:v>44114</c:v>
                </c:pt>
                <c:pt idx="185">
                  <c:v>44115</c:v>
                </c:pt>
                <c:pt idx="186">
                  <c:v>44116</c:v>
                </c:pt>
                <c:pt idx="187">
                  <c:v>44117</c:v>
                </c:pt>
                <c:pt idx="188">
                  <c:v>44118</c:v>
                </c:pt>
                <c:pt idx="189">
                  <c:v>44119</c:v>
                </c:pt>
                <c:pt idx="190">
                  <c:v>44120</c:v>
                </c:pt>
                <c:pt idx="191">
                  <c:v>44121</c:v>
                </c:pt>
                <c:pt idx="192">
                  <c:v>44122</c:v>
                </c:pt>
                <c:pt idx="193">
                  <c:v>44123</c:v>
                </c:pt>
                <c:pt idx="194">
                  <c:v>44124</c:v>
                </c:pt>
                <c:pt idx="195">
                  <c:v>44125</c:v>
                </c:pt>
                <c:pt idx="196">
                  <c:v>44126</c:v>
                </c:pt>
                <c:pt idx="197">
                  <c:v>44127</c:v>
                </c:pt>
                <c:pt idx="198">
                  <c:v>44128</c:v>
                </c:pt>
                <c:pt idx="199">
                  <c:v>44129</c:v>
                </c:pt>
                <c:pt idx="200">
                  <c:v>44130</c:v>
                </c:pt>
                <c:pt idx="201">
                  <c:v>44131</c:v>
                </c:pt>
                <c:pt idx="202">
                  <c:v>44132</c:v>
                </c:pt>
                <c:pt idx="203">
                  <c:v>44133</c:v>
                </c:pt>
                <c:pt idx="204">
                  <c:v>44134</c:v>
                </c:pt>
                <c:pt idx="205">
                  <c:v>44135</c:v>
                </c:pt>
                <c:pt idx="206">
                  <c:v>44136</c:v>
                </c:pt>
                <c:pt idx="207">
                  <c:v>44137</c:v>
                </c:pt>
                <c:pt idx="208">
                  <c:v>44138</c:v>
                </c:pt>
                <c:pt idx="209">
                  <c:v>44139</c:v>
                </c:pt>
                <c:pt idx="210">
                  <c:v>44140</c:v>
                </c:pt>
                <c:pt idx="211">
                  <c:v>44141</c:v>
                </c:pt>
                <c:pt idx="212">
                  <c:v>44142</c:v>
                </c:pt>
                <c:pt idx="213">
                  <c:v>44143</c:v>
                </c:pt>
                <c:pt idx="214">
                  <c:v>44144</c:v>
                </c:pt>
                <c:pt idx="215">
                  <c:v>44145</c:v>
                </c:pt>
                <c:pt idx="216">
                  <c:v>44146</c:v>
                </c:pt>
                <c:pt idx="217">
                  <c:v>44147</c:v>
                </c:pt>
                <c:pt idx="218">
                  <c:v>44148</c:v>
                </c:pt>
                <c:pt idx="219">
                  <c:v>44149</c:v>
                </c:pt>
                <c:pt idx="220">
                  <c:v>44150</c:v>
                </c:pt>
                <c:pt idx="221">
                  <c:v>44151</c:v>
                </c:pt>
                <c:pt idx="222">
                  <c:v>44152</c:v>
                </c:pt>
                <c:pt idx="223">
                  <c:v>44153</c:v>
                </c:pt>
                <c:pt idx="224">
                  <c:v>44154</c:v>
                </c:pt>
                <c:pt idx="225">
                  <c:v>44155</c:v>
                </c:pt>
                <c:pt idx="226">
                  <c:v>44156</c:v>
                </c:pt>
                <c:pt idx="227">
                  <c:v>44157</c:v>
                </c:pt>
                <c:pt idx="228">
                  <c:v>44158</c:v>
                </c:pt>
                <c:pt idx="229">
                  <c:v>44159</c:v>
                </c:pt>
                <c:pt idx="230">
                  <c:v>44160</c:v>
                </c:pt>
                <c:pt idx="231">
                  <c:v>44161</c:v>
                </c:pt>
                <c:pt idx="232">
                  <c:v>44162</c:v>
                </c:pt>
                <c:pt idx="233">
                  <c:v>44163</c:v>
                </c:pt>
                <c:pt idx="234">
                  <c:v>44164</c:v>
                </c:pt>
                <c:pt idx="235">
                  <c:v>44165</c:v>
                </c:pt>
                <c:pt idx="236">
                  <c:v>44166</c:v>
                </c:pt>
                <c:pt idx="237">
                  <c:v>44167</c:v>
                </c:pt>
                <c:pt idx="238">
                  <c:v>44168</c:v>
                </c:pt>
                <c:pt idx="239">
                  <c:v>44169</c:v>
                </c:pt>
                <c:pt idx="240">
                  <c:v>44170</c:v>
                </c:pt>
                <c:pt idx="241">
                  <c:v>44171</c:v>
                </c:pt>
                <c:pt idx="242">
                  <c:v>44172</c:v>
                </c:pt>
                <c:pt idx="243">
                  <c:v>44173</c:v>
                </c:pt>
                <c:pt idx="244">
                  <c:v>44174</c:v>
                </c:pt>
                <c:pt idx="245">
                  <c:v>44175</c:v>
                </c:pt>
                <c:pt idx="246">
                  <c:v>44176</c:v>
                </c:pt>
                <c:pt idx="247">
                  <c:v>44177</c:v>
                </c:pt>
                <c:pt idx="248">
                  <c:v>44178</c:v>
                </c:pt>
                <c:pt idx="249">
                  <c:v>44179</c:v>
                </c:pt>
                <c:pt idx="250">
                  <c:v>44180</c:v>
                </c:pt>
                <c:pt idx="251">
                  <c:v>44181</c:v>
                </c:pt>
                <c:pt idx="252">
                  <c:v>44182</c:v>
                </c:pt>
                <c:pt idx="253">
                  <c:v>44183</c:v>
                </c:pt>
                <c:pt idx="254">
                  <c:v>44184</c:v>
                </c:pt>
                <c:pt idx="255">
                  <c:v>44185</c:v>
                </c:pt>
                <c:pt idx="256">
                  <c:v>44186</c:v>
                </c:pt>
                <c:pt idx="257">
                  <c:v>44187</c:v>
                </c:pt>
                <c:pt idx="258">
                  <c:v>44188</c:v>
                </c:pt>
                <c:pt idx="259">
                  <c:v>44189</c:v>
                </c:pt>
                <c:pt idx="260">
                  <c:v>44190</c:v>
                </c:pt>
                <c:pt idx="261">
                  <c:v>44191</c:v>
                </c:pt>
                <c:pt idx="262">
                  <c:v>44192</c:v>
                </c:pt>
                <c:pt idx="263">
                  <c:v>44193</c:v>
                </c:pt>
                <c:pt idx="264">
                  <c:v>44194</c:v>
                </c:pt>
                <c:pt idx="265">
                  <c:v>44195</c:v>
                </c:pt>
                <c:pt idx="266">
                  <c:v>44196</c:v>
                </c:pt>
                <c:pt idx="267">
                  <c:v>44197</c:v>
                </c:pt>
                <c:pt idx="268">
                  <c:v>44198</c:v>
                </c:pt>
                <c:pt idx="269">
                  <c:v>44199</c:v>
                </c:pt>
                <c:pt idx="270">
                  <c:v>44200</c:v>
                </c:pt>
                <c:pt idx="271">
                  <c:v>44201</c:v>
                </c:pt>
                <c:pt idx="272">
                  <c:v>44202</c:v>
                </c:pt>
                <c:pt idx="273">
                  <c:v>44203</c:v>
                </c:pt>
                <c:pt idx="274">
                  <c:v>44204</c:v>
                </c:pt>
                <c:pt idx="275">
                  <c:v>44205</c:v>
                </c:pt>
                <c:pt idx="276">
                  <c:v>44206</c:v>
                </c:pt>
                <c:pt idx="277">
                  <c:v>44207</c:v>
                </c:pt>
                <c:pt idx="278">
                  <c:v>44208</c:v>
                </c:pt>
                <c:pt idx="279">
                  <c:v>44209</c:v>
                </c:pt>
                <c:pt idx="280">
                  <c:v>44210</c:v>
                </c:pt>
                <c:pt idx="281">
                  <c:v>44211</c:v>
                </c:pt>
                <c:pt idx="282">
                  <c:v>44212</c:v>
                </c:pt>
                <c:pt idx="283">
                  <c:v>44213</c:v>
                </c:pt>
                <c:pt idx="284">
                  <c:v>44214</c:v>
                </c:pt>
                <c:pt idx="285">
                  <c:v>44215</c:v>
                </c:pt>
                <c:pt idx="286">
                  <c:v>44216</c:v>
                </c:pt>
                <c:pt idx="287">
                  <c:v>44217</c:v>
                </c:pt>
                <c:pt idx="288">
                  <c:v>44218</c:v>
                </c:pt>
                <c:pt idx="289">
                  <c:v>44219</c:v>
                </c:pt>
                <c:pt idx="290">
                  <c:v>44220</c:v>
                </c:pt>
                <c:pt idx="291">
                  <c:v>44221</c:v>
                </c:pt>
                <c:pt idx="292">
                  <c:v>44222</c:v>
                </c:pt>
                <c:pt idx="293">
                  <c:v>44223</c:v>
                </c:pt>
                <c:pt idx="294">
                  <c:v>44224</c:v>
                </c:pt>
                <c:pt idx="295">
                  <c:v>44225</c:v>
                </c:pt>
                <c:pt idx="296">
                  <c:v>44226</c:v>
                </c:pt>
                <c:pt idx="297">
                  <c:v>44227</c:v>
                </c:pt>
                <c:pt idx="298">
                  <c:v>44228</c:v>
                </c:pt>
                <c:pt idx="299">
                  <c:v>44229</c:v>
                </c:pt>
                <c:pt idx="300">
                  <c:v>44230</c:v>
                </c:pt>
                <c:pt idx="301">
                  <c:v>44231</c:v>
                </c:pt>
                <c:pt idx="302">
                  <c:v>44232</c:v>
                </c:pt>
                <c:pt idx="303">
                  <c:v>44233</c:v>
                </c:pt>
                <c:pt idx="304">
                  <c:v>44234</c:v>
                </c:pt>
                <c:pt idx="305">
                  <c:v>44235</c:v>
                </c:pt>
                <c:pt idx="306">
                  <c:v>44236</c:v>
                </c:pt>
                <c:pt idx="307">
                  <c:v>44237</c:v>
                </c:pt>
                <c:pt idx="308">
                  <c:v>44238</c:v>
                </c:pt>
                <c:pt idx="309">
                  <c:v>44239</c:v>
                </c:pt>
                <c:pt idx="310">
                  <c:v>44240</c:v>
                </c:pt>
                <c:pt idx="311">
                  <c:v>44241</c:v>
                </c:pt>
                <c:pt idx="312">
                  <c:v>44242</c:v>
                </c:pt>
                <c:pt idx="313">
                  <c:v>44243</c:v>
                </c:pt>
                <c:pt idx="314">
                  <c:v>44244</c:v>
                </c:pt>
                <c:pt idx="315">
                  <c:v>44245</c:v>
                </c:pt>
                <c:pt idx="316">
                  <c:v>44246</c:v>
                </c:pt>
                <c:pt idx="317">
                  <c:v>44247</c:v>
                </c:pt>
                <c:pt idx="318">
                  <c:v>44248</c:v>
                </c:pt>
                <c:pt idx="319">
                  <c:v>44249</c:v>
                </c:pt>
                <c:pt idx="320">
                  <c:v>44250</c:v>
                </c:pt>
                <c:pt idx="321">
                  <c:v>44251</c:v>
                </c:pt>
                <c:pt idx="322">
                  <c:v>44252</c:v>
                </c:pt>
                <c:pt idx="323">
                  <c:v>44253</c:v>
                </c:pt>
                <c:pt idx="324">
                  <c:v>44254</c:v>
                </c:pt>
                <c:pt idx="325">
                  <c:v>44255</c:v>
                </c:pt>
                <c:pt idx="326">
                  <c:v>44256</c:v>
                </c:pt>
                <c:pt idx="327">
                  <c:v>44257</c:v>
                </c:pt>
                <c:pt idx="328">
                  <c:v>44258</c:v>
                </c:pt>
                <c:pt idx="329">
                  <c:v>44259</c:v>
                </c:pt>
                <c:pt idx="330">
                  <c:v>44260</c:v>
                </c:pt>
                <c:pt idx="331">
                  <c:v>44261</c:v>
                </c:pt>
                <c:pt idx="332">
                  <c:v>44262</c:v>
                </c:pt>
                <c:pt idx="333">
                  <c:v>44263</c:v>
                </c:pt>
                <c:pt idx="334">
                  <c:v>44264</c:v>
                </c:pt>
                <c:pt idx="335">
                  <c:v>44265</c:v>
                </c:pt>
                <c:pt idx="336">
                  <c:v>44266</c:v>
                </c:pt>
                <c:pt idx="337">
                  <c:v>44267</c:v>
                </c:pt>
                <c:pt idx="338">
                  <c:v>44268</c:v>
                </c:pt>
                <c:pt idx="339">
                  <c:v>44269</c:v>
                </c:pt>
                <c:pt idx="340">
                  <c:v>44270</c:v>
                </c:pt>
                <c:pt idx="341">
                  <c:v>44271</c:v>
                </c:pt>
                <c:pt idx="342">
                  <c:v>44272</c:v>
                </c:pt>
                <c:pt idx="343">
                  <c:v>44273</c:v>
                </c:pt>
                <c:pt idx="344">
                  <c:v>44274</c:v>
                </c:pt>
                <c:pt idx="345">
                  <c:v>44275</c:v>
                </c:pt>
                <c:pt idx="346">
                  <c:v>44276</c:v>
                </c:pt>
                <c:pt idx="347">
                  <c:v>44277</c:v>
                </c:pt>
                <c:pt idx="348">
                  <c:v>44278</c:v>
                </c:pt>
                <c:pt idx="349">
                  <c:v>44279</c:v>
                </c:pt>
                <c:pt idx="350">
                  <c:v>44280</c:v>
                </c:pt>
                <c:pt idx="351">
                  <c:v>44281</c:v>
                </c:pt>
                <c:pt idx="352">
                  <c:v>44282</c:v>
                </c:pt>
                <c:pt idx="353">
                  <c:v>44283</c:v>
                </c:pt>
                <c:pt idx="354">
                  <c:v>44284</c:v>
                </c:pt>
                <c:pt idx="355">
                  <c:v>44285</c:v>
                </c:pt>
                <c:pt idx="356">
                  <c:v>44286</c:v>
                </c:pt>
                <c:pt idx="357">
                  <c:v>44287</c:v>
                </c:pt>
                <c:pt idx="358">
                  <c:v>44288</c:v>
                </c:pt>
                <c:pt idx="359">
                  <c:v>44289</c:v>
                </c:pt>
                <c:pt idx="360">
                  <c:v>44290</c:v>
                </c:pt>
                <c:pt idx="361">
                  <c:v>44291</c:v>
                </c:pt>
                <c:pt idx="362">
                  <c:v>44292</c:v>
                </c:pt>
                <c:pt idx="363">
                  <c:v>44293</c:v>
                </c:pt>
                <c:pt idx="364">
                  <c:v>44294</c:v>
                </c:pt>
                <c:pt idx="365">
                  <c:v>44295</c:v>
                </c:pt>
                <c:pt idx="366">
                  <c:v>44296</c:v>
                </c:pt>
                <c:pt idx="367">
                  <c:v>44297</c:v>
                </c:pt>
                <c:pt idx="368">
                  <c:v>44298</c:v>
                </c:pt>
                <c:pt idx="369">
                  <c:v>44299</c:v>
                </c:pt>
                <c:pt idx="370">
                  <c:v>44300</c:v>
                </c:pt>
                <c:pt idx="371">
                  <c:v>44301</c:v>
                </c:pt>
                <c:pt idx="372">
                  <c:v>44302</c:v>
                </c:pt>
                <c:pt idx="373">
                  <c:v>44303</c:v>
                </c:pt>
                <c:pt idx="374">
                  <c:v>44304</c:v>
                </c:pt>
                <c:pt idx="375">
                  <c:v>44305</c:v>
                </c:pt>
                <c:pt idx="376">
                  <c:v>44306</c:v>
                </c:pt>
                <c:pt idx="377">
                  <c:v>44307</c:v>
                </c:pt>
                <c:pt idx="378">
                  <c:v>44308</c:v>
                </c:pt>
                <c:pt idx="379">
                  <c:v>44309</c:v>
                </c:pt>
                <c:pt idx="380">
                  <c:v>44310</c:v>
                </c:pt>
                <c:pt idx="381">
                  <c:v>44311</c:v>
                </c:pt>
                <c:pt idx="382">
                  <c:v>44312</c:v>
                </c:pt>
                <c:pt idx="383">
                  <c:v>44313</c:v>
                </c:pt>
                <c:pt idx="384">
                  <c:v>44314</c:v>
                </c:pt>
                <c:pt idx="385">
                  <c:v>44315</c:v>
                </c:pt>
                <c:pt idx="386">
                  <c:v>44316</c:v>
                </c:pt>
                <c:pt idx="387">
                  <c:v>44317</c:v>
                </c:pt>
                <c:pt idx="388">
                  <c:v>44318</c:v>
                </c:pt>
                <c:pt idx="389">
                  <c:v>44319</c:v>
                </c:pt>
                <c:pt idx="390">
                  <c:v>44320</c:v>
                </c:pt>
                <c:pt idx="391">
                  <c:v>44321</c:v>
                </c:pt>
                <c:pt idx="392">
                  <c:v>44322</c:v>
                </c:pt>
                <c:pt idx="393">
                  <c:v>44323</c:v>
                </c:pt>
                <c:pt idx="394">
                  <c:v>44324</c:v>
                </c:pt>
                <c:pt idx="395">
                  <c:v>44325</c:v>
                </c:pt>
                <c:pt idx="396">
                  <c:v>44326</c:v>
                </c:pt>
                <c:pt idx="397">
                  <c:v>44327</c:v>
                </c:pt>
                <c:pt idx="398">
                  <c:v>44328</c:v>
                </c:pt>
                <c:pt idx="399">
                  <c:v>44329</c:v>
                </c:pt>
                <c:pt idx="400">
                  <c:v>44330</c:v>
                </c:pt>
                <c:pt idx="401">
                  <c:v>44331</c:v>
                </c:pt>
                <c:pt idx="402">
                  <c:v>44332</c:v>
                </c:pt>
                <c:pt idx="403">
                  <c:v>44333</c:v>
                </c:pt>
                <c:pt idx="404">
                  <c:v>44334</c:v>
                </c:pt>
                <c:pt idx="405">
                  <c:v>44335</c:v>
                </c:pt>
                <c:pt idx="406">
                  <c:v>44336</c:v>
                </c:pt>
                <c:pt idx="407">
                  <c:v>44337</c:v>
                </c:pt>
                <c:pt idx="408">
                  <c:v>44338</c:v>
                </c:pt>
                <c:pt idx="409">
                  <c:v>44339</c:v>
                </c:pt>
                <c:pt idx="410">
                  <c:v>44340</c:v>
                </c:pt>
                <c:pt idx="411">
                  <c:v>44341</c:v>
                </c:pt>
                <c:pt idx="412">
                  <c:v>44342</c:v>
                </c:pt>
                <c:pt idx="413">
                  <c:v>44343</c:v>
                </c:pt>
                <c:pt idx="414">
                  <c:v>44344</c:v>
                </c:pt>
                <c:pt idx="415">
                  <c:v>44345</c:v>
                </c:pt>
                <c:pt idx="416">
                  <c:v>44346</c:v>
                </c:pt>
                <c:pt idx="417">
                  <c:v>44347</c:v>
                </c:pt>
                <c:pt idx="418">
                  <c:v>44348</c:v>
                </c:pt>
                <c:pt idx="419">
                  <c:v>44349</c:v>
                </c:pt>
                <c:pt idx="420">
                  <c:v>44350</c:v>
                </c:pt>
                <c:pt idx="421">
                  <c:v>44351</c:v>
                </c:pt>
                <c:pt idx="422">
                  <c:v>44352</c:v>
                </c:pt>
                <c:pt idx="423">
                  <c:v>44353</c:v>
                </c:pt>
                <c:pt idx="424">
                  <c:v>44354</c:v>
                </c:pt>
                <c:pt idx="425">
                  <c:v>44355</c:v>
                </c:pt>
                <c:pt idx="426">
                  <c:v>44356</c:v>
                </c:pt>
                <c:pt idx="427">
                  <c:v>44357</c:v>
                </c:pt>
                <c:pt idx="428">
                  <c:v>44358</c:v>
                </c:pt>
                <c:pt idx="429">
                  <c:v>44359</c:v>
                </c:pt>
                <c:pt idx="430">
                  <c:v>44360</c:v>
                </c:pt>
                <c:pt idx="431">
                  <c:v>44361</c:v>
                </c:pt>
                <c:pt idx="432">
                  <c:v>44362</c:v>
                </c:pt>
                <c:pt idx="433">
                  <c:v>44363</c:v>
                </c:pt>
                <c:pt idx="434">
                  <c:v>44364</c:v>
                </c:pt>
                <c:pt idx="435">
                  <c:v>44365</c:v>
                </c:pt>
                <c:pt idx="436">
                  <c:v>44366</c:v>
                </c:pt>
                <c:pt idx="437">
                  <c:v>44367</c:v>
                </c:pt>
                <c:pt idx="438">
                  <c:v>44368</c:v>
                </c:pt>
                <c:pt idx="439">
                  <c:v>44369</c:v>
                </c:pt>
                <c:pt idx="440">
                  <c:v>44370</c:v>
                </c:pt>
                <c:pt idx="441">
                  <c:v>44371</c:v>
                </c:pt>
                <c:pt idx="442">
                  <c:v>44372</c:v>
                </c:pt>
                <c:pt idx="443">
                  <c:v>44373</c:v>
                </c:pt>
                <c:pt idx="444">
                  <c:v>44374</c:v>
                </c:pt>
                <c:pt idx="445">
                  <c:v>44375</c:v>
                </c:pt>
                <c:pt idx="446">
                  <c:v>44376</c:v>
                </c:pt>
                <c:pt idx="447">
                  <c:v>44377</c:v>
                </c:pt>
                <c:pt idx="448">
                  <c:v>44378</c:v>
                </c:pt>
                <c:pt idx="449">
                  <c:v>44379</c:v>
                </c:pt>
                <c:pt idx="450">
                  <c:v>44380</c:v>
                </c:pt>
                <c:pt idx="451">
                  <c:v>44381</c:v>
                </c:pt>
                <c:pt idx="452">
                  <c:v>44382</c:v>
                </c:pt>
                <c:pt idx="453">
                  <c:v>44383</c:v>
                </c:pt>
                <c:pt idx="454">
                  <c:v>44384</c:v>
                </c:pt>
                <c:pt idx="455">
                  <c:v>44385</c:v>
                </c:pt>
                <c:pt idx="456">
                  <c:v>44386</c:v>
                </c:pt>
                <c:pt idx="457">
                  <c:v>44387</c:v>
                </c:pt>
                <c:pt idx="458">
                  <c:v>44388</c:v>
                </c:pt>
                <c:pt idx="459">
                  <c:v>44389</c:v>
                </c:pt>
                <c:pt idx="460">
                  <c:v>44390</c:v>
                </c:pt>
                <c:pt idx="461">
                  <c:v>44391</c:v>
                </c:pt>
                <c:pt idx="462">
                  <c:v>44392</c:v>
                </c:pt>
                <c:pt idx="463">
                  <c:v>44393</c:v>
                </c:pt>
                <c:pt idx="464">
                  <c:v>44394</c:v>
                </c:pt>
                <c:pt idx="465">
                  <c:v>44395</c:v>
                </c:pt>
                <c:pt idx="466">
                  <c:v>44396</c:v>
                </c:pt>
                <c:pt idx="467">
                  <c:v>44397</c:v>
                </c:pt>
                <c:pt idx="468">
                  <c:v>44398</c:v>
                </c:pt>
                <c:pt idx="469">
                  <c:v>44399</c:v>
                </c:pt>
                <c:pt idx="470">
                  <c:v>44400</c:v>
                </c:pt>
                <c:pt idx="471">
                  <c:v>44401</c:v>
                </c:pt>
                <c:pt idx="472">
                  <c:v>44402</c:v>
                </c:pt>
                <c:pt idx="473">
                  <c:v>44403</c:v>
                </c:pt>
                <c:pt idx="474">
                  <c:v>44404</c:v>
                </c:pt>
                <c:pt idx="475">
                  <c:v>44405</c:v>
                </c:pt>
                <c:pt idx="476">
                  <c:v>44406</c:v>
                </c:pt>
                <c:pt idx="477">
                  <c:v>44407</c:v>
                </c:pt>
                <c:pt idx="478">
                  <c:v>44408</c:v>
                </c:pt>
                <c:pt idx="479">
                  <c:v>44409</c:v>
                </c:pt>
                <c:pt idx="480">
                  <c:v>44410</c:v>
                </c:pt>
                <c:pt idx="481">
                  <c:v>44411</c:v>
                </c:pt>
                <c:pt idx="482">
                  <c:v>44412</c:v>
                </c:pt>
                <c:pt idx="483">
                  <c:v>44413</c:v>
                </c:pt>
                <c:pt idx="484">
                  <c:v>44414</c:v>
                </c:pt>
                <c:pt idx="485">
                  <c:v>44415</c:v>
                </c:pt>
                <c:pt idx="486">
                  <c:v>44416</c:v>
                </c:pt>
                <c:pt idx="487">
                  <c:v>44417</c:v>
                </c:pt>
                <c:pt idx="488">
                  <c:v>44418</c:v>
                </c:pt>
                <c:pt idx="489">
                  <c:v>44419</c:v>
                </c:pt>
                <c:pt idx="490">
                  <c:v>44420</c:v>
                </c:pt>
                <c:pt idx="491">
                  <c:v>44421</c:v>
                </c:pt>
                <c:pt idx="492">
                  <c:v>44422</c:v>
                </c:pt>
                <c:pt idx="493">
                  <c:v>44423</c:v>
                </c:pt>
                <c:pt idx="494">
                  <c:v>44424</c:v>
                </c:pt>
                <c:pt idx="495">
                  <c:v>44425</c:v>
                </c:pt>
                <c:pt idx="496">
                  <c:v>44426</c:v>
                </c:pt>
                <c:pt idx="497">
                  <c:v>44427</c:v>
                </c:pt>
                <c:pt idx="498">
                  <c:v>44428</c:v>
                </c:pt>
                <c:pt idx="499">
                  <c:v>44429</c:v>
                </c:pt>
                <c:pt idx="500">
                  <c:v>44430</c:v>
                </c:pt>
                <c:pt idx="501">
                  <c:v>44431</c:v>
                </c:pt>
                <c:pt idx="502">
                  <c:v>44432</c:v>
                </c:pt>
                <c:pt idx="503">
                  <c:v>44433</c:v>
                </c:pt>
                <c:pt idx="504">
                  <c:v>44434</c:v>
                </c:pt>
                <c:pt idx="505">
                  <c:v>44435</c:v>
                </c:pt>
                <c:pt idx="506">
                  <c:v>44436</c:v>
                </c:pt>
                <c:pt idx="507">
                  <c:v>44437</c:v>
                </c:pt>
                <c:pt idx="508">
                  <c:v>44438</c:v>
                </c:pt>
                <c:pt idx="509">
                  <c:v>44439</c:v>
                </c:pt>
                <c:pt idx="510">
                  <c:v>44440</c:v>
                </c:pt>
                <c:pt idx="511">
                  <c:v>44441</c:v>
                </c:pt>
                <c:pt idx="512">
                  <c:v>44442</c:v>
                </c:pt>
                <c:pt idx="513">
                  <c:v>44443</c:v>
                </c:pt>
                <c:pt idx="514">
                  <c:v>44444</c:v>
                </c:pt>
                <c:pt idx="515">
                  <c:v>44445</c:v>
                </c:pt>
                <c:pt idx="516">
                  <c:v>44446</c:v>
                </c:pt>
              </c:numCache>
            </c:numRef>
          </c:xVal>
          <c:yVal>
            <c:numRef>
              <c:f>ICU!$C$2:$C$518</c:f>
              <c:numCache>
                <c:formatCode>General</c:formatCode>
                <c:ptCount val="517"/>
                <c:pt idx="0">
                  <c:v>543</c:v>
                </c:pt>
                <c:pt idx="1">
                  <c:v>608</c:v>
                </c:pt>
                <c:pt idx="2">
                  <c:v>596</c:v>
                </c:pt>
                <c:pt idx="3">
                  <c:v>597</c:v>
                </c:pt>
                <c:pt idx="4">
                  <c:v>576</c:v>
                </c:pt>
                <c:pt idx="5">
                  <c:v>562</c:v>
                </c:pt>
                <c:pt idx="6">
                  <c:v>481</c:v>
                </c:pt>
                <c:pt idx="7">
                  <c:v>540</c:v>
                </c:pt>
                <c:pt idx="8">
                  <c:v>541</c:v>
                </c:pt>
                <c:pt idx="9">
                  <c:v>540</c:v>
                </c:pt>
                <c:pt idx="10">
                  <c:v>539</c:v>
                </c:pt>
                <c:pt idx="11">
                  <c:v>539</c:v>
                </c:pt>
                <c:pt idx="12">
                  <c:v>548</c:v>
                </c:pt>
                <c:pt idx="13">
                  <c:v>548</c:v>
                </c:pt>
                <c:pt idx="14">
                  <c:v>545</c:v>
                </c:pt>
                <c:pt idx="15">
                  <c:v>558</c:v>
                </c:pt>
                <c:pt idx="16">
                  <c:v>558</c:v>
                </c:pt>
                <c:pt idx="17">
                  <c:v>563</c:v>
                </c:pt>
                <c:pt idx="18">
                  <c:v>563</c:v>
                </c:pt>
                <c:pt idx="19">
                  <c:v>563</c:v>
                </c:pt>
                <c:pt idx="20">
                  <c:v>563</c:v>
                </c:pt>
                <c:pt idx="21">
                  <c:v>543</c:v>
                </c:pt>
                <c:pt idx="22">
                  <c:v>543</c:v>
                </c:pt>
                <c:pt idx="23">
                  <c:v>543</c:v>
                </c:pt>
                <c:pt idx="24">
                  <c:v>543</c:v>
                </c:pt>
                <c:pt idx="25">
                  <c:v>547</c:v>
                </c:pt>
                <c:pt idx="26">
                  <c:v>547</c:v>
                </c:pt>
                <c:pt idx="27">
                  <c:v>559</c:v>
                </c:pt>
                <c:pt idx="28">
                  <c:v>569</c:v>
                </c:pt>
                <c:pt idx="29">
                  <c:v>557</c:v>
                </c:pt>
                <c:pt idx="30">
                  <c:v>553</c:v>
                </c:pt>
                <c:pt idx="31">
                  <c:v>565</c:v>
                </c:pt>
                <c:pt idx="32">
                  <c:v>562</c:v>
                </c:pt>
                <c:pt idx="33">
                  <c:v>557</c:v>
                </c:pt>
                <c:pt idx="34">
                  <c:v>568</c:v>
                </c:pt>
                <c:pt idx="35">
                  <c:v>582</c:v>
                </c:pt>
                <c:pt idx="36">
                  <c:v>584</c:v>
                </c:pt>
                <c:pt idx="37">
                  <c:v>591</c:v>
                </c:pt>
                <c:pt idx="38">
                  <c:v>593</c:v>
                </c:pt>
                <c:pt idx="39">
                  <c:v>610</c:v>
                </c:pt>
                <c:pt idx="40">
                  <c:v>613</c:v>
                </c:pt>
                <c:pt idx="41">
                  <c:v>634</c:v>
                </c:pt>
                <c:pt idx="42">
                  <c:v>638</c:v>
                </c:pt>
                <c:pt idx="43">
                  <c:v>638</c:v>
                </c:pt>
                <c:pt idx="44">
                  <c:v>646</c:v>
                </c:pt>
                <c:pt idx="45">
                  <c:v>648</c:v>
                </c:pt>
                <c:pt idx="46">
                  <c:v>665</c:v>
                </c:pt>
                <c:pt idx="47">
                  <c:v>668</c:v>
                </c:pt>
                <c:pt idx="48">
                  <c:v>668</c:v>
                </c:pt>
                <c:pt idx="49">
                  <c:v>668</c:v>
                </c:pt>
                <c:pt idx="50">
                  <c:v>668</c:v>
                </c:pt>
                <c:pt idx="51">
                  <c:v>670</c:v>
                </c:pt>
                <c:pt idx="52">
                  <c:v>670</c:v>
                </c:pt>
                <c:pt idx="53">
                  <c:v>670</c:v>
                </c:pt>
                <c:pt idx="54">
                  <c:v>670</c:v>
                </c:pt>
                <c:pt idx="55">
                  <c:v>670</c:v>
                </c:pt>
                <c:pt idx="56">
                  <c:v>670</c:v>
                </c:pt>
                <c:pt idx="57">
                  <c:v>674</c:v>
                </c:pt>
                <c:pt idx="58">
                  <c:v>712</c:v>
                </c:pt>
                <c:pt idx="59">
                  <c:v>716</c:v>
                </c:pt>
                <c:pt idx="60">
                  <c:v>716</c:v>
                </c:pt>
                <c:pt idx="61">
                  <c:v>722</c:v>
                </c:pt>
                <c:pt idx="62">
                  <c:v>716</c:v>
                </c:pt>
                <c:pt idx="63">
                  <c:v>722</c:v>
                </c:pt>
                <c:pt idx="64">
                  <c:v>722</c:v>
                </c:pt>
                <c:pt idx="65">
                  <c:v>724</c:v>
                </c:pt>
                <c:pt idx="66">
                  <c:v>724</c:v>
                </c:pt>
                <c:pt idx="67">
                  <c:v>727</c:v>
                </c:pt>
                <c:pt idx="68">
                  <c:v>734</c:v>
                </c:pt>
                <c:pt idx="69">
                  <c:v>749</c:v>
                </c:pt>
                <c:pt idx="70">
                  <c:v>764</c:v>
                </c:pt>
                <c:pt idx="71">
                  <c:v>774</c:v>
                </c:pt>
                <c:pt idx="72">
                  <c:v>766</c:v>
                </c:pt>
                <c:pt idx="73">
                  <c:v>771</c:v>
                </c:pt>
                <c:pt idx="74">
                  <c:v>771</c:v>
                </c:pt>
                <c:pt idx="75">
                  <c:v>771</c:v>
                </c:pt>
                <c:pt idx="76">
                  <c:v>812</c:v>
                </c:pt>
                <c:pt idx="77">
                  <c:v>826</c:v>
                </c:pt>
                <c:pt idx="78">
                  <c:v>883</c:v>
                </c:pt>
                <c:pt idx="79">
                  <c:v>911</c:v>
                </c:pt>
                <c:pt idx="80">
                  <c:v>939</c:v>
                </c:pt>
                <c:pt idx="81">
                  <c:v>942</c:v>
                </c:pt>
                <c:pt idx="82">
                  <c:v>957</c:v>
                </c:pt>
                <c:pt idx="83">
                  <c:v>988</c:v>
                </c:pt>
                <c:pt idx="84">
                  <c:v>966</c:v>
                </c:pt>
                <c:pt idx="85">
                  <c:v>993</c:v>
                </c:pt>
                <c:pt idx="86">
                  <c:v>998</c:v>
                </c:pt>
                <c:pt idx="87">
                  <c:v>1013</c:v>
                </c:pt>
                <c:pt idx="88">
                  <c:v>1039</c:v>
                </c:pt>
                <c:pt idx="89">
                  <c:v>1058</c:v>
                </c:pt>
                <c:pt idx="90">
                  <c:v>1112</c:v>
                </c:pt>
                <c:pt idx="91">
                  <c:v>1106</c:v>
                </c:pt>
                <c:pt idx="92">
                  <c:v>1144</c:v>
                </c:pt>
                <c:pt idx="93">
                  <c:v>1132</c:v>
                </c:pt>
                <c:pt idx="94">
                  <c:v>1161</c:v>
                </c:pt>
                <c:pt idx="95">
                  <c:v>1187</c:v>
                </c:pt>
                <c:pt idx="96">
                  <c:v>1239</c:v>
                </c:pt>
                <c:pt idx="97">
                  <c:v>1296</c:v>
                </c:pt>
                <c:pt idx="98">
                  <c:v>1295</c:v>
                </c:pt>
                <c:pt idx="99">
                  <c:v>1303</c:v>
                </c:pt>
                <c:pt idx="100">
                  <c:v>1335</c:v>
                </c:pt>
                <c:pt idx="101">
                  <c:v>1342</c:v>
                </c:pt>
                <c:pt idx="102">
                  <c:v>1355</c:v>
                </c:pt>
                <c:pt idx="103">
                  <c:v>1394</c:v>
                </c:pt>
                <c:pt idx="104">
                  <c:v>1407</c:v>
                </c:pt>
                <c:pt idx="105">
                  <c:v>1409</c:v>
                </c:pt>
                <c:pt idx="106">
                  <c:v>1446</c:v>
                </c:pt>
                <c:pt idx="107">
                  <c:v>1447</c:v>
                </c:pt>
                <c:pt idx="108">
                  <c:v>1455</c:v>
                </c:pt>
                <c:pt idx="109">
                  <c:v>1479</c:v>
                </c:pt>
                <c:pt idx="110">
                  <c:v>1503</c:v>
                </c:pt>
                <c:pt idx="111">
                  <c:v>1533</c:v>
                </c:pt>
                <c:pt idx="112">
                  <c:v>1553</c:v>
                </c:pt>
                <c:pt idx="113">
                  <c:v>1566</c:v>
                </c:pt>
                <c:pt idx="114">
                  <c:v>1586</c:v>
                </c:pt>
                <c:pt idx="115">
                  <c:v>1604</c:v>
                </c:pt>
                <c:pt idx="116">
                  <c:v>1633</c:v>
                </c:pt>
                <c:pt idx="117">
                  <c:v>1621</c:v>
                </c:pt>
                <c:pt idx="118">
                  <c:v>1635</c:v>
                </c:pt>
                <c:pt idx="119">
                  <c:v>1649</c:v>
                </c:pt>
                <c:pt idx="120">
                  <c:v>1671</c:v>
                </c:pt>
                <c:pt idx="121">
                  <c:v>1684</c:v>
                </c:pt>
                <c:pt idx="122">
                  <c:v>1683</c:v>
                </c:pt>
                <c:pt idx="123">
                  <c:v>1703</c:v>
                </c:pt>
                <c:pt idx="124">
                  <c:v>1717</c:v>
                </c:pt>
                <c:pt idx="125">
                  <c:v>1728</c:v>
                </c:pt>
                <c:pt idx="126">
                  <c:v>1742</c:v>
                </c:pt>
                <c:pt idx="127">
                  <c:v>1742</c:v>
                </c:pt>
                <c:pt idx="128">
                  <c:v>1774</c:v>
                </c:pt>
                <c:pt idx="129">
                  <c:v>1774</c:v>
                </c:pt>
                <c:pt idx="130">
                  <c:v>1773</c:v>
                </c:pt>
                <c:pt idx="131">
                  <c:v>1787</c:v>
                </c:pt>
                <c:pt idx="132">
                  <c:v>1786</c:v>
                </c:pt>
                <c:pt idx="133">
                  <c:v>1788</c:v>
                </c:pt>
                <c:pt idx="134">
                  <c:v>1808</c:v>
                </c:pt>
                <c:pt idx="135">
                  <c:v>1813</c:v>
                </c:pt>
                <c:pt idx="136">
                  <c:v>1811</c:v>
                </c:pt>
                <c:pt idx="137">
                  <c:v>1816</c:v>
                </c:pt>
                <c:pt idx="138">
                  <c:v>1818</c:v>
                </c:pt>
                <c:pt idx="139">
                  <c:v>1828</c:v>
                </c:pt>
                <c:pt idx="140">
                  <c:v>1829</c:v>
                </c:pt>
                <c:pt idx="141">
                  <c:v>1824</c:v>
                </c:pt>
                <c:pt idx="142">
                  <c:v>1830</c:v>
                </c:pt>
                <c:pt idx="143">
                  <c:v>1834</c:v>
                </c:pt>
                <c:pt idx="144">
                  <c:v>1857</c:v>
                </c:pt>
                <c:pt idx="145">
                  <c:v>1858</c:v>
                </c:pt>
                <c:pt idx="146">
                  <c:v>1860</c:v>
                </c:pt>
                <c:pt idx="147">
                  <c:v>1858</c:v>
                </c:pt>
                <c:pt idx="148">
                  <c:v>1873</c:v>
                </c:pt>
                <c:pt idx="149">
                  <c:v>1875</c:v>
                </c:pt>
                <c:pt idx="150">
                  <c:v>1872</c:v>
                </c:pt>
                <c:pt idx="151">
                  <c:v>1882</c:v>
                </c:pt>
                <c:pt idx="152">
                  <c:v>1874</c:v>
                </c:pt>
                <c:pt idx="153">
                  <c:v>1875</c:v>
                </c:pt>
                <c:pt idx="154">
                  <c:v>1838</c:v>
                </c:pt>
                <c:pt idx="155">
                  <c:v>1823</c:v>
                </c:pt>
                <c:pt idx="156">
                  <c:v>1823</c:v>
                </c:pt>
                <c:pt idx="157">
                  <c:v>1824</c:v>
                </c:pt>
                <c:pt idx="158">
                  <c:v>1828</c:v>
                </c:pt>
                <c:pt idx="159">
                  <c:v>1822</c:v>
                </c:pt>
                <c:pt idx="160">
                  <c:v>1800</c:v>
                </c:pt>
                <c:pt idx="161">
                  <c:v>1800</c:v>
                </c:pt>
                <c:pt idx="162">
                  <c:v>1792</c:v>
                </c:pt>
                <c:pt idx="163">
                  <c:v>1802</c:v>
                </c:pt>
                <c:pt idx="164">
                  <c:v>1806</c:v>
                </c:pt>
                <c:pt idx="165">
                  <c:v>1794</c:v>
                </c:pt>
                <c:pt idx="166">
                  <c:v>1799</c:v>
                </c:pt>
                <c:pt idx="167">
                  <c:v>1779</c:v>
                </c:pt>
                <c:pt idx="168">
                  <c:v>1763</c:v>
                </c:pt>
                <c:pt idx="169">
                  <c:v>1756</c:v>
                </c:pt>
                <c:pt idx="170">
                  <c:v>1753</c:v>
                </c:pt>
                <c:pt idx="171">
                  <c:v>1747</c:v>
                </c:pt>
                <c:pt idx="172">
                  <c:v>1755</c:v>
                </c:pt>
                <c:pt idx="173">
                  <c:v>1730</c:v>
                </c:pt>
                <c:pt idx="174">
                  <c:v>1754</c:v>
                </c:pt>
                <c:pt idx="175">
                  <c:v>1680</c:v>
                </c:pt>
                <c:pt idx="176">
                  <c:v>1673</c:v>
                </c:pt>
                <c:pt idx="177">
                  <c:v>1656</c:v>
                </c:pt>
                <c:pt idx="178">
                  <c:v>1656</c:v>
                </c:pt>
                <c:pt idx="179">
                  <c:v>1666</c:v>
                </c:pt>
                <c:pt idx="180">
                  <c:v>1684</c:v>
                </c:pt>
                <c:pt idx="181">
                  <c:v>1703</c:v>
                </c:pt>
                <c:pt idx="182">
                  <c:v>1700</c:v>
                </c:pt>
                <c:pt idx="183">
                  <c:v>1690</c:v>
                </c:pt>
                <c:pt idx="184">
                  <c:v>1689</c:v>
                </c:pt>
                <c:pt idx="185">
                  <c:v>1689</c:v>
                </c:pt>
                <c:pt idx="186">
                  <c:v>1676</c:v>
                </c:pt>
                <c:pt idx="187">
                  <c:v>1678</c:v>
                </c:pt>
                <c:pt idx="188">
                  <c:v>1678</c:v>
                </c:pt>
                <c:pt idx="189">
                  <c:v>1668</c:v>
                </c:pt>
                <c:pt idx="190">
                  <c:v>1646</c:v>
                </c:pt>
                <c:pt idx="191">
                  <c:v>1644</c:v>
                </c:pt>
                <c:pt idx="192">
                  <c:v>1649</c:v>
                </c:pt>
                <c:pt idx="193">
                  <c:v>1650</c:v>
                </c:pt>
                <c:pt idx="194">
                  <c:v>1650</c:v>
                </c:pt>
                <c:pt idx="195">
                  <c:v>1641</c:v>
                </c:pt>
                <c:pt idx="196">
                  <c:v>1648</c:v>
                </c:pt>
                <c:pt idx="197">
                  <c:v>1648</c:v>
                </c:pt>
                <c:pt idx="198">
                  <c:v>1643</c:v>
                </c:pt>
                <c:pt idx="199">
                  <c:v>1643</c:v>
                </c:pt>
                <c:pt idx="200">
                  <c:v>1645</c:v>
                </c:pt>
                <c:pt idx="201">
                  <c:v>1651</c:v>
                </c:pt>
                <c:pt idx="202">
                  <c:v>1655</c:v>
                </c:pt>
                <c:pt idx="203">
                  <c:v>1645</c:v>
                </c:pt>
                <c:pt idx="204">
                  <c:v>1660</c:v>
                </c:pt>
                <c:pt idx="205">
                  <c:v>1663</c:v>
                </c:pt>
                <c:pt idx="206">
                  <c:v>1654</c:v>
                </c:pt>
                <c:pt idx="207">
                  <c:v>1657</c:v>
                </c:pt>
                <c:pt idx="208">
                  <c:v>1657</c:v>
                </c:pt>
                <c:pt idx="209">
                  <c:v>1656</c:v>
                </c:pt>
                <c:pt idx="210">
                  <c:v>1655</c:v>
                </c:pt>
                <c:pt idx="211">
                  <c:v>1656</c:v>
                </c:pt>
                <c:pt idx="212">
                  <c:v>1651</c:v>
                </c:pt>
                <c:pt idx="213">
                  <c:v>1651</c:v>
                </c:pt>
                <c:pt idx="214">
                  <c:v>1655</c:v>
                </c:pt>
                <c:pt idx="215">
                  <c:v>1666</c:v>
                </c:pt>
                <c:pt idx="216">
                  <c:v>1628</c:v>
                </c:pt>
                <c:pt idx="217">
                  <c:v>1628</c:v>
                </c:pt>
                <c:pt idx="218">
                  <c:v>1623</c:v>
                </c:pt>
                <c:pt idx="219">
                  <c:v>1646</c:v>
                </c:pt>
                <c:pt idx="220">
                  <c:v>1628</c:v>
                </c:pt>
                <c:pt idx="221">
                  <c:v>1621</c:v>
                </c:pt>
                <c:pt idx="222">
                  <c:v>1622</c:v>
                </c:pt>
                <c:pt idx="223">
                  <c:v>1634</c:v>
                </c:pt>
                <c:pt idx="224">
                  <c:v>1628</c:v>
                </c:pt>
                <c:pt idx="225">
                  <c:v>1625</c:v>
                </c:pt>
                <c:pt idx="226">
                  <c:v>1620</c:v>
                </c:pt>
                <c:pt idx="227">
                  <c:v>1621</c:v>
                </c:pt>
                <c:pt idx="228">
                  <c:v>1618</c:v>
                </c:pt>
                <c:pt idx="229">
                  <c:v>1619</c:v>
                </c:pt>
                <c:pt idx="230">
                  <c:v>1621</c:v>
                </c:pt>
                <c:pt idx="231">
                  <c:v>1621</c:v>
                </c:pt>
                <c:pt idx="232">
                  <c:v>1599</c:v>
                </c:pt>
                <c:pt idx="233">
                  <c:v>1613</c:v>
                </c:pt>
                <c:pt idx="234">
                  <c:v>1613</c:v>
                </c:pt>
                <c:pt idx="235">
                  <c:v>1603</c:v>
                </c:pt>
                <c:pt idx="236">
                  <c:v>1611</c:v>
                </c:pt>
                <c:pt idx="237">
                  <c:v>1600</c:v>
                </c:pt>
                <c:pt idx="238">
                  <c:v>1600</c:v>
                </c:pt>
                <c:pt idx="239">
                  <c:v>1582</c:v>
                </c:pt>
                <c:pt idx="240">
                  <c:v>1582</c:v>
                </c:pt>
                <c:pt idx="241">
                  <c:v>1579</c:v>
                </c:pt>
                <c:pt idx="242">
                  <c:v>1579</c:v>
                </c:pt>
                <c:pt idx="243">
                  <c:v>1579</c:v>
                </c:pt>
                <c:pt idx="244">
                  <c:v>1577</c:v>
                </c:pt>
                <c:pt idx="245">
                  <c:v>1569</c:v>
                </c:pt>
                <c:pt idx="246">
                  <c:v>1573</c:v>
                </c:pt>
                <c:pt idx="247">
                  <c:v>1571</c:v>
                </c:pt>
                <c:pt idx="248">
                  <c:v>1574</c:v>
                </c:pt>
                <c:pt idx="249">
                  <c:v>1577</c:v>
                </c:pt>
                <c:pt idx="250">
                  <c:v>1575</c:v>
                </c:pt>
                <c:pt idx="251">
                  <c:v>1595</c:v>
                </c:pt>
                <c:pt idx="252">
                  <c:v>1628</c:v>
                </c:pt>
                <c:pt idx="253">
                  <c:v>1636</c:v>
                </c:pt>
                <c:pt idx="254">
                  <c:v>1663</c:v>
                </c:pt>
                <c:pt idx="255">
                  <c:v>1650</c:v>
                </c:pt>
                <c:pt idx="256">
                  <c:v>1645</c:v>
                </c:pt>
                <c:pt idx="257">
                  <c:v>1654</c:v>
                </c:pt>
                <c:pt idx="258">
                  <c:v>1661</c:v>
                </c:pt>
                <c:pt idx="259">
                  <c:v>1658</c:v>
                </c:pt>
                <c:pt idx="260">
                  <c:v>1674</c:v>
                </c:pt>
                <c:pt idx="261">
                  <c:v>1673</c:v>
                </c:pt>
                <c:pt idx="262">
                  <c:v>1674</c:v>
                </c:pt>
                <c:pt idx="263">
                  <c:v>1680</c:v>
                </c:pt>
                <c:pt idx="264">
                  <c:v>1688</c:v>
                </c:pt>
                <c:pt idx="265">
                  <c:v>1718</c:v>
                </c:pt>
                <c:pt idx="266">
                  <c:v>1721</c:v>
                </c:pt>
                <c:pt idx="267">
                  <c:v>1733</c:v>
                </c:pt>
                <c:pt idx="268">
                  <c:v>1752</c:v>
                </c:pt>
                <c:pt idx="269">
                  <c:v>1752</c:v>
                </c:pt>
                <c:pt idx="270">
                  <c:v>1752</c:v>
                </c:pt>
                <c:pt idx="271">
                  <c:v>1754</c:v>
                </c:pt>
                <c:pt idx="272">
                  <c:v>1765</c:v>
                </c:pt>
                <c:pt idx="273">
                  <c:v>1786</c:v>
                </c:pt>
                <c:pt idx="274">
                  <c:v>1827</c:v>
                </c:pt>
                <c:pt idx="275">
                  <c:v>1840</c:v>
                </c:pt>
                <c:pt idx="276">
                  <c:v>1878</c:v>
                </c:pt>
                <c:pt idx="277">
                  <c:v>1870</c:v>
                </c:pt>
                <c:pt idx="278">
                  <c:v>1887</c:v>
                </c:pt>
                <c:pt idx="279">
                  <c:v>1915</c:v>
                </c:pt>
                <c:pt idx="280">
                  <c:v>1939</c:v>
                </c:pt>
                <c:pt idx="281">
                  <c:v>1939</c:v>
                </c:pt>
                <c:pt idx="282">
                  <c:v>1953</c:v>
                </c:pt>
                <c:pt idx="283">
                  <c:v>1967</c:v>
                </c:pt>
                <c:pt idx="284">
                  <c:v>1978</c:v>
                </c:pt>
                <c:pt idx="285">
                  <c:v>2003</c:v>
                </c:pt>
                <c:pt idx="286">
                  <c:v>2008</c:v>
                </c:pt>
                <c:pt idx="287">
                  <c:v>2003</c:v>
                </c:pt>
                <c:pt idx="288">
                  <c:v>2015</c:v>
                </c:pt>
                <c:pt idx="289">
                  <c:v>2026</c:v>
                </c:pt>
                <c:pt idx="290">
                  <c:v>2023</c:v>
                </c:pt>
                <c:pt idx="291">
                  <c:v>2023</c:v>
                </c:pt>
                <c:pt idx="292">
                  <c:v>2023</c:v>
                </c:pt>
                <c:pt idx="293">
                  <c:v>2011</c:v>
                </c:pt>
                <c:pt idx="294">
                  <c:v>2014</c:v>
                </c:pt>
                <c:pt idx="295">
                  <c:v>2015</c:v>
                </c:pt>
                <c:pt idx="296">
                  <c:v>2017</c:v>
                </c:pt>
                <c:pt idx="297">
                  <c:v>2017</c:v>
                </c:pt>
                <c:pt idx="298">
                  <c:v>2003</c:v>
                </c:pt>
                <c:pt idx="299">
                  <c:v>2000</c:v>
                </c:pt>
                <c:pt idx="300">
                  <c:v>1985</c:v>
                </c:pt>
                <c:pt idx="301">
                  <c:v>1965</c:v>
                </c:pt>
                <c:pt idx="302">
                  <c:v>1947</c:v>
                </c:pt>
                <c:pt idx="303">
                  <c:v>1925</c:v>
                </c:pt>
                <c:pt idx="304">
                  <c:v>1909</c:v>
                </c:pt>
                <c:pt idx="305">
                  <c:v>1885</c:v>
                </c:pt>
                <c:pt idx="306">
                  <c:v>1863</c:v>
                </c:pt>
                <c:pt idx="307">
                  <c:v>1846</c:v>
                </c:pt>
                <c:pt idx="308">
                  <c:v>1841</c:v>
                </c:pt>
                <c:pt idx="309">
                  <c:v>1841</c:v>
                </c:pt>
                <c:pt idx="310">
                  <c:v>1810</c:v>
                </c:pt>
                <c:pt idx="311">
                  <c:v>1811</c:v>
                </c:pt>
                <c:pt idx="312">
                  <c:v>1766</c:v>
                </c:pt>
                <c:pt idx="313">
                  <c:v>1766</c:v>
                </c:pt>
                <c:pt idx="314">
                  <c:v>1744</c:v>
                </c:pt>
                <c:pt idx="315">
                  <c:v>1735</c:v>
                </c:pt>
                <c:pt idx="316">
                  <c:v>1735</c:v>
                </c:pt>
                <c:pt idx="317">
                  <c:v>1724</c:v>
                </c:pt>
                <c:pt idx="318">
                  <c:v>1727</c:v>
                </c:pt>
                <c:pt idx="319">
                  <c:v>1728</c:v>
                </c:pt>
                <c:pt idx="320">
                  <c:v>1718</c:v>
                </c:pt>
                <c:pt idx="321">
                  <c:v>1706</c:v>
                </c:pt>
                <c:pt idx="322">
                  <c:v>1694</c:v>
                </c:pt>
                <c:pt idx="323">
                  <c:v>1692</c:v>
                </c:pt>
                <c:pt idx="324">
                  <c:v>1678</c:v>
                </c:pt>
                <c:pt idx="325">
                  <c:v>1684</c:v>
                </c:pt>
                <c:pt idx="326">
                  <c:v>1652</c:v>
                </c:pt>
                <c:pt idx="327">
                  <c:v>1629</c:v>
                </c:pt>
                <c:pt idx="328">
                  <c:v>1605</c:v>
                </c:pt>
                <c:pt idx="329">
                  <c:v>1611</c:v>
                </c:pt>
                <c:pt idx="330">
                  <c:v>1600</c:v>
                </c:pt>
                <c:pt idx="331">
                  <c:v>1596</c:v>
                </c:pt>
                <c:pt idx="332">
                  <c:v>1595</c:v>
                </c:pt>
                <c:pt idx="333">
                  <c:v>1593</c:v>
                </c:pt>
                <c:pt idx="334">
                  <c:v>1566</c:v>
                </c:pt>
                <c:pt idx="335">
                  <c:v>1546</c:v>
                </c:pt>
                <c:pt idx="336">
                  <c:v>1517</c:v>
                </c:pt>
                <c:pt idx="337">
                  <c:v>1512</c:v>
                </c:pt>
                <c:pt idx="338">
                  <c:v>1513</c:v>
                </c:pt>
                <c:pt idx="339">
                  <c:v>1515</c:v>
                </c:pt>
                <c:pt idx="340">
                  <c:v>1512</c:v>
                </c:pt>
                <c:pt idx="341">
                  <c:v>1507</c:v>
                </c:pt>
                <c:pt idx="342">
                  <c:v>1484</c:v>
                </c:pt>
                <c:pt idx="343">
                  <c:v>1459</c:v>
                </c:pt>
                <c:pt idx="344">
                  <c:v>1455</c:v>
                </c:pt>
                <c:pt idx="345">
                  <c:v>1452</c:v>
                </c:pt>
                <c:pt idx="346">
                  <c:v>1440</c:v>
                </c:pt>
                <c:pt idx="347">
                  <c:v>1434</c:v>
                </c:pt>
                <c:pt idx="348">
                  <c:v>1429</c:v>
                </c:pt>
                <c:pt idx="349">
                  <c:v>1443</c:v>
                </c:pt>
                <c:pt idx="350">
                  <c:v>1432</c:v>
                </c:pt>
                <c:pt idx="351">
                  <c:v>1434</c:v>
                </c:pt>
                <c:pt idx="352">
                  <c:v>1441</c:v>
                </c:pt>
                <c:pt idx="353">
                  <c:v>1457</c:v>
                </c:pt>
                <c:pt idx="354">
                  <c:v>1458</c:v>
                </c:pt>
                <c:pt idx="355">
                  <c:v>1464</c:v>
                </c:pt>
                <c:pt idx="356">
                  <c:v>1460</c:v>
                </c:pt>
                <c:pt idx="357">
                  <c:v>1461</c:v>
                </c:pt>
                <c:pt idx="358">
                  <c:v>1470</c:v>
                </c:pt>
                <c:pt idx="359">
                  <c:v>1480</c:v>
                </c:pt>
                <c:pt idx="360">
                  <c:v>1479</c:v>
                </c:pt>
                <c:pt idx="361">
                  <c:v>1496</c:v>
                </c:pt>
                <c:pt idx="362">
                  <c:v>1522</c:v>
                </c:pt>
                <c:pt idx="363">
                  <c:v>1554</c:v>
                </c:pt>
                <c:pt idx="364">
                  <c:v>1585</c:v>
                </c:pt>
                <c:pt idx="365">
                  <c:v>1631</c:v>
                </c:pt>
                <c:pt idx="366">
                  <c:v>1656</c:v>
                </c:pt>
                <c:pt idx="367">
                  <c:v>1663</c:v>
                </c:pt>
                <c:pt idx="368">
                  <c:v>1672</c:v>
                </c:pt>
                <c:pt idx="369">
                  <c:v>1717</c:v>
                </c:pt>
                <c:pt idx="370">
                  <c:v>1737</c:v>
                </c:pt>
                <c:pt idx="371">
                  <c:v>1775</c:v>
                </c:pt>
                <c:pt idx="372">
                  <c:v>1802</c:v>
                </c:pt>
                <c:pt idx="373">
                  <c:v>1828</c:v>
                </c:pt>
                <c:pt idx="374">
                  <c:v>1856</c:v>
                </c:pt>
                <c:pt idx="375">
                  <c:v>1855</c:v>
                </c:pt>
                <c:pt idx="376">
                  <c:v>1878</c:v>
                </c:pt>
                <c:pt idx="377">
                  <c:v>1915</c:v>
                </c:pt>
                <c:pt idx="378">
                  <c:v>1950</c:v>
                </c:pt>
                <c:pt idx="379">
                  <c:v>1986</c:v>
                </c:pt>
                <c:pt idx="380">
                  <c:v>2001</c:v>
                </c:pt>
                <c:pt idx="381">
                  <c:v>1997</c:v>
                </c:pt>
                <c:pt idx="382">
                  <c:v>2004</c:v>
                </c:pt>
                <c:pt idx="383">
                  <c:v>2020</c:v>
                </c:pt>
                <c:pt idx="384">
                  <c:v>2026</c:v>
                </c:pt>
                <c:pt idx="385">
                  <c:v>2057</c:v>
                </c:pt>
                <c:pt idx="386">
                  <c:v>2072</c:v>
                </c:pt>
                <c:pt idx="387">
                  <c:v>2075</c:v>
                </c:pt>
                <c:pt idx="388">
                  <c:v>2079</c:v>
                </c:pt>
                <c:pt idx="389">
                  <c:v>2096</c:v>
                </c:pt>
                <c:pt idx="390">
                  <c:v>2105</c:v>
                </c:pt>
                <c:pt idx="391">
                  <c:v>2118</c:v>
                </c:pt>
                <c:pt idx="392">
                  <c:v>2119</c:v>
                </c:pt>
                <c:pt idx="393">
                  <c:v>2139</c:v>
                </c:pt>
                <c:pt idx="394">
                  <c:v>2140</c:v>
                </c:pt>
                <c:pt idx="395">
                  <c:v>2140</c:v>
                </c:pt>
                <c:pt idx="396">
                  <c:v>2142</c:v>
                </c:pt>
                <c:pt idx="397">
                  <c:v>2146</c:v>
                </c:pt>
                <c:pt idx="398">
                  <c:v>2153</c:v>
                </c:pt>
                <c:pt idx="399">
                  <c:v>2152</c:v>
                </c:pt>
                <c:pt idx="400">
                  <c:v>2155</c:v>
                </c:pt>
                <c:pt idx="401">
                  <c:v>2162</c:v>
                </c:pt>
                <c:pt idx="402">
                  <c:v>2161</c:v>
                </c:pt>
                <c:pt idx="403">
                  <c:v>2160</c:v>
                </c:pt>
                <c:pt idx="404">
                  <c:v>2161</c:v>
                </c:pt>
                <c:pt idx="405">
                  <c:v>2170</c:v>
                </c:pt>
                <c:pt idx="406">
                  <c:v>2172</c:v>
                </c:pt>
                <c:pt idx="407">
                  <c:v>2196</c:v>
                </c:pt>
                <c:pt idx="408">
                  <c:v>2197</c:v>
                </c:pt>
                <c:pt idx="409">
                  <c:v>2194</c:v>
                </c:pt>
                <c:pt idx="410">
                  <c:v>2196</c:v>
                </c:pt>
                <c:pt idx="411">
                  <c:v>2200</c:v>
                </c:pt>
                <c:pt idx="412">
                  <c:v>2208</c:v>
                </c:pt>
                <c:pt idx="413">
                  <c:v>2214</c:v>
                </c:pt>
                <c:pt idx="414">
                  <c:v>2210</c:v>
                </c:pt>
                <c:pt idx="415">
                  <c:v>2227</c:v>
                </c:pt>
                <c:pt idx="416">
                  <c:v>2235</c:v>
                </c:pt>
                <c:pt idx="417">
                  <c:v>2237</c:v>
                </c:pt>
                <c:pt idx="418">
                  <c:v>2231</c:v>
                </c:pt>
                <c:pt idx="419">
                  <c:v>2233</c:v>
                </c:pt>
                <c:pt idx="420">
                  <c:v>2241</c:v>
                </c:pt>
                <c:pt idx="421">
                  <c:v>2239</c:v>
                </c:pt>
                <c:pt idx="422">
                  <c:v>2262</c:v>
                </c:pt>
                <c:pt idx="423">
                  <c:v>2262</c:v>
                </c:pt>
                <c:pt idx="424">
                  <c:v>2260</c:v>
                </c:pt>
                <c:pt idx="425">
                  <c:v>2261</c:v>
                </c:pt>
                <c:pt idx="426">
                  <c:v>2261</c:v>
                </c:pt>
                <c:pt idx="427">
                  <c:v>2261</c:v>
                </c:pt>
                <c:pt idx="428">
                  <c:v>2241</c:v>
                </c:pt>
                <c:pt idx="429">
                  <c:v>2243</c:v>
                </c:pt>
                <c:pt idx="430">
                  <c:v>2244</c:v>
                </c:pt>
                <c:pt idx="431">
                  <c:v>2246</c:v>
                </c:pt>
                <c:pt idx="432">
                  <c:v>2245</c:v>
                </c:pt>
                <c:pt idx="433">
                  <c:v>2250</c:v>
                </c:pt>
                <c:pt idx="434">
                  <c:v>2252</c:v>
                </c:pt>
                <c:pt idx="435">
                  <c:v>2252</c:v>
                </c:pt>
                <c:pt idx="436">
                  <c:v>2258</c:v>
                </c:pt>
                <c:pt idx="437">
                  <c:v>2258</c:v>
                </c:pt>
                <c:pt idx="438">
                  <c:v>2261</c:v>
                </c:pt>
                <c:pt idx="439">
                  <c:v>2261</c:v>
                </c:pt>
                <c:pt idx="440">
                  <c:v>2260</c:v>
                </c:pt>
                <c:pt idx="441">
                  <c:v>2260</c:v>
                </c:pt>
                <c:pt idx="442">
                  <c:v>2261</c:v>
                </c:pt>
                <c:pt idx="443">
                  <c:v>2262</c:v>
                </c:pt>
                <c:pt idx="444">
                  <c:v>2260</c:v>
                </c:pt>
                <c:pt idx="445">
                  <c:v>2261</c:v>
                </c:pt>
                <c:pt idx="446">
                  <c:v>2260</c:v>
                </c:pt>
                <c:pt idx="447">
                  <c:v>2253</c:v>
                </c:pt>
                <c:pt idx="448">
                  <c:v>2257</c:v>
                </c:pt>
                <c:pt idx="449">
                  <c:v>2258</c:v>
                </c:pt>
                <c:pt idx="450">
                  <c:v>2260</c:v>
                </c:pt>
                <c:pt idx="451">
                  <c:v>2260</c:v>
                </c:pt>
                <c:pt idx="452">
                  <c:v>2260</c:v>
                </c:pt>
                <c:pt idx="453">
                  <c:v>2258</c:v>
                </c:pt>
                <c:pt idx="454">
                  <c:v>2259</c:v>
                </c:pt>
                <c:pt idx="455">
                  <c:v>2252</c:v>
                </c:pt>
                <c:pt idx="456">
                  <c:v>2256</c:v>
                </c:pt>
                <c:pt idx="457">
                  <c:v>2261</c:v>
                </c:pt>
                <c:pt idx="458">
                  <c:v>2252</c:v>
                </c:pt>
                <c:pt idx="459">
                  <c:v>2255</c:v>
                </c:pt>
                <c:pt idx="460">
                  <c:v>2257</c:v>
                </c:pt>
                <c:pt idx="461">
                  <c:v>2252</c:v>
                </c:pt>
                <c:pt idx="462">
                  <c:v>2208</c:v>
                </c:pt>
                <c:pt idx="463">
                  <c:v>2199</c:v>
                </c:pt>
                <c:pt idx="464">
                  <c:v>2187</c:v>
                </c:pt>
                <c:pt idx="465">
                  <c:v>2153</c:v>
                </c:pt>
                <c:pt idx="466">
                  <c:v>2132</c:v>
                </c:pt>
                <c:pt idx="467">
                  <c:v>2105</c:v>
                </c:pt>
                <c:pt idx="468">
                  <c:v>2081</c:v>
                </c:pt>
                <c:pt idx="469">
                  <c:v>2063</c:v>
                </c:pt>
                <c:pt idx="470">
                  <c:v>2009</c:v>
                </c:pt>
                <c:pt idx="471">
                  <c:v>1975</c:v>
                </c:pt>
                <c:pt idx="472">
                  <c:v>1961</c:v>
                </c:pt>
                <c:pt idx="473">
                  <c:v>1884</c:v>
                </c:pt>
                <c:pt idx="474">
                  <c:v>1803</c:v>
                </c:pt>
                <c:pt idx="475">
                  <c:v>1786</c:v>
                </c:pt>
                <c:pt idx="476">
                  <c:v>1781</c:v>
                </c:pt>
                <c:pt idx="477">
                  <c:v>1739</c:v>
                </c:pt>
                <c:pt idx="478">
                  <c:v>1726</c:v>
                </c:pt>
                <c:pt idx="479">
                  <c:v>1699</c:v>
                </c:pt>
                <c:pt idx="480">
                  <c:v>1672</c:v>
                </c:pt>
                <c:pt idx="481">
                  <c:v>1605</c:v>
                </c:pt>
                <c:pt idx="482">
                  <c:v>1583</c:v>
                </c:pt>
                <c:pt idx="483">
                  <c:v>1571</c:v>
                </c:pt>
                <c:pt idx="484">
                  <c:v>1548</c:v>
                </c:pt>
                <c:pt idx="485">
                  <c:v>1547</c:v>
                </c:pt>
                <c:pt idx="486">
                  <c:v>1532</c:v>
                </c:pt>
                <c:pt idx="487">
                  <c:v>1527</c:v>
                </c:pt>
                <c:pt idx="488">
                  <c:v>1501</c:v>
                </c:pt>
                <c:pt idx="489">
                  <c:v>1483</c:v>
                </c:pt>
                <c:pt idx="490">
                  <c:v>1434</c:v>
                </c:pt>
                <c:pt idx="491">
                  <c:v>1424</c:v>
                </c:pt>
                <c:pt idx="492">
                  <c:v>1398</c:v>
                </c:pt>
                <c:pt idx="493">
                  <c:v>1365</c:v>
                </c:pt>
                <c:pt idx="494">
                  <c:v>1364</c:v>
                </c:pt>
                <c:pt idx="495">
                  <c:v>1348</c:v>
                </c:pt>
                <c:pt idx="496">
                  <c:v>1330</c:v>
                </c:pt>
                <c:pt idx="497">
                  <c:v>1289</c:v>
                </c:pt>
                <c:pt idx="498">
                  <c:v>1246</c:v>
                </c:pt>
                <c:pt idx="499">
                  <c:v>1202</c:v>
                </c:pt>
                <c:pt idx="500">
                  <c:v>1201</c:v>
                </c:pt>
                <c:pt idx="501">
                  <c:v>1178</c:v>
                </c:pt>
                <c:pt idx="502">
                  <c:v>1154</c:v>
                </c:pt>
                <c:pt idx="503">
                  <c:v>1106</c:v>
                </c:pt>
                <c:pt idx="504">
                  <c:v>1099</c:v>
                </c:pt>
                <c:pt idx="505">
                  <c:v>1105</c:v>
                </c:pt>
                <c:pt idx="506">
                  <c:v>1079</c:v>
                </c:pt>
                <c:pt idx="507">
                  <c:v>1055</c:v>
                </c:pt>
                <c:pt idx="508">
                  <c:v>1061</c:v>
                </c:pt>
                <c:pt idx="509">
                  <c:v>1056</c:v>
                </c:pt>
                <c:pt idx="510">
                  <c:v>1052</c:v>
                </c:pt>
                <c:pt idx="511">
                  <c:v>1019</c:v>
                </c:pt>
                <c:pt idx="512">
                  <c:v>1010</c:v>
                </c:pt>
                <c:pt idx="513">
                  <c:v>984</c:v>
                </c:pt>
                <c:pt idx="514">
                  <c:v>988</c:v>
                </c:pt>
                <c:pt idx="515">
                  <c:v>966</c:v>
                </c:pt>
                <c:pt idx="516">
                  <c:v>919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1-221F-4257-B395-C5028590AE3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447593567"/>
        <c:axId val="447593983"/>
      </c:scatterChart>
      <c:scatterChart>
        <c:scatterStyle val="smoothMarker"/>
        <c:varyColors val="0"/>
        <c:ser>
          <c:idx val="2"/>
          <c:order val="2"/>
          <c:tx>
            <c:strRef>
              <c:f>ICU!$D$1</c:f>
              <c:strCache>
                <c:ptCount val="1"/>
                <c:pt idx="0">
                  <c:v>Porcentaje Ocupación</c:v>
                </c:pt>
              </c:strCache>
            </c:strRef>
          </c:tx>
          <c:spPr>
            <a:ln w="28575" cap="rnd">
              <a:solidFill>
                <a:schemeClr val="accent3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3"/>
              </a:solidFill>
              <a:ln w="9525">
                <a:solidFill>
                  <a:schemeClr val="accent3"/>
                </a:solidFill>
              </a:ln>
              <a:effectLst/>
            </c:spPr>
          </c:marker>
          <c:xVal>
            <c:numRef>
              <c:f>ICU!$A$2:$A$518</c:f>
              <c:numCache>
                <c:formatCode>m/d/yyyy</c:formatCode>
                <c:ptCount val="517"/>
                <c:pt idx="0">
                  <c:v>43929</c:v>
                </c:pt>
                <c:pt idx="1">
                  <c:v>43930</c:v>
                </c:pt>
                <c:pt idx="2">
                  <c:v>43931</c:v>
                </c:pt>
                <c:pt idx="3">
                  <c:v>43932</c:v>
                </c:pt>
                <c:pt idx="4">
                  <c:v>43933</c:v>
                </c:pt>
                <c:pt idx="5">
                  <c:v>43934</c:v>
                </c:pt>
                <c:pt idx="6">
                  <c:v>43935</c:v>
                </c:pt>
                <c:pt idx="7">
                  <c:v>43936</c:v>
                </c:pt>
                <c:pt idx="8">
                  <c:v>43937</c:v>
                </c:pt>
                <c:pt idx="9">
                  <c:v>43938</c:v>
                </c:pt>
                <c:pt idx="10">
                  <c:v>43939</c:v>
                </c:pt>
                <c:pt idx="11">
                  <c:v>43940</c:v>
                </c:pt>
                <c:pt idx="12">
                  <c:v>43941</c:v>
                </c:pt>
                <c:pt idx="13">
                  <c:v>43942</c:v>
                </c:pt>
                <c:pt idx="14">
                  <c:v>43943</c:v>
                </c:pt>
                <c:pt idx="15">
                  <c:v>43944</c:v>
                </c:pt>
                <c:pt idx="16">
                  <c:v>43945</c:v>
                </c:pt>
                <c:pt idx="17">
                  <c:v>43946</c:v>
                </c:pt>
                <c:pt idx="18">
                  <c:v>43947</c:v>
                </c:pt>
                <c:pt idx="19">
                  <c:v>43948</c:v>
                </c:pt>
                <c:pt idx="20">
                  <c:v>43949</c:v>
                </c:pt>
                <c:pt idx="21">
                  <c:v>43950</c:v>
                </c:pt>
                <c:pt idx="22">
                  <c:v>43951</c:v>
                </c:pt>
                <c:pt idx="23">
                  <c:v>43952</c:v>
                </c:pt>
                <c:pt idx="24">
                  <c:v>43953</c:v>
                </c:pt>
                <c:pt idx="25">
                  <c:v>43954</c:v>
                </c:pt>
                <c:pt idx="26">
                  <c:v>43955</c:v>
                </c:pt>
                <c:pt idx="27">
                  <c:v>43956</c:v>
                </c:pt>
                <c:pt idx="28">
                  <c:v>43957</c:v>
                </c:pt>
                <c:pt idx="29">
                  <c:v>43958</c:v>
                </c:pt>
                <c:pt idx="30">
                  <c:v>43959</c:v>
                </c:pt>
                <c:pt idx="31">
                  <c:v>43960</c:v>
                </c:pt>
                <c:pt idx="32">
                  <c:v>43961</c:v>
                </c:pt>
                <c:pt idx="33">
                  <c:v>43962</c:v>
                </c:pt>
                <c:pt idx="34">
                  <c:v>43963</c:v>
                </c:pt>
                <c:pt idx="35">
                  <c:v>43964</c:v>
                </c:pt>
                <c:pt idx="36">
                  <c:v>43965</c:v>
                </c:pt>
                <c:pt idx="37">
                  <c:v>43966</c:v>
                </c:pt>
                <c:pt idx="38">
                  <c:v>43967</c:v>
                </c:pt>
                <c:pt idx="39">
                  <c:v>43968</c:v>
                </c:pt>
                <c:pt idx="40">
                  <c:v>43969</c:v>
                </c:pt>
                <c:pt idx="41">
                  <c:v>43970</c:v>
                </c:pt>
                <c:pt idx="42">
                  <c:v>43971</c:v>
                </c:pt>
                <c:pt idx="43">
                  <c:v>43972</c:v>
                </c:pt>
                <c:pt idx="44">
                  <c:v>43973</c:v>
                </c:pt>
                <c:pt idx="45">
                  <c:v>43974</c:v>
                </c:pt>
                <c:pt idx="46">
                  <c:v>43975</c:v>
                </c:pt>
                <c:pt idx="47">
                  <c:v>43976</c:v>
                </c:pt>
                <c:pt idx="48">
                  <c:v>43977</c:v>
                </c:pt>
                <c:pt idx="49">
                  <c:v>43978</c:v>
                </c:pt>
                <c:pt idx="50">
                  <c:v>43979</c:v>
                </c:pt>
                <c:pt idx="51">
                  <c:v>43980</c:v>
                </c:pt>
                <c:pt idx="52">
                  <c:v>43981</c:v>
                </c:pt>
                <c:pt idx="53">
                  <c:v>43982</c:v>
                </c:pt>
                <c:pt idx="54">
                  <c:v>43983</c:v>
                </c:pt>
                <c:pt idx="55">
                  <c:v>43984</c:v>
                </c:pt>
                <c:pt idx="56">
                  <c:v>43985</c:v>
                </c:pt>
                <c:pt idx="57">
                  <c:v>43986</c:v>
                </c:pt>
                <c:pt idx="58">
                  <c:v>43987</c:v>
                </c:pt>
                <c:pt idx="59">
                  <c:v>43988</c:v>
                </c:pt>
                <c:pt idx="60">
                  <c:v>43989</c:v>
                </c:pt>
                <c:pt idx="61">
                  <c:v>43991</c:v>
                </c:pt>
                <c:pt idx="62">
                  <c:v>43992</c:v>
                </c:pt>
                <c:pt idx="63">
                  <c:v>43993</c:v>
                </c:pt>
                <c:pt idx="64">
                  <c:v>43994</c:v>
                </c:pt>
                <c:pt idx="65">
                  <c:v>43995</c:v>
                </c:pt>
                <c:pt idx="66">
                  <c:v>43996</c:v>
                </c:pt>
                <c:pt idx="67">
                  <c:v>43997</c:v>
                </c:pt>
                <c:pt idx="68">
                  <c:v>43998</c:v>
                </c:pt>
                <c:pt idx="69">
                  <c:v>43999</c:v>
                </c:pt>
                <c:pt idx="70">
                  <c:v>44000</c:v>
                </c:pt>
                <c:pt idx="71">
                  <c:v>44001</c:v>
                </c:pt>
                <c:pt idx="72">
                  <c:v>44002</c:v>
                </c:pt>
                <c:pt idx="73">
                  <c:v>44003</c:v>
                </c:pt>
                <c:pt idx="74">
                  <c:v>44004</c:v>
                </c:pt>
                <c:pt idx="75">
                  <c:v>44005</c:v>
                </c:pt>
                <c:pt idx="76">
                  <c:v>44006</c:v>
                </c:pt>
                <c:pt idx="77">
                  <c:v>44007</c:v>
                </c:pt>
                <c:pt idx="78">
                  <c:v>44008</c:v>
                </c:pt>
                <c:pt idx="79">
                  <c:v>44009</c:v>
                </c:pt>
                <c:pt idx="80">
                  <c:v>44010</c:v>
                </c:pt>
                <c:pt idx="81">
                  <c:v>44011</c:v>
                </c:pt>
                <c:pt idx="82">
                  <c:v>44012</c:v>
                </c:pt>
                <c:pt idx="83">
                  <c:v>44013</c:v>
                </c:pt>
                <c:pt idx="84">
                  <c:v>44014</c:v>
                </c:pt>
                <c:pt idx="85">
                  <c:v>44015</c:v>
                </c:pt>
                <c:pt idx="86">
                  <c:v>44016</c:v>
                </c:pt>
                <c:pt idx="87">
                  <c:v>44017</c:v>
                </c:pt>
                <c:pt idx="88">
                  <c:v>44018</c:v>
                </c:pt>
                <c:pt idx="89">
                  <c:v>44019</c:v>
                </c:pt>
                <c:pt idx="90">
                  <c:v>44020</c:v>
                </c:pt>
                <c:pt idx="91">
                  <c:v>44021</c:v>
                </c:pt>
                <c:pt idx="92">
                  <c:v>44022</c:v>
                </c:pt>
                <c:pt idx="93">
                  <c:v>44023</c:v>
                </c:pt>
                <c:pt idx="94">
                  <c:v>44024</c:v>
                </c:pt>
                <c:pt idx="95">
                  <c:v>44025</c:v>
                </c:pt>
                <c:pt idx="96">
                  <c:v>44026</c:v>
                </c:pt>
                <c:pt idx="97">
                  <c:v>44027</c:v>
                </c:pt>
                <c:pt idx="98">
                  <c:v>44028</c:v>
                </c:pt>
                <c:pt idx="99">
                  <c:v>44029</c:v>
                </c:pt>
                <c:pt idx="100">
                  <c:v>44030</c:v>
                </c:pt>
                <c:pt idx="101">
                  <c:v>44031</c:v>
                </c:pt>
                <c:pt idx="102">
                  <c:v>44032</c:v>
                </c:pt>
                <c:pt idx="103">
                  <c:v>44033</c:v>
                </c:pt>
                <c:pt idx="104">
                  <c:v>44034</c:v>
                </c:pt>
                <c:pt idx="105">
                  <c:v>44035</c:v>
                </c:pt>
                <c:pt idx="106">
                  <c:v>44036</c:v>
                </c:pt>
                <c:pt idx="107">
                  <c:v>44037</c:v>
                </c:pt>
                <c:pt idx="108">
                  <c:v>44038</c:v>
                </c:pt>
                <c:pt idx="109">
                  <c:v>44039</c:v>
                </c:pt>
                <c:pt idx="110">
                  <c:v>44040</c:v>
                </c:pt>
                <c:pt idx="111">
                  <c:v>44041</c:v>
                </c:pt>
                <c:pt idx="112">
                  <c:v>44042</c:v>
                </c:pt>
                <c:pt idx="113">
                  <c:v>44043</c:v>
                </c:pt>
                <c:pt idx="114">
                  <c:v>44044</c:v>
                </c:pt>
                <c:pt idx="115">
                  <c:v>44045</c:v>
                </c:pt>
                <c:pt idx="116">
                  <c:v>44046</c:v>
                </c:pt>
                <c:pt idx="117">
                  <c:v>44047</c:v>
                </c:pt>
                <c:pt idx="118">
                  <c:v>44048</c:v>
                </c:pt>
                <c:pt idx="119">
                  <c:v>44049</c:v>
                </c:pt>
                <c:pt idx="120">
                  <c:v>44050</c:v>
                </c:pt>
                <c:pt idx="121">
                  <c:v>44051</c:v>
                </c:pt>
                <c:pt idx="122">
                  <c:v>44052</c:v>
                </c:pt>
                <c:pt idx="123">
                  <c:v>44053</c:v>
                </c:pt>
                <c:pt idx="124">
                  <c:v>44054</c:v>
                </c:pt>
                <c:pt idx="125">
                  <c:v>44055</c:v>
                </c:pt>
                <c:pt idx="126">
                  <c:v>44056</c:v>
                </c:pt>
                <c:pt idx="127">
                  <c:v>44057</c:v>
                </c:pt>
                <c:pt idx="128">
                  <c:v>44058</c:v>
                </c:pt>
                <c:pt idx="129">
                  <c:v>44059</c:v>
                </c:pt>
                <c:pt idx="130">
                  <c:v>44060</c:v>
                </c:pt>
                <c:pt idx="131">
                  <c:v>44061</c:v>
                </c:pt>
                <c:pt idx="132">
                  <c:v>44062</c:v>
                </c:pt>
                <c:pt idx="133">
                  <c:v>44063</c:v>
                </c:pt>
                <c:pt idx="134">
                  <c:v>44064</c:v>
                </c:pt>
                <c:pt idx="135">
                  <c:v>44065</c:v>
                </c:pt>
                <c:pt idx="136">
                  <c:v>44066</c:v>
                </c:pt>
                <c:pt idx="137">
                  <c:v>44067</c:v>
                </c:pt>
                <c:pt idx="138">
                  <c:v>44068</c:v>
                </c:pt>
                <c:pt idx="139">
                  <c:v>44069</c:v>
                </c:pt>
                <c:pt idx="140">
                  <c:v>44070</c:v>
                </c:pt>
                <c:pt idx="141">
                  <c:v>44071</c:v>
                </c:pt>
                <c:pt idx="142">
                  <c:v>44072</c:v>
                </c:pt>
                <c:pt idx="143">
                  <c:v>44073</c:v>
                </c:pt>
                <c:pt idx="144">
                  <c:v>44074</c:v>
                </c:pt>
                <c:pt idx="145">
                  <c:v>44075</c:v>
                </c:pt>
                <c:pt idx="146">
                  <c:v>44076</c:v>
                </c:pt>
                <c:pt idx="147">
                  <c:v>44077</c:v>
                </c:pt>
                <c:pt idx="148">
                  <c:v>44078</c:v>
                </c:pt>
                <c:pt idx="149">
                  <c:v>44079</c:v>
                </c:pt>
                <c:pt idx="150">
                  <c:v>44080</c:v>
                </c:pt>
                <c:pt idx="151">
                  <c:v>44081</c:v>
                </c:pt>
                <c:pt idx="152">
                  <c:v>44082</c:v>
                </c:pt>
                <c:pt idx="153">
                  <c:v>44083</c:v>
                </c:pt>
                <c:pt idx="154">
                  <c:v>44084</c:v>
                </c:pt>
                <c:pt idx="155">
                  <c:v>44085</c:v>
                </c:pt>
                <c:pt idx="156">
                  <c:v>44086</c:v>
                </c:pt>
                <c:pt idx="157">
                  <c:v>44087</c:v>
                </c:pt>
                <c:pt idx="158">
                  <c:v>44088</c:v>
                </c:pt>
                <c:pt idx="159">
                  <c:v>44089</c:v>
                </c:pt>
                <c:pt idx="160">
                  <c:v>44090</c:v>
                </c:pt>
                <c:pt idx="161">
                  <c:v>44091</c:v>
                </c:pt>
                <c:pt idx="162">
                  <c:v>44092</c:v>
                </c:pt>
                <c:pt idx="163">
                  <c:v>44093</c:v>
                </c:pt>
                <c:pt idx="164">
                  <c:v>44094</c:v>
                </c:pt>
                <c:pt idx="165">
                  <c:v>44095</c:v>
                </c:pt>
                <c:pt idx="166">
                  <c:v>44096</c:v>
                </c:pt>
                <c:pt idx="167">
                  <c:v>44097</c:v>
                </c:pt>
                <c:pt idx="168">
                  <c:v>44098</c:v>
                </c:pt>
                <c:pt idx="169">
                  <c:v>44099</c:v>
                </c:pt>
                <c:pt idx="170">
                  <c:v>44100</c:v>
                </c:pt>
                <c:pt idx="171">
                  <c:v>44101</c:v>
                </c:pt>
                <c:pt idx="172">
                  <c:v>44102</c:v>
                </c:pt>
                <c:pt idx="173">
                  <c:v>44103</c:v>
                </c:pt>
                <c:pt idx="174">
                  <c:v>44104</c:v>
                </c:pt>
                <c:pt idx="175">
                  <c:v>44105</c:v>
                </c:pt>
                <c:pt idx="176">
                  <c:v>44106</c:v>
                </c:pt>
                <c:pt idx="177">
                  <c:v>44107</c:v>
                </c:pt>
                <c:pt idx="178">
                  <c:v>44108</c:v>
                </c:pt>
                <c:pt idx="179">
                  <c:v>44109</c:v>
                </c:pt>
                <c:pt idx="180">
                  <c:v>44110</c:v>
                </c:pt>
                <c:pt idx="181">
                  <c:v>44111</c:v>
                </c:pt>
                <c:pt idx="182">
                  <c:v>44112</c:v>
                </c:pt>
                <c:pt idx="183">
                  <c:v>44113</c:v>
                </c:pt>
                <c:pt idx="184">
                  <c:v>44114</c:v>
                </c:pt>
                <c:pt idx="185">
                  <c:v>44115</c:v>
                </c:pt>
                <c:pt idx="186">
                  <c:v>44116</c:v>
                </c:pt>
                <c:pt idx="187">
                  <c:v>44117</c:v>
                </c:pt>
                <c:pt idx="188">
                  <c:v>44118</c:v>
                </c:pt>
                <c:pt idx="189">
                  <c:v>44119</c:v>
                </c:pt>
                <c:pt idx="190">
                  <c:v>44120</c:v>
                </c:pt>
                <c:pt idx="191">
                  <c:v>44121</c:v>
                </c:pt>
                <c:pt idx="192">
                  <c:v>44122</c:v>
                </c:pt>
                <c:pt idx="193">
                  <c:v>44123</c:v>
                </c:pt>
                <c:pt idx="194">
                  <c:v>44124</c:v>
                </c:pt>
                <c:pt idx="195">
                  <c:v>44125</c:v>
                </c:pt>
                <c:pt idx="196">
                  <c:v>44126</c:v>
                </c:pt>
                <c:pt idx="197">
                  <c:v>44127</c:v>
                </c:pt>
                <c:pt idx="198">
                  <c:v>44128</c:v>
                </c:pt>
                <c:pt idx="199">
                  <c:v>44129</c:v>
                </c:pt>
                <c:pt idx="200">
                  <c:v>44130</c:v>
                </c:pt>
                <c:pt idx="201">
                  <c:v>44131</c:v>
                </c:pt>
                <c:pt idx="202">
                  <c:v>44132</c:v>
                </c:pt>
                <c:pt idx="203">
                  <c:v>44133</c:v>
                </c:pt>
                <c:pt idx="204">
                  <c:v>44134</c:v>
                </c:pt>
                <c:pt idx="205">
                  <c:v>44135</c:v>
                </c:pt>
                <c:pt idx="206">
                  <c:v>44136</c:v>
                </c:pt>
                <c:pt idx="207">
                  <c:v>44137</c:v>
                </c:pt>
                <c:pt idx="208">
                  <c:v>44138</c:v>
                </c:pt>
                <c:pt idx="209">
                  <c:v>44139</c:v>
                </c:pt>
                <c:pt idx="210">
                  <c:v>44140</c:v>
                </c:pt>
                <c:pt idx="211">
                  <c:v>44141</c:v>
                </c:pt>
                <c:pt idx="212">
                  <c:v>44142</c:v>
                </c:pt>
                <c:pt idx="213">
                  <c:v>44143</c:v>
                </c:pt>
                <c:pt idx="214">
                  <c:v>44144</c:v>
                </c:pt>
                <c:pt idx="215">
                  <c:v>44145</c:v>
                </c:pt>
                <c:pt idx="216">
                  <c:v>44146</c:v>
                </c:pt>
                <c:pt idx="217">
                  <c:v>44147</c:v>
                </c:pt>
                <c:pt idx="218">
                  <c:v>44148</c:v>
                </c:pt>
                <c:pt idx="219">
                  <c:v>44149</c:v>
                </c:pt>
                <c:pt idx="220">
                  <c:v>44150</c:v>
                </c:pt>
                <c:pt idx="221">
                  <c:v>44151</c:v>
                </c:pt>
                <c:pt idx="222">
                  <c:v>44152</c:v>
                </c:pt>
                <c:pt idx="223">
                  <c:v>44153</c:v>
                </c:pt>
                <c:pt idx="224">
                  <c:v>44154</c:v>
                </c:pt>
                <c:pt idx="225">
                  <c:v>44155</c:v>
                </c:pt>
                <c:pt idx="226">
                  <c:v>44156</c:v>
                </c:pt>
                <c:pt idx="227">
                  <c:v>44157</c:v>
                </c:pt>
                <c:pt idx="228">
                  <c:v>44158</c:v>
                </c:pt>
                <c:pt idx="229">
                  <c:v>44159</c:v>
                </c:pt>
                <c:pt idx="230">
                  <c:v>44160</c:v>
                </c:pt>
                <c:pt idx="231">
                  <c:v>44161</c:v>
                </c:pt>
                <c:pt idx="232">
                  <c:v>44162</c:v>
                </c:pt>
                <c:pt idx="233">
                  <c:v>44163</c:v>
                </c:pt>
                <c:pt idx="234">
                  <c:v>44164</c:v>
                </c:pt>
                <c:pt idx="235">
                  <c:v>44165</c:v>
                </c:pt>
                <c:pt idx="236">
                  <c:v>44166</c:v>
                </c:pt>
                <c:pt idx="237">
                  <c:v>44167</c:v>
                </c:pt>
                <c:pt idx="238">
                  <c:v>44168</c:v>
                </c:pt>
                <c:pt idx="239">
                  <c:v>44169</c:v>
                </c:pt>
                <c:pt idx="240">
                  <c:v>44170</c:v>
                </c:pt>
                <c:pt idx="241">
                  <c:v>44171</c:v>
                </c:pt>
                <c:pt idx="242">
                  <c:v>44172</c:v>
                </c:pt>
                <c:pt idx="243">
                  <c:v>44173</c:v>
                </c:pt>
                <c:pt idx="244">
                  <c:v>44174</c:v>
                </c:pt>
                <c:pt idx="245">
                  <c:v>44175</c:v>
                </c:pt>
                <c:pt idx="246">
                  <c:v>44176</c:v>
                </c:pt>
                <c:pt idx="247">
                  <c:v>44177</c:v>
                </c:pt>
                <c:pt idx="248">
                  <c:v>44178</c:v>
                </c:pt>
                <c:pt idx="249">
                  <c:v>44179</c:v>
                </c:pt>
                <c:pt idx="250">
                  <c:v>44180</c:v>
                </c:pt>
                <c:pt idx="251">
                  <c:v>44181</c:v>
                </c:pt>
                <c:pt idx="252">
                  <c:v>44182</c:v>
                </c:pt>
                <c:pt idx="253">
                  <c:v>44183</c:v>
                </c:pt>
                <c:pt idx="254">
                  <c:v>44184</c:v>
                </c:pt>
                <c:pt idx="255">
                  <c:v>44185</c:v>
                </c:pt>
                <c:pt idx="256">
                  <c:v>44186</c:v>
                </c:pt>
                <c:pt idx="257">
                  <c:v>44187</c:v>
                </c:pt>
                <c:pt idx="258">
                  <c:v>44188</c:v>
                </c:pt>
                <c:pt idx="259">
                  <c:v>44189</c:v>
                </c:pt>
                <c:pt idx="260">
                  <c:v>44190</c:v>
                </c:pt>
                <c:pt idx="261">
                  <c:v>44191</c:v>
                </c:pt>
                <c:pt idx="262">
                  <c:v>44192</c:v>
                </c:pt>
                <c:pt idx="263">
                  <c:v>44193</c:v>
                </c:pt>
                <c:pt idx="264">
                  <c:v>44194</c:v>
                </c:pt>
                <c:pt idx="265">
                  <c:v>44195</c:v>
                </c:pt>
                <c:pt idx="266">
                  <c:v>44196</c:v>
                </c:pt>
                <c:pt idx="267">
                  <c:v>44197</c:v>
                </c:pt>
                <c:pt idx="268">
                  <c:v>44198</c:v>
                </c:pt>
                <c:pt idx="269">
                  <c:v>44199</c:v>
                </c:pt>
                <c:pt idx="270">
                  <c:v>44200</c:v>
                </c:pt>
                <c:pt idx="271">
                  <c:v>44201</c:v>
                </c:pt>
                <c:pt idx="272">
                  <c:v>44202</c:v>
                </c:pt>
                <c:pt idx="273">
                  <c:v>44203</c:v>
                </c:pt>
                <c:pt idx="274">
                  <c:v>44204</c:v>
                </c:pt>
                <c:pt idx="275">
                  <c:v>44205</c:v>
                </c:pt>
                <c:pt idx="276">
                  <c:v>44206</c:v>
                </c:pt>
                <c:pt idx="277">
                  <c:v>44207</c:v>
                </c:pt>
                <c:pt idx="278">
                  <c:v>44208</c:v>
                </c:pt>
                <c:pt idx="279">
                  <c:v>44209</c:v>
                </c:pt>
                <c:pt idx="280">
                  <c:v>44210</c:v>
                </c:pt>
                <c:pt idx="281">
                  <c:v>44211</c:v>
                </c:pt>
                <c:pt idx="282">
                  <c:v>44212</c:v>
                </c:pt>
                <c:pt idx="283">
                  <c:v>44213</c:v>
                </c:pt>
                <c:pt idx="284">
                  <c:v>44214</c:v>
                </c:pt>
                <c:pt idx="285">
                  <c:v>44215</c:v>
                </c:pt>
                <c:pt idx="286">
                  <c:v>44216</c:v>
                </c:pt>
                <c:pt idx="287">
                  <c:v>44217</c:v>
                </c:pt>
                <c:pt idx="288">
                  <c:v>44218</c:v>
                </c:pt>
                <c:pt idx="289">
                  <c:v>44219</c:v>
                </c:pt>
                <c:pt idx="290">
                  <c:v>44220</c:v>
                </c:pt>
                <c:pt idx="291">
                  <c:v>44221</c:v>
                </c:pt>
                <c:pt idx="292">
                  <c:v>44222</c:v>
                </c:pt>
                <c:pt idx="293">
                  <c:v>44223</c:v>
                </c:pt>
                <c:pt idx="294">
                  <c:v>44224</c:v>
                </c:pt>
                <c:pt idx="295">
                  <c:v>44225</c:v>
                </c:pt>
                <c:pt idx="296">
                  <c:v>44226</c:v>
                </c:pt>
                <c:pt idx="297">
                  <c:v>44227</c:v>
                </c:pt>
                <c:pt idx="298">
                  <c:v>44228</c:v>
                </c:pt>
                <c:pt idx="299">
                  <c:v>44229</c:v>
                </c:pt>
                <c:pt idx="300">
                  <c:v>44230</c:v>
                </c:pt>
                <c:pt idx="301">
                  <c:v>44231</c:v>
                </c:pt>
                <c:pt idx="302">
                  <c:v>44232</c:v>
                </c:pt>
                <c:pt idx="303">
                  <c:v>44233</c:v>
                </c:pt>
                <c:pt idx="304">
                  <c:v>44234</c:v>
                </c:pt>
                <c:pt idx="305">
                  <c:v>44235</c:v>
                </c:pt>
                <c:pt idx="306">
                  <c:v>44236</c:v>
                </c:pt>
                <c:pt idx="307">
                  <c:v>44237</c:v>
                </c:pt>
                <c:pt idx="308">
                  <c:v>44238</c:v>
                </c:pt>
                <c:pt idx="309">
                  <c:v>44239</c:v>
                </c:pt>
                <c:pt idx="310">
                  <c:v>44240</c:v>
                </c:pt>
                <c:pt idx="311">
                  <c:v>44241</c:v>
                </c:pt>
                <c:pt idx="312">
                  <c:v>44242</c:v>
                </c:pt>
                <c:pt idx="313">
                  <c:v>44243</c:v>
                </c:pt>
                <c:pt idx="314">
                  <c:v>44244</c:v>
                </c:pt>
                <c:pt idx="315">
                  <c:v>44245</c:v>
                </c:pt>
                <c:pt idx="316">
                  <c:v>44246</c:v>
                </c:pt>
                <c:pt idx="317">
                  <c:v>44247</c:v>
                </c:pt>
                <c:pt idx="318">
                  <c:v>44248</c:v>
                </c:pt>
                <c:pt idx="319">
                  <c:v>44249</c:v>
                </c:pt>
                <c:pt idx="320">
                  <c:v>44250</c:v>
                </c:pt>
                <c:pt idx="321">
                  <c:v>44251</c:v>
                </c:pt>
                <c:pt idx="322">
                  <c:v>44252</c:v>
                </c:pt>
                <c:pt idx="323">
                  <c:v>44253</c:v>
                </c:pt>
                <c:pt idx="324">
                  <c:v>44254</c:v>
                </c:pt>
                <c:pt idx="325">
                  <c:v>44255</c:v>
                </c:pt>
                <c:pt idx="326">
                  <c:v>44256</c:v>
                </c:pt>
                <c:pt idx="327">
                  <c:v>44257</c:v>
                </c:pt>
                <c:pt idx="328">
                  <c:v>44258</c:v>
                </c:pt>
                <c:pt idx="329">
                  <c:v>44259</c:v>
                </c:pt>
                <c:pt idx="330">
                  <c:v>44260</c:v>
                </c:pt>
                <c:pt idx="331">
                  <c:v>44261</c:v>
                </c:pt>
                <c:pt idx="332">
                  <c:v>44262</c:v>
                </c:pt>
                <c:pt idx="333">
                  <c:v>44263</c:v>
                </c:pt>
                <c:pt idx="334">
                  <c:v>44264</c:v>
                </c:pt>
                <c:pt idx="335">
                  <c:v>44265</c:v>
                </c:pt>
                <c:pt idx="336">
                  <c:v>44266</c:v>
                </c:pt>
                <c:pt idx="337">
                  <c:v>44267</c:v>
                </c:pt>
                <c:pt idx="338">
                  <c:v>44268</c:v>
                </c:pt>
                <c:pt idx="339">
                  <c:v>44269</c:v>
                </c:pt>
                <c:pt idx="340">
                  <c:v>44270</c:v>
                </c:pt>
                <c:pt idx="341">
                  <c:v>44271</c:v>
                </c:pt>
                <c:pt idx="342">
                  <c:v>44272</c:v>
                </c:pt>
                <c:pt idx="343">
                  <c:v>44273</c:v>
                </c:pt>
                <c:pt idx="344">
                  <c:v>44274</c:v>
                </c:pt>
                <c:pt idx="345">
                  <c:v>44275</c:v>
                </c:pt>
                <c:pt idx="346">
                  <c:v>44276</c:v>
                </c:pt>
                <c:pt idx="347">
                  <c:v>44277</c:v>
                </c:pt>
                <c:pt idx="348">
                  <c:v>44278</c:v>
                </c:pt>
                <c:pt idx="349">
                  <c:v>44279</c:v>
                </c:pt>
                <c:pt idx="350">
                  <c:v>44280</c:v>
                </c:pt>
                <c:pt idx="351">
                  <c:v>44281</c:v>
                </c:pt>
                <c:pt idx="352">
                  <c:v>44282</c:v>
                </c:pt>
                <c:pt idx="353">
                  <c:v>44283</c:v>
                </c:pt>
                <c:pt idx="354">
                  <c:v>44284</c:v>
                </c:pt>
                <c:pt idx="355">
                  <c:v>44285</c:v>
                </c:pt>
                <c:pt idx="356">
                  <c:v>44286</c:v>
                </c:pt>
                <c:pt idx="357">
                  <c:v>44287</c:v>
                </c:pt>
                <c:pt idx="358">
                  <c:v>44288</c:v>
                </c:pt>
                <c:pt idx="359">
                  <c:v>44289</c:v>
                </c:pt>
                <c:pt idx="360">
                  <c:v>44290</c:v>
                </c:pt>
                <c:pt idx="361">
                  <c:v>44291</c:v>
                </c:pt>
                <c:pt idx="362">
                  <c:v>44292</c:v>
                </c:pt>
                <c:pt idx="363">
                  <c:v>44293</c:v>
                </c:pt>
                <c:pt idx="364">
                  <c:v>44294</c:v>
                </c:pt>
                <c:pt idx="365">
                  <c:v>44295</c:v>
                </c:pt>
                <c:pt idx="366">
                  <c:v>44296</c:v>
                </c:pt>
                <c:pt idx="367">
                  <c:v>44297</c:v>
                </c:pt>
                <c:pt idx="368">
                  <c:v>44298</c:v>
                </c:pt>
                <c:pt idx="369">
                  <c:v>44299</c:v>
                </c:pt>
                <c:pt idx="370">
                  <c:v>44300</c:v>
                </c:pt>
                <c:pt idx="371">
                  <c:v>44301</c:v>
                </c:pt>
                <c:pt idx="372">
                  <c:v>44302</c:v>
                </c:pt>
                <c:pt idx="373">
                  <c:v>44303</c:v>
                </c:pt>
                <c:pt idx="374">
                  <c:v>44304</c:v>
                </c:pt>
                <c:pt idx="375">
                  <c:v>44305</c:v>
                </c:pt>
                <c:pt idx="376">
                  <c:v>44306</c:v>
                </c:pt>
                <c:pt idx="377">
                  <c:v>44307</c:v>
                </c:pt>
                <c:pt idx="378">
                  <c:v>44308</c:v>
                </c:pt>
                <c:pt idx="379">
                  <c:v>44309</c:v>
                </c:pt>
                <c:pt idx="380">
                  <c:v>44310</c:v>
                </c:pt>
                <c:pt idx="381">
                  <c:v>44311</c:v>
                </c:pt>
                <c:pt idx="382">
                  <c:v>44312</c:v>
                </c:pt>
                <c:pt idx="383">
                  <c:v>44313</c:v>
                </c:pt>
                <c:pt idx="384">
                  <c:v>44314</c:v>
                </c:pt>
                <c:pt idx="385">
                  <c:v>44315</c:v>
                </c:pt>
                <c:pt idx="386">
                  <c:v>44316</c:v>
                </c:pt>
                <c:pt idx="387">
                  <c:v>44317</c:v>
                </c:pt>
                <c:pt idx="388">
                  <c:v>44318</c:v>
                </c:pt>
                <c:pt idx="389">
                  <c:v>44319</c:v>
                </c:pt>
                <c:pt idx="390">
                  <c:v>44320</c:v>
                </c:pt>
                <c:pt idx="391">
                  <c:v>44321</c:v>
                </c:pt>
                <c:pt idx="392">
                  <c:v>44322</c:v>
                </c:pt>
                <c:pt idx="393">
                  <c:v>44323</c:v>
                </c:pt>
                <c:pt idx="394">
                  <c:v>44324</c:v>
                </c:pt>
                <c:pt idx="395">
                  <c:v>44325</c:v>
                </c:pt>
                <c:pt idx="396">
                  <c:v>44326</c:v>
                </c:pt>
                <c:pt idx="397">
                  <c:v>44327</c:v>
                </c:pt>
                <c:pt idx="398">
                  <c:v>44328</c:v>
                </c:pt>
                <c:pt idx="399">
                  <c:v>44329</c:v>
                </c:pt>
                <c:pt idx="400">
                  <c:v>44330</c:v>
                </c:pt>
                <c:pt idx="401">
                  <c:v>44331</c:v>
                </c:pt>
                <c:pt idx="402">
                  <c:v>44332</c:v>
                </c:pt>
                <c:pt idx="403">
                  <c:v>44333</c:v>
                </c:pt>
                <c:pt idx="404">
                  <c:v>44334</c:v>
                </c:pt>
                <c:pt idx="405">
                  <c:v>44335</c:v>
                </c:pt>
                <c:pt idx="406">
                  <c:v>44336</c:v>
                </c:pt>
                <c:pt idx="407">
                  <c:v>44337</c:v>
                </c:pt>
                <c:pt idx="408">
                  <c:v>44338</c:v>
                </c:pt>
                <c:pt idx="409">
                  <c:v>44339</c:v>
                </c:pt>
                <c:pt idx="410">
                  <c:v>44340</c:v>
                </c:pt>
                <c:pt idx="411">
                  <c:v>44341</c:v>
                </c:pt>
                <c:pt idx="412">
                  <c:v>44342</c:v>
                </c:pt>
                <c:pt idx="413">
                  <c:v>44343</c:v>
                </c:pt>
                <c:pt idx="414">
                  <c:v>44344</c:v>
                </c:pt>
                <c:pt idx="415">
                  <c:v>44345</c:v>
                </c:pt>
                <c:pt idx="416">
                  <c:v>44346</c:v>
                </c:pt>
                <c:pt idx="417">
                  <c:v>44347</c:v>
                </c:pt>
                <c:pt idx="418">
                  <c:v>44348</c:v>
                </c:pt>
                <c:pt idx="419">
                  <c:v>44349</c:v>
                </c:pt>
                <c:pt idx="420">
                  <c:v>44350</c:v>
                </c:pt>
                <c:pt idx="421">
                  <c:v>44351</c:v>
                </c:pt>
                <c:pt idx="422">
                  <c:v>44352</c:v>
                </c:pt>
                <c:pt idx="423">
                  <c:v>44353</c:v>
                </c:pt>
                <c:pt idx="424">
                  <c:v>44354</c:v>
                </c:pt>
                <c:pt idx="425">
                  <c:v>44355</c:v>
                </c:pt>
                <c:pt idx="426">
                  <c:v>44356</c:v>
                </c:pt>
                <c:pt idx="427">
                  <c:v>44357</c:v>
                </c:pt>
                <c:pt idx="428">
                  <c:v>44358</c:v>
                </c:pt>
                <c:pt idx="429">
                  <c:v>44359</c:v>
                </c:pt>
                <c:pt idx="430">
                  <c:v>44360</c:v>
                </c:pt>
                <c:pt idx="431">
                  <c:v>44361</c:v>
                </c:pt>
                <c:pt idx="432">
                  <c:v>44362</c:v>
                </c:pt>
                <c:pt idx="433">
                  <c:v>44363</c:v>
                </c:pt>
                <c:pt idx="434">
                  <c:v>44364</c:v>
                </c:pt>
                <c:pt idx="435">
                  <c:v>44365</c:v>
                </c:pt>
                <c:pt idx="436">
                  <c:v>44366</c:v>
                </c:pt>
                <c:pt idx="437">
                  <c:v>44367</c:v>
                </c:pt>
                <c:pt idx="438">
                  <c:v>44368</c:v>
                </c:pt>
                <c:pt idx="439">
                  <c:v>44369</c:v>
                </c:pt>
                <c:pt idx="440">
                  <c:v>44370</c:v>
                </c:pt>
                <c:pt idx="441">
                  <c:v>44371</c:v>
                </c:pt>
                <c:pt idx="442">
                  <c:v>44372</c:v>
                </c:pt>
                <c:pt idx="443">
                  <c:v>44373</c:v>
                </c:pt>
                <c:pt idx="444">
                  <c:v>44374</c:v>
                </c:pt>
                <c:pt idx="445">
                  <c:v>44375</c:v>
                </c:pt>
                <c:pt idx="446">
                  <c:v>44376</c:v>
                </c:pt>
                <c:pt idx="447">
                  <c:v>44377</c:v>
                </c:pt>
                <c:pt idx="448">
                  <c:v>44378</c:v>
                </c:pt>
                <c:pt idx="449">
                  <c:v>44379</c:v>
                </c:pt>
                <c:pt idx="450">
                  <c:v>44380</c:v>
                </c:pt>
                <c:pt idx="451">
                  <c:v>44381</c:v>
                </c:pt>
                <c:pt idx="452">
                  <c:v>44382</c:v>
                </c:pt>
                <c:pt idx="453">
                  <c:v>44383</c:v>
                </c:pt>
                <c:pt idx="454">
                  <c:v>44384</c:v>
                </c:pt>
                <c:pt idx="455">
                  <c:v>44385</c:v>
                </c:pt>
                <c:pt idx="456">
                  <c:v>44386</c:v>
                </c:pt>
                <c:pt idx="457">
                  <c:v>44387</c:v>
                </c:pt>
                <c:pt idx="458">
                  <c:v>44388</c:v>
                </c:pt>
                <c:pt idx="459">
                  <c:v>44389</c:v>
                </c:pt>
                <c:pt idx="460">
                  <c:v>44390</c:v>
                </c:pt>
                <c:pt idx="461">
                  <c:v>44391</c:v>
                </c:pt>
                <c:pt idx="462">
                  <c:v>44392</c:v>
                </c:pt>
                <c:pt idx="463">
                  <c:v>44393</c:v>
                </c:pt>
                <c:pt idx="464">
                  <c:v>44394</c:v>
                </c:pt>
                <c:pt idx="465">
                  <c:v>44395</c:v>
                </c:pt>
                <c:pt idx="466">
                  <c:v>44396</c:v>
                </c:pt>
                <c:pt idx="467">
                  <c:v>44397</c:v>
                </c:pt>
                <c:pt idx="468">
                  <c:v>44398</c:v>
                </c:pt>
                <c:pt idx="469">
                  <c:v>44399</c:v>
                </c:pt>
                <c:pt idx="470">
                  <c:v>44400</c:v>
                </c:pt>
                <c:pt idx="471">
                  <c:v>44401</c:v>
                </c:pt>
                <c:pt idx="472">
                  <c:v>44402</c:v>
                </c:pt>
                <c:pt idx="473">
                  <c:v>44403</c:v>
                </c:pt>
                <c:pt idx="474">
                  <c:v>44404</c:v>
                </c:pt>
                <c:pt idx="475">
                  <c:v>44405</c:v>
                </c:pt>
                <c:pt idx="476">
                  <c:v>44406</c:v>
                </c:pt>
                <c:pt idx="477">
                  <c:v>44407</c:v>
                </c:pt>
                <c:pt idx="478">
                  <c:v>44408</c:v>
                </c:pt>
                <c:pt idx="479">
                  <c:v>44409</c:v>
                </c:pt>
                <c:pt idx="480">
                  <c:v>44410</c:v>
                </c:pt>
                <c:pt idx="481">
                  <c:v>44411</c:v>
                </c:pt>
                <c:pt idx="482">
                  <c:v>44412</c:v>
                </c:pt>
                <c:pt idx="483">
                  <c:v>44413</c:v>
                </c:pt>
                <c:pt idx="484">
                  <c:v>44414</c:v>
                </c:pt>
                <c:pt idx="485">
                  <c:v>44415</c:v>
                </c:pt>
                <c:pt idx="486">
                  <c:v>44416</c:v>
                </c:pt>
                <c:pt idx="487">
                  <c:v>44417</c:v>
                </c:pt>
                <c:pt idx="488">
                  <c:v>44418</c:v>
                </c:pt>
                <c:pt idx="489">
                  <c:v>44419</c:v>
                </c:pt>
                <c:pt idx="490">
                  <c:v>44420</c:v>
                </c:pt>
                <c:pt idx="491">
                  <c:v>44421</c:v>
                </c:pt>
                <c:pt idx="492">
                  <c:v>44422</c:v>
                </c:pt>
                <c:pt idx="493">
                  <c:v>44423</c:v>
                </c:pt>
                <c:pt idx="494">
                  <c:v>44424</c:v>
                </c:pt>
                <c:pt idx="495">
                  <c:v>44425</c:v>
                </c:pt>
                <c:pt idx="496">
                  <c:v>44426</c:v>
                </c:pt>
                <c:pt idx="497">
                  <c:v>44427</c:v>
                </c:pt>
                <c:pt idx="498">
                  <c:v>44428</c:v>
                </c:pt>
                <c:pt idx="499">
                  <c:v>44429</c:v>
                </c:pt>
                <c:pt idx="500">
                  <c:v>44430</c:v>
                </c:pt>
                <c:pt idx="501">
                  <c:v>44431</c:v>
                </c:pt>
                <c:pt idx="502">
                  <c:v>44432</c:v>
                </c:pt>
                <c:pt idx="503">
                  <c:v>44433</c:v>
                </c:pt>
                <c:pt idx="504">
                  <c:v>44434</c:v>
                </c:pt>
                <c:pt idx="505">
                  <c:v>44435</c:v>
                </c:pt>
                <c:pt idx="506">
                  <c:v>44436</c:v>
                </c:pt>
                <c:pt idx="507">
                  <c:v>44437</c:v>
                </c:pt>
                <c:pt idx="508">
                  <c:v>44438</c:v>
                </c:pt>
                <c:pt idx="509">
                  <c:v>44439</c:v>
                </c:pt>
                <c:pt idx="510">
                  <c:v>44440</c:v>
                </c:pt>
                <c:pt idx="511">
                  <c:v>44441</c:v>
                </c:pt>
                <c:pt idx="512">
                  <c:v>44442</c:v>
                </c:pt>
                <c:pt idx="513">
                  <c:v>44443</c:v>
                </c:pt>
                <c:pt idx="514">
                  <c:v>44444</c:v>
                </c:pt>
                <c:pt idx="515">
                  <c:v>44445</c:v>
                </c:pt>
                <c:pt idx="516">
                  <c:v>44446</c:v>
                </c:pt>
              </c:numCache>
            </c:numRef>
          </c:xVal>
          <c:yVal>
            <c:numRef>
              <c:f>ICU!$D$2:$D$518</c:f>
              <c:numCache>
                <c:formatCode>General</c:formatCode>
                <c:ptCount val="517"/>
                <c:pt idx="0">
                  <c:v>19.521178637200737</c:v>
                </c:pt>
                <c:pt idx="1">
                  <c:v>22.368421052631579</c:v>
                </c:pt>
                <c:pt idx="2">
                  <c:v>25.167785234899331</c:v>
                </c:pt>
                <c:pt idx="3">
                  <c:v>24.790619765494139</c:v>
                </c:pt>
                <c:pt idx="4">
                  <c:v>30.902777777777779</c:v>
                </c:pt>
                <c:pt idx="5">
                  <c:v>27.22419928825623</c:v>
                </c:pt>
                <c:pt idx="6">
                  <c:v>29.521829521829524</c:v>
                </c:pt>
                <c:pt idx="7">
                  <c:v>29.074074074074076</c:v>
                </c:pt>
                <c:pt idx="8">
                  <c:v>27.726432532347506</c:v>
                </c:pt>
                <c:pt idx="9">
                  <c:v>24.074074074074073</c:v>
                </c:pt>
                <c:pt idx="10">
                  <c:v>25.417439703153988</c:v>
                </c:pt>
                <c:pt idx="11">
                  <c:v>25.60296846011132</c:v>
                </c:pt>
                <c:pt idx="12">
                  <c:v>25.912408759124091</c:v>
                </c:pt>
                <c:pt idx="13">
                  <c:v>26.094890510948904</c:v>
                </c:pt>
                <c:pt idx="14">
                  <c:v>27.706422018348626</c:v>
                </c:pt>
                <c:pt idx="15">
                  <c:v>27.060931899641577</c:v>
                </c:pt>
                <c:pt idx="16">
                  <c:v>27.598566308243726</c:v>
                </c:pt>
                <c:pt idx="17">
                  <c:v>26.465364120781526</c:v>
                </c:pt>
                <c:pt idx="18">
                  <c:v>30.728241563055064</c:v>
                </c:pt>
                <c:pt idx="19">
                  <c:v>29.307282415630553</c:v>
                </c:pt>
                <c:pt idx="20">
                  <c:v>31.261101243339258</c:v>
                </c:pt>
                <c:pt idx="21">
                  <c:v>33.149171270718227</c:v>
                </c:pt>
                <c:pt idx="22">
                  <c:v>32.228360957642728</c:v>
                </c:pt>
                <c:pt idx="23">
                  <c:v>31.675874769797424</c:v>
                </c:pt>
                <c:pt idx="24">
                  <c:v>33.701657458563538</c:v>
                </c:pt>
                <c:pt idx="25">
                  <c:v>31.992687385740403</c:v>
                </c:pt>
                <c:pt idx="26">
                  <c:v>32.723948811700183</c:v>
                </c:pt>
                <c:pt idx="27">
                  <c:v>31.305903398926656</c:v>
                </c:pt>
                <c:pt idx="28">
                  <c:v>33.216168717047452</c:v>
                </c:pt>
                <c:pt idx="29">
                  <c:v>35.906642728904849</c:v>
                </c:pt>
                <c:pt idx="30">
                  <c:v>37.613019891500905</c:v>
                </c:pt>
                <c:pt idx="31">
                  <c:v>33.097345132743364</c:v>
                </c:pt>
                <c:pt idx="32">
                  <c:v>33.807829181494661</c:v>
                </c:pt>
                <c:pt idx="33">
                  <c:v>34.111310592459603</c:v>
                </c:pt>
                <c:pt idx="34">
                  <c:v>34.33098591549296</c:v>
                </c:pt>
                <c:pt idx="35">
                  <c:v>35.395189003436428</c:v>
                </c:pt>
                <c:pt idx="36">
                  <c:v>33.219178082191782</c:v>
                </c:pt>
                <c:pt idx="37">
                  <c:v>30.287648054145517</c:v>
                </c:pt>
                <c:pt idx="38">
                  <c:v>34.232715008431704</c:v>
                </c:pt>
                <c:pt idx="39">
                  <c:v>35.57377049180328</c:v>
                </c:pt>
                <c:pt idx="40">
                  <c:v>35.399673735725941</c:v>
                </c:pt>
                <c:pt idx="41">
                  <c:v>37.06624605678234</c:v>
                </c:pt>
                <c:pt idx="42">
                  <c:v>36.363636363636367</c:v>
                </c:pt>
                <c:pt idx="43">
                  <c:v>35.579937304075237</c:v>
                </c:pt>
                <c:pt idx="44">
                  <c:v>37.461300309597526</c:v>
                </c:pt>
                <c:pt idx="45">
                  <c:v>37.962962962962962</c:v>
                </c:pt>
                <c:pt idx="46">
                  <c:v>40</c:v>
                </c:pt>
                <c:pt idx="47">
                  <c:v>41.916167664670652</c:v>
                </c:pt>
                <c:pt idx="48">
                  <c:v>44.610778443113773</c:v>
                </c:pt>
                <c:pt idx="49">
                  <c:v>44.610778443113773</c:v>
                </c:pt>
                <c:pt idx="50">
                  <c:v>42.365269461077844</c:v>
                </c:pt>
                <c:pt idx="51">
                  <c:v>42.68656716417911</c:v>
                </c:pt>
                <c:pt idx="52">
                  <c:v>41.194029850746269</c:v>
                </c:pt>
                <c:pt idx="53">
                  <c:v>43.283582089552233</c:v>
                </c:pt>
                <c:pt idx="54">
                  <c:v>44.029850746268657</c:v>
                </c:pt>
                <c:pt idx="55">
                  <c:v>46.567164179104473</c:v>
                </c:pt>
                <c:pt idx="56">
                  <c:v>47.164179104477611</c:v>
                </c:pt>
                <c:pt idx="57">
                  <c:v>45.103857566765576</c:v>
                </c:pt>
                <c:pt idx="58">
                  <c:v>45.084269662921351</c:v>
                </c:pt>
                <c:pt idx="59">
                  <c:v>42.877094972067034</c:v>
                </c:pt>
                <c:pt idx="60">
                  <c:v>44.692737430167597</c:v>
                </c:pt>
                <c:pt idx="61">
                  <c:v>46.814404432132967</c:v>
                </c:pt>
                <c:pt idx="62">
                  <c:v>48.463687150837984</c:v>
                </c:pt>
                <c:pt idx="63">
                  <c:v>53.46260387811634</c:v>
                </c:pt>
                <c:pt idx="64">
                  <c:v>54.570637119113577</c:v>
                </c:pt>
                <c:pt idx="65">
                  <c:v>53.591160220994475</c:v>
                </c:pt>
                <c:pt idx="66">
                  <c:v>55.939226519337012</c:v>
                </c:pt>
                <c:pt idx="67">
                  <c:v>59.559834938101787</c:v>
                </c:pt>
                <c:pt idx="68">
                  <c:v>56.948228882833781</c:v>
                </c:pt>
                <c:pt idx="69">
                  <c:v>58.611481975967962</c:v>
                </c:pt>
                <c:pt idx="70">
                  <c:v>59.424083769633505</c:v>
                </c:pt>
                <c:pt idx="71">
                  <c:v>57.493540051679581</c:v>
                </c:pt>
                <c:pt idx="72">
                  <c:v>62.924281984334208</c:v>
                </c:pt>
                <c:pt idx="73">
                  <c:v>64.980544747081709</c:v>
                </c:pt>
                <c:pt idx="74">
                  <c:v>68.612191958495458</c:v>
                </c:pt>
                <c:pt idx="75">
                  <c:v>68.223086900129701</c:v>
                </c:pt>
                <c:pt idx="76">
                  <c:v>65.270935960591132</c:v>
                </c:pt>
                <c:pt idx="77">
                  <c:v>69.61259079903148</c:v>
                </c:pt>
                <c:pt idx="78">
                  <c:v>69.875424688561722</c:v>
                </c:pt>
                <c:pt idx="79">
                  <c:v>69.923161361141609</c:v>
                </c:pt>
                <c:pt idx="80">
                  <c:v>71.35250266240682</c:v>
                </c:pt>
                <c:pt idx="81">
                  <c:v>73.354564755838638</c:v>
                </c:pt>
                <c:pt idx="82">
                  <c:v>72.518286311389758</c:v>
                </c:pt>
                <c:pt idx="83">
                  <c:v>73.785425101214571</c:v>
                </c:pt>
                <c:pt idx="84">
                  <c:v>77.432712215320905</c:v>
                </c:pt>
                <c:pt idx="85">
                  <c:v>79.758308157099705</c:v>
                </c:pt>
                <c:pt idx="86">
                  <c:v>81.262525050100194</c:v>
                </c:pt>
                <c:pt idx="87">
                  <c:v>83.810463968410659</c:v>
                </c:pt>
                <c:pt idx="88">
                  <c:v>84.696823869104904</c:v>
                </c:pt>
                <c:pt idx="89">
                  <c:v>83.08128544423441</c:v>
                </c:pt>
                <c:pt idx="90">
                  <c:v>81.205035971223012</c:v>
                </c:pt>
                <c:pt idx="91">
                  <c:v>85.171790235081374</c:v>
                </c:pt>
                <c:pt idx="92">
                  <c:v>85.402097902097907</c:v>
                </c:pt>
                <c:pt idx="93">
                  <c:v>87.190812720848058</c:v>
                </c:pt>
                <c:pt idx="94">
                  <c:v>89.922480620155042</c:v>
                </c:pt>
                <c:pt idx="95">
                  <c:v>91.238416175231677</c:v>
                </c:pt>
                <c:pt idx="96">
                  <c:v>89.265536723163848</c:v>
                </c:pt>
                <c:pt idx="97">
                  <c:v>89.81481481481481</c:v>
                </c:pt>
                <c:pt idx="98">
                  <c:v>90.115830115830121</c:v>
                </c:pt>
                <c:pt idx="99">
                  <c:v>90.790483499616272</c:v>
                </c:pt>
                <c:pt idx="100">
                  <c:v>90.936329588014985</c:v>
                </c:pt>
                <c:pt idx="101">
                  <c:v>91.65424739195231</c:v>
                </c:pt>
                <c:pt idx="102">
                  <c:v>91.512915129151295</c:v>
                </c:pt>
                <c:pt idx="103">
                  <c:v>91.678622668579621</c:v>
                </c:pt>
                <c:pt idx="104">
                  <c:v>91.613361762615497</c:v>
                </c:pt>
                <c:pt idx="105">
                  <c:v>91.625266146202975</c:v>
                </c:pt>
                <c:pt idx="106">
                  <c:v>93.015214384508994</c:v>
                </c:pt>
                <c:pt idx="107">
                  <c:v>91.499654457498266</c:v>
                </c:pt>
                <c:pt idx="108">
                  <c:v>93.19587628865979</c:v>
                </c:pt>
                <c:pt idx="109">
                  <c:v>91.210277214334013</c:v>
                </c:pt>
                <c:pt idx="110">
                  <c:v>90.352628077178977</c:v>
                </c:pt>
                <c:pt idx="111">
                  <c:v>88.454011741682976</c:v>
                </c:pt>
                <c:pt idx="112">
                  <c:v>89.117836445589177</c:v>
                </c:pt>
                <c:pt idx="113">
                  <c:v>89.272030651340998</c:v>
                </c:pt>
                <c:pt idx="114">
                  <c:v>89.911727616645649</c:v>
                </c:pt>
                <c:pt idx="115">
                  <c:v>88.029925187032418</c:v>
                </c:pt>
                <c:pt idx="116">
                  <c:v>88.793631353337418</c:v>
                </c:pt>
                <c:pt idx="117">
                  <c:v>89.204194941394206</c:v>
                </c:pt>
                <c:pt idx="118">
                  <c:v>89.296636085626915</c:v>
                </c:pt>
                <c:pt idx="119">
                  <c:v>87.992722862340813</c:v>
                </c:pt>
                <c:pt idx="120">
                  <c:v>88.150807899461398</c:v>
                </c:pt>
                <c:pt idx="121">
                  <c:v>88.182897862232778</c:v>
                </c:pt>
                <c:pt idx="122">
                  <c:v>89.067142008318484</c:v>
                </c:pt>
                <c:pt idx="123">
                  <c:v>88.960657662947739</c:v>
                </c:pt>
                <c:pt idx="124">
                  <c:v>87.652882935352366</c:v>
                </c:pt>
                <c:pt idx="125">
                  <c:v>87.789351851851848</c:v>
                </c:pt>
                <c:pt idx="126">
                  <c:v>86.911595866819752</c:v>
                </c:pt>
                <c:pt idx="127">
                  <c:v>86.222732491389209</c:v>
                </c:pt>
                <c:pt idx="128">
                  <c:v>86.640360766629087</c:v>
                </c:pt>
                <c:pt idx="129">
                  <c:v>84.329199549041718</c:v>
                </c:pt>
                <c:pt idx="130">
                  <c:v>84.207557811618727</c:v>
                </c:pt>
                <c:pt idx="131">
                  <c:v>81.925013989927251</c:v>
                </c:pt>
                <c:pt idx="132">
                  <c:v>81.802911534154532</c:v>
                </c:pt>
                <c:pt idx="133">
                  <c:v>81.543624161073822</c:v>
                </c:pt>
                <c:pt idx="134">
                  <c:v>78.207964601769902</c:v>
                </c:pt>
                <c:pt idx="135">
                  <c:v>75.289575289575296</c:v>
                </c:pt>
                <c:pt idx="136">
                  <c:v>77.636664826062955</c:v>
                </c:pt>
                <c:pt idx="137">
                  <c:v>78.193832599118934</c:v>
                </c:pt>
                <c:pt idx="138">
                  <c:v>77.17271727172718</c:v>
                </c:pt>
                <c:pt idx="139">
                  <c:v>75.656455142231948</c:v>
                </c:pt>
                <c:pt idx="140">
                  <c:v>76.32586112629852</c:v>
                </c:pt>
                <c:pt idx="141">
                  <c:v>74.671052631578945</c:v>
                </c:pt>
                <c:pt idx="142">
                  <c:v>73.114754098360663</c:v>
                </c:pt>
                <c:pt idx="143">
                  <c:v>72.410032715376232</c:v>
                </c:pt>
                <c:pt idx="144">
                  <c:v>71.836295099623044</c:v>
                </c:pt>
                <c:pt idx="145">
                  <c:v>68.891280947255112</c:v>
                </c:pt>
                <c:pt idx="146">
                  <c:v>67.688172043010752</c:v>
                </c:pt>
                <c:pt idx="147">
                  <c:v>66.792249730893445</c:v>
                </c:pt>
                <c:pt idx="148">
                  <c:v>63.481046449546184</c:v>
                </c:pt>
                <c:pt idx="149">
                  <c:v>63.893333333333338</c:v>
                </c:pt>
                <c:pt idx="150">
                  <c:v>63.568376068376068</c:v>
                </c:pt>
                <c:pt idx="151">
                  <c:v>62.380446333687566</c:v>
                </c:pt>
                <c:pt idx="152">
                  <c:v>59.658484525080048</c:v>
                </c:pt>
                <c:pt idx="153">
                  <c:v>59.893333333333331</c:v>
                </c:pt>
                <c:pt idx="154">
                  <c:v>61.915125136017416</c:v>
                </c:pt>
                <c:pt idx="155">
                  <c:v>58.365331870543059</c:v>
                </c:pt>
                <c:pt idx="156">
                  <c:v>58.365331870543059</c:v>
                </c:pt>
                <c:pt idx="157">
                  <c:v>57.730263157894733</c:v>
                </c:pt>
                <c:pt idx="158">
                  <c:v>57.002188183807448</c:v>
                </c:pt>
                <c:pt idx="159">
                  <c:v>55.214050493962674</c:v>
                </c:pt>
                <c:pt idx="160">
                  <c:v>57.111111111111114</c:v>
                </c:pt>
                <c:pt idx="161">
                  <c:v>54.777777777777779</c:v>
                </c:pt>
                <c:pt idx="162">
                  <c:v>54.743303571428569</c:v>
                </c:pt>
                <c:pt idx="163">
                  <c:v>53.718091009988896</c:v>
                </c:pt>
                <c:pt idx="164">
                  <c:v>54.87264673311185</c:v>
                </c:pt>
                <c:pt idx="165">
                  <c:v>54.515050167224075</c:v>
                </c:pt>
                <c:pt idx="166">
                  <c:v>52.418010005558649</c:v>
                </c:pt>
                <c:pt idx="167">
                  <c:v>52.613827993254638</c:v>
                </c:pt>
                <c:pt idx="168">
                  <c:v>53.318207600680658</c:v>
                </c:pt>
                <c:pt idx="169">
                  <c:v>50.11389521640092</c:v>
                </c:pt>
                <c:pt idx="170">
                  <c:v>48.887621220764402</c:v>
                </c:pt>
                <c:pt idx="171">
                  <c:v>46.47967945048655</c:v>
                </c:pt>
                <c:pt idx="172">
                  <c:v>48.660968660968663</c:v>
                </c:pt>
                <c:pt idx="173">
                  <c:v>48.439306358381501</c:v>
                </c:pt>
                <c:pt idx="174">
                  <c:v>46.180159635119729</c:v>
                </c:pt>
                <c:pt idx="175">
                  <c:v>48.452380952380949</c:v>
                </c:pt>
                <c:pt idx="176">
                  <c:v>48.356246264196059</c:v>
                </c:pt>
                <c:pt idx="177">
                  <c:v>47.463768115942031</c:v>
                </c:pt>
                <c:pt idx="178">
                  <c:v>47.886473429951693</c:v>
                </c:pt>
                <c:pt idx="179">
                  <c:v>48.499399759903959</c:v>
                </c:pt>
                <c:pt idx="180">
                  <c:v>49.465558194774346</c:v>
                </c:pt>
                <c:pt idx="181">
                  <c:v>48.209042865531416</c:v>
                </c:pt>
                <c:pt idx="182">
                  <c:v>46.176470588235297</c:v>
                </c:pt>
                <c:pt idx="183">
                  <c:v>47.573964497041423</c:v>
                </c:pt>
                <c:pt idx="184">
                  <c:v>47.483718176435765</c:v>
                </c:pt>
                <c:pt idx="185">
                  <c:v>47.72054470100651</c:v>
                </c:pt>
                <c:pt idx="186">
                  <c:v>47.255369928400953</c:v>
                </c:pt>
                <c:pt idx="187">
                  <c:v>46.662693682955904</c:v>
                </c:pt>
                <c:pt idx="188">
                  <c:v>46.841477949940405</c:v>
                </c:pt>
                <c:pt idx="189">
                  <c:v>47.541966426858515</c:v>
                </c:pt>
                <c:pt idx="190">
                  <c:v>47.509113001215063</c:v>
                </c:pt>
                <c:pt idx="191">
                  <c:v>48.053527980535279</c:v>
                </c:pt>
                <c:pt idx="192">
                  <c:v>48.51425106124924</c:v>
                </c:pt>
                <c:pt idx="193">
                  <c:v>49.515151515151516</c:v>
                </c:pt>
                <c:pt idx="194">
                  <c:v>49.575757575757571</c:v>
                </c:pt>
                <c:pt idx="195">
                  <c:v>49.786715417428397</c:v>
                </c:pt>
                <c:pt idx="196">
                  <c:v>50.849514563106801</c:v>
                </c:pt>
                <c:pt idx="197">
                  <c:v>51.152912621359228</c:v>
                </c:pt>
                <c:pt idx="198">
                  <c:v>50.030432136335968</c:v>
                </c:pt>
                <c:pt idx="199">
                  <c:v>50.69993913572732</c:v>
                </c:pt>
                <c:pt idx="200">
                  <c:v>50.516717325227965</c:v>
                </c:pt>
                <c:pt idx="201">
                  <c:v>49.727437916414296</c:v>
                </c:pt>
                <c:pt idx="202">
                  <c:v>47.432024169184288</c:v>
                </c:pt>
                <c:pt idx="203">
                  <c:v>50.516717325227965</c:v>
                </c:pt>
                <c:pt idx="204">
                  <c:v>50.722891566265062</c:v>
                </c:pt>
                <c:pt idx="205">
                  <c:v>51.052315093205046</c:v>
                </c:pt>
                <c:pt idx="206">
                  <c:v>50.241837968561065</c:v>
                </c:pt>
                <c:pt idx="207">
                  <c:v>49.788774894387451</c:v>
                </c:pt>
                <c:pt idx="208">
                  <c:v>50.935425467712733</c:v>
                </c:pt>
                <c:pt idx="209">
                  <c:v>48.671497584541065</c:v>
                </c:pt>
                <c:pt idx="210">
                  <c:v>48.398791540785496</c:v>
                </c:pt>
                <c:pt idx="211">
                  <c:v>47.222222222222221</c:v>
                </c:pt>
                <c:pt idx="212">
                  <c:v>48.516050878255598</c:v>
                </c:pt>
                <c:pt idx="213">
                  <c:v>48.031496062992126</c:v>
                </c:pt>
                <c:pt idx="214">
                  <c:v>47.854984894259815</c:v>
                </c:pt>
                <c:pt idx="215">
                  <c:v>46.038415366146459</c:v>
                </c:pt>
                <c:pt idx="216">
                  <c:v>48.157248157248155</c:v>
                </c:pt>
                <c:pt idx="217">
                  <c:v>50.368550368550366</c:v>
                </c:pt>
                <c:pt idx="218">
                  <c:v>46.642020948860136</c:v>
                </c:pt>
                <c:pt idx="219">
                  <c:v>46.901579586877276</c:v>
                </c:pt>
                <c:pt idx="220">
                  <c:v>47.665847665847664</c:v>
                </c:pt>
                <c:pt idx="221">
                  <c:v>47.008019740900679</c:v>
                </c:pt>
                <c:pt idx="222">
                  <c:v>48.335388409371149</c:v>
                </c:pt>
                <c:pt idx="223">
                  <c:v>48.347613219094249</c:v>
                </c:pt>
                <c:pt idx="224">
                  <c:v>48.525798525798521</c:v>
                </c:pt>
                <c:pt idx="225">
                  <c:v>47.938461538461539</c:v>
                </c:pt>
                <c:pt idx="226">
                  <c:v>49.197530864197532</c:v>
                </c:pt>
                <c:pt idx="227">
                  <c:v>50.70943861813695</c:v>
                </c:pt>
                <c:pt idx="228">
                  <c:v>49.752781211372067</c:v>
                </c:pt>
                <c:pt idx="229">
                  <c:v>51.513279802347121</c:v>
                </c:pt>
                <c:pt idx="230">
                  <c:v>49.722393584207282</c:v>
                </c:pt>
                <c:pt idx="231">
                  <c:v>49.043800123380635</c:v>
                </c:pt>
                <c:pt idx="232">
                  <c:v>48.09255784865541</c:v>
                </c:pt>
                <c:pt idx="233">
                  <c:v>50.340979541227526</c:v>
                </c:pt>
                <c:pt idx="234">
                  <c:v>50.960942343459394</c:v>
                </c:pt>
                <c:pt idx="235">
                  <c:v>51.528384279475979</c:v>
                </c:pt>
                <c:pt idx="236">
                  <c:v>52.141527001862201</c:v>
                </c:pt>
                <c:pt idx="237">
                  <c:v>52.125</c:v>
                </c:pt>
                <c:pt idx="238">
                  <c:v>51.625</c:v>
                </c:pt>
                <c:pt idx="239">
                  <c:v>52.528445006321114</c:v>
                </c:pt>
                <c:pt idx="240">
                  <c:v>51.07458912768648</c:v>
                </c:pt>
                <c:pt idx="241">
                  <c:v>52.121595946801769</c:v>
                </c:pt>
                <c:pt idx="242">
                  <c:v>51.931602279924007</c:v>
                </c:pt>
                <c:pt idx="243">
                  <c:v>52.311589613679544</c:v>
                </c:pt>
                <c:pt idx="244">
                  <c:v>53.519340519974634</c:v>
                </c:pt>
                <c:pt idx="245">
                  <c:v>53.409815168897389</c:v>
                </c:pt>
                <c:pt idx="246">
                  <c:v>54.990464081373169</c:v>
                </c:pt>
                <c:pt idx="247">
                  <c:v>56.078930617441124</c:v>
                </c:pt>
                <c:pt idx="248">
                  <c:v>57.433290978398986</c:v>
                </c:pt>
                <c:pt idx="249">
                  <c:v>55.928979074191496</c:v>
                </c:pt>
                <c:pt idx="250">
                  <c:v>58.412698412698418</c:v>
                </c:pt>
                <c:pt idx="251">
                  <c:v>58.432601880877741</c:v>
                </c:pt>
                <c:pt idx="252">
                  <c:v>59.766584766584764</c:v>
                </c:pt>
                <c:pt idx="253">
                  <c:v>58.251833740831295</c:v>
                </c:pt>
                <c:pt idx="254">
                  <c:v>59.35057125676488</c:v>
                </c:pt>
                <c:pt idx="255">
                  <c:v>60.727272727272727</c:v>
                </c:pt>
                <c:pt idx="256">
                  <c:v>61.155015197568389</c:v>
                </c:pt>
                <c:pt idx="257">
                  <c:v>62.575574365175335</c:v>
                </c:pt>
                <c:pt idx="258">
                  <c:v>64.720048163756772</c:v>
                </c:pt>
                <c:pt idx="259">
                  <c:v>65.379975874547654</c:v>
                </c:pt>
                <c:pt idx="260">
                  <c:v>65.651135005973714</c:v>
                </c:pt>
                <c:pt idx="261">
                  <c:v>68.439928272564259</c:v>
                </c:pt>
                <c:pt idx="262">
                  <c:v>71.206690561529271</c:v>
                </c:pt>
                <c:pt idx="263">
                  <c:v>72.61904761904762</c:v>
                </c:pt>
                <c:pt idx="264">
                  <c:v>73.16350710900474</c:v>
                </c:pt>
                <c:pt idx="265">
                  <c:v>74.854481955762523</c:v>
                </c:pt>
                <c:pt idx="266">
                  <c:v>74.840209180708896</c:v>
                </c:pt>
                <c:pt idx="267">
                  <c:v>75.187536064627807</c:v>
                </c:pt>
                <c:pt idx="268">
                  <c:v>76.484018264840188</c:v>
                </c:pt>
                <c:pt idx="269">
                  <c:v>77.739726027397253</c:v>
                </c:pt>
                <c:pt idx="270">
                  <c:v>79.623287671232873</c:v>
                </c:pt>
                <c:pt idx="271">
                  <c:v>81.812998859749143</c:v>
                </c:pt>
                <c:pt idx="272">
                  <c:v>83.90934844192634</c:v>
                </c:pt>
                <c:pt idx="273">
                  <c:v>86.170212765957444</c:v>
                </c:pt>
                <c:pt idx="274">
                  <c:v>88.888888888888886</c:v>
                </c:pt>
                <c:pt idx="275">
                  <c:v>91.739130434782609</c:v>
                </c:pt>
                <c:pt idx="276">
                  <c:v>91.533546325878589</c:v>
                </c:pt>
                <c:pt idx="277">
                  <c:v>93.529411764705884</c:v>
                </c:pt>
                <c:pt idx="278">
                  <c:v>92.368839427662948</c:v>
                </c:pt>
                <c:pt idx="279">
                  <c:v>92.741514360313317</c:v>
                </c:pt>
                <c:pt idx="280">
                  <c:v>93.295513151108821</c:v>
                </c:pt>
                <c:pt idx="281">
                  <c:v>93.759669932955134</c:v>
                </c:pt>
                <c:pt idx="282">
                  <c:v>92.780337941628261</c:v>
                </c:pt>
                <c:pt idx="283">
                  <c:v>93.238434163701072</c:v>
                </c:pt>
                <c:pt idx="284">
                  <c:v>94.135490394337722</c:v>
                </c:pt>
                <c:pt idx="285">
                  <c:v>93.210184722915628</c:v>
                </c:pt>
                <c:pt idx="286">
                  <c:v>93.924302788844628</c:v>
                </c:pt>
                <c:pt idx="287">
                  <c:v>93.210184722915628</c:v>
                </c:pt>
                <c:pt idx="288">
                  <c:v>93.498759305210925</c:v>
                </c:pt>
                <c:pt idx="289">
                  <c:v>92.201382033563675</c:v>
                </c:pt>
                <c:pt idx="290">
                  <c:v>92.881858625803261</c:v>
                </c:pt>
                <c:pt idx="291">
                  <c:v>92.832427088482447</c:v>
                </c:pt>
                <c:pt idx="292">
                  <c:v>91.992090954028669</c:v>
                </c:pt>
                <c:pt idx="293">
                  <c:v>90.750870213823958</c:v>
                </c:pt>
                <c:pt idx="294">
                  <c:v>88.828202581926519</c:v>
                </c:pt>
                <c:pt idx="295">
                  <c:v>86.401985111662526</c:v>
                </c:pt>
                <c:pt idx="296">
                  <c:v>83.341596430342094</c:v>
                </c:pt>
                <c:pt idx="297">
                  <c:v>82.002974714923155</c:v>
                </c:pt>
                <c:pt idx="298">
                  <c:v>80.978532201697448</c:v>
                </c:pt>
                <c:pt idx="299">
                  <c:v>79</c:v>
                </c:pt>
                <c:pt idx="300">
                  <c:v>76.926952141057939</c:v>
                </c:pt>
                <c:pt idx="301">
                  <c:v>74.402035623409674</c:v>
                </c:pt>
                <c:pt idx="302">
                  <c:v>73.754494093477135</c:v>
                </c:pt>
                <c:pt idx="303">
                  <c:v>72.779220779220779</c:v>
                </c:pt>
                <c:pt idx="304">
                  <c:v>72.393923520167618</c:v>
                </c:pt>
                <c:pt idx="305">
                  <c:v>71.671087533156495</c:v>
                </c:pt>
                <c:pt idx="306">
                  <c:v>70.155662909286093</c:v>
                </c:pt>
                <c:pt idx="307">
                  <c:v>69.339111592632719</c:v>
                </c:pt>
                <c:pt idx="308">
                  <c:v>66.920152091254749</c:v>
                </c:pt>
                <c:pt idx="309">
                  <c:v>66.974470396523628</c:v>
                </c:pt>
                <c:pt idx="310">
                  <c:v>65.745856353591165</c:v>
                </c:pt>
                <c:pt idx="311">
                  <c:v>64.439536167863054</c:v>
                </c:pt>
                <c:pt idx="312">
                  <c:v>64.835787089467729</c:v>
                </c:pt>
                <c:pt idx="313">
                  <c:v>63.703284258210644</c:v>
                </c:pt>
                <c:pt idx="314">
                  <c:v>62.901376146788991</c:v>
                </c:pt>
                <c:pt idx="315">
                  <c:v>59.711815561959661</c:v>
                </c:pt>
                <c:pt idx="316">
                  <c:v>60.461095100864547</c:v>
                </c:pt>
                <c:pt idx="317">
                  <c:v>58.236658932714612</c:v>
                </c:pt>
                <c:pt idx="318">
                  <c:v>59.119861030689059</c:v>
                </c:pt>
                <c:pt idx="319">
                  <c:v>58.449074074074069</c:v>
                </c:pt>
                <c:pt idx="320">
                  <c:v>57.101280558789291</c:v>
                </c:pt>
                <c:pt idx="321">
                  <c:v>55.978898007033997</c:v>
                </c:pt>
                <c:pt idx="322">
                  <c:v>54.132231404958674</c:v>
                </c:pt>
                <c:pt idx="323">
                  <c:v>55.673758865248224</c:v>
                </c:pt>
                <c:pt idx="324">
                  <c:v>56.078665077473175</c:v>
                </c:pt>
                <c:pt idx="325">
                  <c:v>55.641330166270784</c:v>
                </c:pt>
                <c:pt idx="326">
                  <c:v>57.506053268765136</c:v>
                </c:pt>
                <c:pt idx="327">
                  <c:v>56.169429097605892</c:v>
                </c:pt>
                <c:pt idx="328">
                  <c:v>56.074766355140184</c:v>
                </c:pt>
                <c:pt idx="329">
                  <c:v>55.803848541278711</c:v>
                </c:pt>
                <c:pt idx="330">
                  <c:v>54.8125</c:v>
                </c:pt>
                <c:pt idx="331">
                  <c:v>53.696741854636585</c:v>
                </c:pt>
                <c:pt idx="332">
                  <c:v>54.796238244514107</c:v>
                </c:pt>
                <c:pt idx="333">
                  <c:v>53.986189579409917</c:v>
                </c:pt>
                <c:pt idx="334">
                  <c:v>53.384418901660283</c:v>
                </c:pt>
                <c:pt idx="335">
                  <c:v>49.676584734799484</c:v>
                </c:pt>
                <c:pt idx="336">
                  <c:v>52.340145023071848</c:v>
                </c:pt>
                <c:pt idx="337">
                  <c:v>52.182539682539684</c:v>
                </c:pt>
                <c:pt idx="338">
                  <c:v>52.14805023132849</c:v>
                </c:pt>
                <c:pt idx="339">
                  <c:v>51.023102310231025</c:v>
                </c:pt>
                <c:pt idx="340">
                  <c:v>51.917989417989418</c:v>
                </c:pt>
                <c:pt idx="341">
                  <c:v>51.89117451891174</c:v>
                </c:pt>
                <c:pt idx="342">
                  <c:v>51.347708894878707</c:v>
                </c:pt>
                <c:pt idx="343">
                  <c:v>51.816312542837565</c:v>
                </c:pt>
                <c:pt idx="344">
                  <c:v>53.402061855670105</c:v>
                </c:pt>
                <c:pt idx="345">
                  <c:v>52.685950413223139</c:v>
                </c:pt>
                <c:pt idx="346">
                  <c:v>55.347222222222229</c:v>
                </c:pt>
                <c:pt idx="347">
                  <c:v>55.578800557880058</c:v>
                </c:pt>
                <c:pt idx="348">
                  <c:v>55.633310006997903</c:v>
                </c:pt>
                <c:pt idx="349">
                  <c:v>54.954954954954957</c:v>
                </c:pt>
                <c:pt idx="350">
                  <c:v>53.910614525139664</c:v>
                </c:pt>
                <c:pt idx="351">
                  <c:v>55.020920502092054</c:v>
                </c:pt>
                <c:pt idx="352">
                  <c:v>54.54545454545454</c:v>
                </c:pt>
                <c:pt idx="353">
                  <c:v>53.466026080988328</c:v>
                </c:pt>
                <c:pt idx="354">
                  <c:v>54.046639231824415</c:v>
                </c:pt>
                <c:pt idx="355">
                  <c:v>55.601092896174862</c:v>
                </c:pt>
                <c:pt idx="356">
                  <c:v>56.780821917808225</c:v>
                </c:pt>
                <c:pt idx="357">
                  <c:v>58.86379192334018</c:v>
                </c:pt>
                <c:pt idx="358">
                  <c:v>60.680272108843539</c:v>
                </c:pt>
                <c:pt idx="359">
                  <c:v>61.959459459459467</c:v>
                </c:pt>
                <c:pt idx="360">
                  <c:v>64.638269100743756</c:v>
                </c:pt>
                <c:pt idx="361">
                  <c:v>67.31283422459893</c:v>
                </c:pt>
                <c:pt idx="362">
                  <c:v>66.885676741130098</c:v>
                </c:pt>
                <c:pt idx="363">
                  <c:v>67.631917631917631</c:v>
                </c:pt>
                <c:pt idx="364">
                  <c:v>67.886435331230288</c:v>
                </c:pt>
                <c:pt idx="365">
                  <c:v>68.914776210913558</c:v>
                </c:pt>
                <c:pt idx="366">
                  <c:v>69.806763285024147</c:v>
                </c:pt>
                <c:pt idx="367">
                  <c:v>72.519542994588093</c:v>
                </c:pt>
                <c:pt idx="368">
                  <c:v>74.641148325358856</c:v>
                </c:pt>
                <c:pt idx="369">
                  <c:v>74.781595806639487</c:v>
                </c:pt>
                <c:pt idx="370">
                  <c:v>76.108232584916522</c:v>
                </c:pt>
                <c:pt idx="371">
                  <c:v>78.309859154929569</c:v>
                </c:pt>
                <c:pt idx="372">
                  <c:v>80.022197558268587</c:v>
                </c:pt>
                <c:pt idx="373">
                  <c:v>79.75929978118161</c:v>
                </c:pt>
                <c:pt idx="374">
                  <c:v>83.674568965517238</c:v>
                </c:pt>
                <c:pt idx="375">
                  <c:v>85.9299191374663</c:v>
                </c:pt>
                <c:pt idx="376">
                  <c:v>86.900958466453673</c:v>
                </c:pt>
                <c:pt idx="377">
                  <c:v>88.093994778067881</c:v>
                </c:pt>
                <c:pt idx="378">
                  <c:v>89.948717948717956</c:v>
                </c:pt>
                <c:pt idx="379">
                  <c:v>89.42598187311178</c:v>
                </c:pt>
                <c:pt idx="380">
                  <c:v>89.555222388805603</c:v>
                </c:pt>
                <c:pt idx="381">
                  <c:v>91.03655483224837</c:v>
                </c:pt>
                <c:pt idx="382">
                  <c:v>91.21756487025948</c:v>
                </c:pt>
                <c:pt idx="383">
                  <c:v>91.78217821782178</c:v>
                </c:pt>
                <c:pt idx="384">
                  <c:v>91.411648568608101</c:v>
                </c:pt>
                <c:pt idx="385">
                  <c:v>91.443850267379673</c:v>
                </c:pt>
                <c:pt idx="386">
                  <c:v>92.47104247104248</c:v>
                </c:pt>
                <c:pt idx="387">
                  <c:v>93.783132530120483</c:v>
                </c:pt>
                <c:pt idx="388">
                  <c:v>94.612794612794616</c:v>
                </c:pt>
                <c:pt idx="389">
                  <c:v>94.179389312977108</c:v>
                </c:pt>
                <c:pt idx="390">
                  <c:v>94.251781472684087</c:v>
                </c:pt>
                <c:pt idx="391">
                  <c:v>94.098205854579803</c:v>
                </c:pt>
                <c:pt idx="392">
                  <c:v>94.384143463898056</c:v>
                </c:pt>
                <c:pt idx="393">
                  <c:v>94.062646096306693</c:v>
                </c:pt>
                <c:pt idx="394">
                  <c:v>93.364485981308405</c:v>
                </c:pt>
                <c:pt idx="395">
                  <c:v>94.766355140186917</c:v>
                </c:pt>
                <c:pt idx="396">
                  <c:v>95.891690009337069</c:v>
                </c:pt>
                <c:pt idx="397">
                  <c:v>93.942218080149104</c:v>
                </c:pt>
                <c:pt idx="398">
                  <c:v>93.822573153738958</c:v>
                </c:pt>
                <c:pt idx="399">
                  <c:v>93.959107806691449</c:v>
                </c:pt>
                <c:pt idx="400">
                  <c:v>95.266821345707655</c:v>
                </c:pt>
                <c:pt idx="401">
                  <c:v>94.958371877890841</c:v>
                </c:pt>
                <c:pt idx="402">
                  <c:v>95.465062471078198</c:v>
                </c:pt>
                <c:pt idx="403">
                  <c:v>95.925925925925924</c:v>
                </c:pt>
                <c:pt idx="404">
                  <c:v>96.298010180472005</c:v>
                </c:pt>
                <c:pt idx="405">
                  <c:v>95.299539170506904</c:v>
                </c:pt>
                <c:pt idx="406">
                  <c:v>95.534069981583798</c:v>
                </c:pt>
                <c:pt idx="407">
                  <c:v>95.264116575591984</c:v>
                </c:pt>
                <c:pt idx="408">
                  <c:v>95.630405097860717</c:v>
                </c:pt>
                <c:pt idx="409">
                  <c:v>96.353691886964441</c:v>
                </c:pt>
                <c:pt idx="410">
                  <c:v>95.810564663023683</c:v>
                </c:pt>
                <c:pt idx="411">
                  <c:v>95.77272727272728</c:v>
                </c:pt>
                <c:pt idx="412">
                  <c:v>96.965579710144922</c:v>
                </c:pt>
                <c:pt idx="413">
                  <c:v>96.8383017163505</c:v>
                </c:pt>
                <c:pt idx="414">
                  <c:v>97.33031674208145</c:v>
                </c:pt>
                <c:pt idx="415">
                  <c:v>97.305792546026055</c:v>
                </c:pt>
                <c:pt idx="416">
                  <c:v>96.912751677852356</c:v>
                </c:pt>
                <c:pt idx="417">
                  <c:v>97.094322753687976</c:v>
                </c:pt>
                <c:pt idx="418">
                  <c:v>97.489914836396224</c:v>
                </c:pt>
                <c:pt idx="419">
                  <c:v>97.760859829825336</c:v>
                </c:pt>
                <c:pt idx="420">
                  <c:v>97.278000892458721</c:v>
                </c:pt>
                <c:pt idx="421">
                  <c:v>97.364895042429652</c:v>
                </c:pt>
                <c:pt idx="422">
                  <c:v>98.05481874447392</c:v>
                </c:pt>
                <c:pt idx="423">
                  <c:v>98.231653404067202</c:v>
                </c:pt>
                <c:pt idx="424">
                  <c:v>98.008849557522126</c:v>
                </c:pt>
                <c:pt idx="425">
                  <c:v>98.230871295886786</c:v>
                </c:pt>
                <c:pt idx="426">
                  <c:v>97.611676249447143</c:v>
                </c:pt>
                <c:pt idx="427">
                  <c:v>97.523219814241486</c:v>
                </c:pt>
                <c:pt idx="428">
                  <c:v>98.081213743864353</c:v>
                </c:pt>
                <c:pt idx="429">
                  <c:v>97.458760588497555</c:v>
                </c:pt>
                <c:pt idx="430">
                  <c:v>97.816399286987519</c:v>
                </c:pt>
                <c:pt idx="431">
                  <c:v>97.595725734639359</c:v>
                </c:pt>
                <c:pt idx="432">
                  <c:v>97.149220489977722</c:v>
                </c:pt>
                <c:pt idx="433">
                  <c:v>96.666666666666671</c:v>
                </c:pt>
                <c:pt idx="434">
                  <c:v>96.891651865008882</c:v>
                </c:pt>
                <c:pt idx="435">
                  <c:v>97.291296625222017</c:v>
                </c:pt>
                <c:pt idx="436">
                  <c:v>98.494242692648356</c:v>
                </c:pt>
                <c:pt idx="437">
                  <c:v>97.564216120460586</c:v>
                </c:pt>
                <c:pt idx="438">
                  <c:v>96.904024767801857</c:v>
                </c:pt>
                <c:pt idx="439">
                  <c:v>97.03670942061035</c:v>
                </c:pt>
                <c:pt idx="440">
                  <c:v>96.681415929203538</c:v>
                </c:pt>
                <c:pt idx="441">
                  <c:v>97.345132743362825</c:v>
                </c:pt>
                <c:pt idx="442">
                  <c:v>97.346306943830157</c:v>
                </c:pt>
                <c:pt idx="443">
                  <c:v>96.993810786914239</c:v>
                </c:pt>
                <c:pt idx="444">
                  <c:v>96.283185840707958</c:v>
                </c:pt>
                <c:pt idx="445">
                  <c:v>95.709862892525436</c:v>
                </c:pt>
                <c:pt idx="446">
                  <c:v>95.486725663716811</c:v>
                </c:pt>
                <c:pt idx="447">
                  <c:v>95.916555703506432</c:v>
                </c:pt>
                <c:pt idx="448">
                  <c:v>94.19583517944173</c:v>
                </c:pt>
                <c:pt idx="449">
                  <c:v>94.818423383525243</c:v>
                </c:pt>
                <c:pt idx="450">
                  <c:v>92.69911504424779</c:v>
                </c:pt>
                <c:pt idx="451">
                  <c:v>92.16814159292035</c:v>
                </c:pt>
                <c:pt idx="452">
                  <c:v>91.902654867256643</c:v>
                </c:pt>
                <c:pt idx="453">
                  <c:v>92.205491585473879</c:v>
                </c:pt>
                <c:pt idx="454">
                  <c:v>91.235059760956176</c:v>
                </c:pt>
                <c:pt idx="455">
                  <c:v>91.341030195381876</c:v>
                </c:pt>
                <c:pt idx="456">
                  <c:v>89.982269503546092</c:v>
                </c:pt>
                <c:pt idx="457">
                  <c:v>90.314020344980094</c:v>
                </c:pt>
                <c:pt idx="458">
                  <c:v>89.609236234458251</c:v>
                </c:pt>
                <c:pt idx="459">
                  <c:v>87.627494456762747</c:v>
                </c:pt>
                <c:pt idx="460">
                  <c:v>85.866194062915383</c:v>
                </c:pt>
                <c:pt idx="461">
                  <c:v>84.103019538188278</c:v>
                </c:pt>
                <c:pt idx="462">
                  <c:v>81.793478260869563</c:v>
                </c:pt>
                <c:pt idx="463">
                  <c:v>80.763983628922247</c:v>
                </c:pt>
                <c:pt idx="464">
                  <c:v>80.109739368998632</c:v>
                </c:pt>
                <c:pt idx="465">
                  <c:v>79.702740362285184</c:v>
                </c:pt>
                <c:pt idx="466">
                  <c:v>78.377110694183855</c:v>
                </c:pt>
                <c:pt idx="467">
                  <c:v>77.102137767220896</c:v>
                </c:pt>
                <c:pt idx="468">
                  <c:v>76.261412782316199</c:v>
                </c:pt>
                <c:pt idx="469">
                  <c:v>75.521085797382455</c:v>
                </c:pt>
                <c:pt idx="470">
                  <c:v>74.016923842707811</c:v>
                </c:pt>
                <c:pt idx="471">
                  <c:v>71.797468354430379</c:v>
                </c:pt>
                <c:pt idx="472">
                  <c:v>72.208057113717501</c:v>
                </c:pt>
                <c:pt idx="473">
                  <c:v>72.983014861995755</c:v>
                </c:pt>
                <c:pt idx="474">
                  <c:v>70.216306156405992</c:v>
                </c:pt>
                <c:pt idx="475">
                  <c:v>68.421052631578945</c:v>
                </c:pt>
                <c:pt idx="476">
                  <c:v>67.827063447501402</c:v>
                </c:pt>
                <c:pt idx="477">
                  <c:v>66.014951121334093</c:v>
                </c:pt>
                <c:pt idx="478">
                  <c:v>64.542294322132093</c:v>
                </c:pt>
                <c:pt idx="479">
                  <c:v>63.919952913478518</c:v>
                </c:pt>
                <c:pt idx="480">
                  <c:v>64.892344497607652</c:v>
                </c:pt>
                <c:pt idx="481">
                  <c:v>65.358255451713404</c:v>
                </c:pt>
                <c:pt idx="482">
                  <c:v>63.487049905243211</c:v>
                </c:pt>
                <c:pt idx="483">
                  <c:v>60.089115213239971</c:v>
                </c:pt>
                <c:pt idx="484">
                  <c:v>59.173126614987083</c:v>
                </c:pt>
                <c:pt idx="485">
                  <c:v>57.336780866192626</c:v>
                </c:pt>
                <c:pt idx="486">
                  <c:v>56.919060052219315</c:v>
                </c:pt>
                <c:pt idx="487">
                  <c:v>55.926653569089723</c:v>
                </c:pt>
                <c:pt idx="488">
                  <c:v>57.22851432378414</c:v>
                </c:pt>
                <c:pt idx="489">
                  <c:v>54.821308159136883</c:v>
                </c:pt>
                <c:pt idx="490">
                  <c:v>55.718270571827055</c:v>
                </c:pt>
                <c:pt idx="491">
                  <c:v>55.617977528089888</c:v>
                </c:pt>
                <c:pt idx="492">
                  <c:v>54.72103004291845</c:v>
                </c:pt>
                <c:pt idx="493">
                  <c:v>51.35531135531135</c:v>
                </c:pt>
                <c:pt idx="494">
                  <c:v>50.953079178885631</c:v>
                </c:pt>
                <c:pt idx="495">
                  <c:v>51.928783382789319</c:v>
                </c:pt>
                <c:pt idx="496">
                  <c:v>51.428571428571423</c:v>
                </c:pt>
                <c:pt idx="497">
                  <c:v>48.642358417377814</c:v>
                </c:pt>
                <c:pt idx="498">
                  <c:v>50.321027287319417</c:v>
                </c:pt>
                <c:pt idx="499">
                  <c:v>49.833610648918466</c:v>
                </c:pt>
                <c:pt idx="500">
                  <c:v>48.875936719400499</c:v>
                </c:pt>
                <c:pt idx="501">
                  <c:v>49.066213921901529</c:v>
                </c:pt>
                <c:pt idx="502">
                  <c:v>51.213171577123049</c:v>
                </c:pt>
                <c:pt idx="503">
                  <c:v>51.80831826401446</c:v>
                </c:pt>
                <c:pt idx="504">
                  <c:v>51.410373066424022</c:v>
                </c:pt>
                <c:pt idx="505">
                  <c:v>50.316742081447963</c:v>
                </c:pt>
                <c:pt idx="506">
                  <c:v>51.529193697868394</c:v>
                </c:pt>
                <c:pt idx="507">
                  <c:v>50.995260663507111</c:v>
                </c:pt>
                <c:pt idx="508">
                  <c:v>51.083883129123464</c:v>
                </c:pt>
                <c:pt idx="509">
                  <c:v>49.337121212121211</c:v>
                </c:pt>
                <c:pt idx="510">
                  <c:v>48.28897338403042</c:v>
                </c:pt>
                <c:pt idx="511">
                  <c:v>47.693817468105983</c:v>
                </c:pt>
                <c:pt idx="512">
                  <c:v>47.128712871287128</c:v>
                </c:pt>
                <c:pt idx="513">
                  <c:v>49.1869918699187</c:v>
                </c:pt>
                <c:pt idx="514">
                  <c:v>49.797570850202426</c:v>
                </c:pt>
                <c:pt idx="515">
                  <c:v>51.863354037267086</c:v>
                </c:pt>
                <c:pt idx="516">
                  <c:v>51.577801958650703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2-221F-4257-B395-C5028590AE3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447593568"/>
        <c:axId val="447601471"/>
      </c:scatterChart>
      <c:valAx>
        <c:axId val="447593567"/>
        <c:scaling>
          <c:orientation val="minMax"/>
          <c:max val="44455"/>
          <c:min val="43925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33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s-CO"/>
                  <a:t>Fecha</a:t>
                </a:r>
              </a:p>
            </c:rich>
          </c:tx>
          <c:layout>
            <c:manualLayout>
              <c:xMode val="edge"/>
              <c:yMode val="edge"/>
              <c:x val="0.45606276969616089"/>
              <c:y val="0.88684224102476816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33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s-CO"/>
            </a:p>
          </c:txPr>
        </c:title>
        <c:numFmt formatCode="m/d/yyyy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5400000" spcFirstLastPara="1" vertOverflow="ellipsis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s-CO"/>
          </a:p>
        </c:txPr>
        <c:crossAx val="447593983"/>
        <c:crosses val="autoZero"/>
        <c:crossBetween val="midCat"/>
        <c:majorUnit val="15"/>
      </c:valAx>
      <c:valAx>
        <c:axId val="447593983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33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s-CO"/>
                  <a:t>número de camas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33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s-CO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s-CO"/>
          </a:p>
        </c:txPr>
        <c:crossAx val="447593567"/>
        <c:crosses val="autoZero"/>
        <c:crossBetween val="midCat"/>
        <c:majorUnit val="100"/>
      </c:valAx>
      <c:valAx>
        <c:axId val="447601471"/>
        <c:scaling>
          <c:orientation val="minMax"/>
          <c:max val="100"/>
        </c:scaling>
        <c:delete val="0"/>
        <c:axPos val="r"/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33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s-CO"/>
                  <a:t>Porcentaje de ocupación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33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s-CO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s-CO"/>
          </a:p>
        </c:txPr>
        <c:crossAx val="447593568"/>
        <c:crosses val="max"/>
        <c:crossBetween val="midCat"/>
        <c:majorUnit val="5"/>
      </c:valAx>
      <c:valAx>
        <c:axId val="447593568"/>
        <c:scaling>
          <c:orientation val="minMax"/>
        </c:scaling>
        <c:delete val="1"/>
        <c:axPos val="b"/>
        <c:numFmt formatCode="m/d/yyyy" sourceLinked="1"/>
        <c:majorTickMark val="none"/>
        <c:minorTickMark val="none"/>
        <c:tickLblPos val="nextTo"/>
        <c:crossAx val="447601471"/>
        <c:crosses val="autoZero"/>
        <c:crossBetween val="midCat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s-CO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s-CO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cap="none" spc="20" baseline="0">
                <a:solidFill>
                  <a:schemeClr val="dk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Fallecimientos diarios por Covid – 19 en Bogotá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cap="none" spc="20" baseline="0">
              <a:solidFill>
                <a:schemeClr val="dk1">
                  <a:lumMod val="50000"/>
                  <a:lumOff val="50000"/>
                </a:schemeClr>
              </a:solidFill>
              <a:latin typeface="+mn-lt"/>
              <a:ea typeface="+mn-ea"/>
              <a:cs typeface="+mn-cs"/>
            </a:defRPr>
          </a:pPr>
          <a:endParaRPr lang="es-CO"/>
        </a:p>
      </c:txPr>
    </c:title>
    <c:autoTitleDeleted val="0"/>
    <c:plotArea>
      <c:layout>
        <c:manualLayout>
          <c:layoutTarget val="inner"/>
          <c:xMode val="edge"/>
          <c:yMode val="edge"/>
          <c:x val="3.585188043765971E-2"/>
          <c:y val="9.6805378323470886E-2"/>
          <c:w val="0.95032468255322944"/>
          <c:h val="0.7471953776818151"/>
        </c:manualLayout>
      </c:layout>
      <c:scatterChart>
        <c:scatterStyle val="smoothMarker"/>
        <c:varyColors val="0"/>
        <c:ser>
          <c:idx val="0"/>
          <c:order val="0"/>
          <c:tx>
            <c:strRef>
              <c:f>Deaths!$B$1</c:f>
              <c:strCache>
                <c:ptCount val="1"/>
                <c:pt idx="0">
                  <c:v>deaths</c:v>
                </c:pt>
              </c:strCache>
            </c:strRef>
          </c:tx>
          <c:spPr>
            <a:ln w="9525" cap="flat" cmpd="sng" algn="ctr">
              <a:solidFill>
                <a:schemeClr val="accent1">
                  <a:alpha val="70000"/>
                </a:schemeClr>
              </a:solidFill>
              <a:prstDash val="sysDot"/>
              <a:round/>
            </a:ln>
            <a:effectLst/>
          </c:spPr>
          <c:marker>
            <c:symbol val="circle"/>
            <c:size val="5"/>
            <c:spPr>
              <a:gradFill rotWithShape="1">
                <a:gsLst>
                  <a:gs pos="0">
                    <a:schemeClr val="accent1">
                      <a:lumMod val="110000"/>
                      <a:satMod val="105000"/>
                      <a:tint val="67000"/>
                    </a:schemeClr>
                  </a:gs>
                  <a:gs pos="50000">
                    <a:schemeClr val="accent1">
                      <a:lumMod val="105000"/>
                      <a:satMod val="103000"/>
                      <a:tint val="73000"/>
                    </a:schemeClr>
                  </a:gs>
                  <a:gs pos="100000">
                    <a:schemeClr val="accent1">
                      <a:lumMod val="105000"/>
                      <a:satMod val="109000"/>
                      <a:tint val="81000"/>
                    </a:schemeClr>
                  </a:gs>
                </a:gsLst>
                <a:lin ang="5400000" scaled="0"/>
              </a:gradFill>
              <a:ln w="9525" cap="flat" cmpd="sng" algn="ctr">
                <a:solidFill>
                  <a:schemeClr val="accent1">
                    <a:shade val="95000"/>
                  </a:schemeClr>
                </a:solidFill>
                <a:round/>
              </a:ln>
              <a:effectLst/>
            </c:spPr>
          </c:marker>
          <c:xVal>
            <c:numRef>
              <c:f>Deaths!$A$2:$A$529</c:f>
              <c:numCache>
                <c:formatCode>m/d/yyyy</c:formatCode>
                <c:ptCount val="528"/>
                <c:pt idx="0">
                  <c:v>43915</c:v>
                </c:pt>
                <c:pt idx="1">
                  <c:v>43916</c:v>
                </c:pt>
                <c:pt idx="2">
                  <c:v>43918</c:v>
                </c:pt>
                <c:pt idx="3">
                  <c:v>43919</c:v>
                </c:pt>
                <c:pt idx="4">
                  <c:v>43920</c:v>
                </c:pt>
                <c:pt idx="5">
                  <c:v>43921</c:v>
                </c:pt>
                <c:pt idx="6">
                  <c:v>43922</c:v>
                </c:pt>
                <c:pt idx="7">
                  <c:v>43923</c:v>
                </c:pt>
                <c:pt idx="8">
                  <c:v>43924</c:v>
                </c:pt>
                <c:pt idx="9">
                  <c:v>43925</c:v>
                </c:pt>
                <c:pt idx="10">
                  <c:v>43926</c:v>
                </c:pt>
                <c:pt idx="11">
                  <c:v>43927</c:v>
                </c:pt>
                <c:pt idx="12">
                  <c:v>43928</c:v>
                </c:pt>
                <c:pt idx="13">
                  <c:v>43929</c:v>
                </c:pt>
                <c:pt idx="14">
                  <c:v>43930</c:v>
                </c:pt>
                <c:pt idx="15">
                  <c:v>43931</c:v>
                </c:pt>
                <c:pt idx="16">
                  <c:v>43932</c:v>
                </c:pt>
                <c:pt idx="17">
                  <c:v>43933</c:v>
                </c:pt>
                <c:pt idx="18">
                  <c:v>43934</c:v>
                </c:pt>
                <c:pt idx="19">
                  <c:v>43935</c:v>
                </c:pt>
                <c:pt idx="20">
                  <c:v>43936</c:v>
                </c:pt>
                <c:pt idx="21">
                  <c:v>43937</c:v>
                </c:pt>
                <c:pt idx="22">
                  <c:v>43938</c:v>
                </c:pt>
                <c:pt idx="23">
                  <c:v>43939</c:v>
                </c:pt>
                <c:pt idx="24">
                  <c:v>43940</c:v>
                </c:pt>
                <c:pt idx="25">
                  <c:v>43941</c:v>
                </c:pt>
                <c:pt idx="26">
                  <c:v>43942</c:v>
                </c:pt>
                <c:pt idx="27">
                  <c:v>43944</c:v>
                </c:pt>
                <c:pt idx="28">
                  <c:v>43945</c:v>
                </c:pt>
                <c:pt idx="29">
                  <c:v>43946</c:v>
                </c:pt>
                <c:pt idx="30">
                  <c:v>43947</c:v>
                </c:pt>
                <c:pt idx="31">
                  <c:v>43948</c:v>
                </c:pt>
                <c:pt idx="32">
                  <c:v>43949</c:v>
                </c:pt>
                <c:pt idx="33">
                  <c:v>43950</c:v>
                </c:pt>
                <c:pt idx="34">
                  <c:v>43951</c:v>
                </c:pt>
                <c:pt idx="35">
                  <c:v>43952</c:v>
                </c:pt>
                <c:pt idx="36">
                  <c:v>43953</c:v>
                </c:pt>
                <c:pt idx="37">
                  <c:v>43954</c:v>
                </c:pt>
                <c:pt idx="38">
                  <c:v>43955</c:v>
                </c:pt>
                <c:pt idx="39">
                  <c:v>43956</c:v>
                </c:pt>
                <c:pt idx="40">
                  <c:v>43957</c:v>
                </c:pt>
                <c:pt idx="41">
                  <c:v>43958</c:v>
                </c:pt>
                <c:pt idx="42">
                  <c:v>43959</c:v>
                </c:pt>
                <c:pt idx="43">
                  <c:v>43960</c:v>
                </c:pt>
                <c:pt idx="44">
                  <c:v>43961</c:v>
                </c:pt>
                <c:pt idx="45">
                  <c:v>43962</c:v>
                </c:pt>
                <c:pt idx="46">
                  <c:v>43964</c:v>
                </c:pt>
                <c:pt idx="47">
                  <c:v>43965</c:v>
                </c:pt>
                <c:pt idx="48">
                  <c:v>43966</c:v>
                </c:pt>
                <c:pt idx="49">
                  <c:v>43967</c:v>
                </c:pt>
                <c:pt idx="50">
                  <c:v>43968</c:v>
                </c:pt>
                <c:pt idx="51">
                  <c:v>43969</c:v>
                </c:pt>
                <c:pt idx="52">
                  <c:v>43970</c:v>
                </c:pt>
                <c:pt idx="53">
                  <c:v>43971</c:v>
                </c:pt>
                <c:pt idx="54">
                  <c:v>43972</c:v>
                </c:pt>
                <c:pt idx="55">
                  <c:v>43973</c:v>
                </c:pt>
                <c:pt idx="56">
                  <c:v>43974</c:v>
                </c:pt>
                <c:pt idx="57">
                  <c:v>43975</c:v>
                </c:pt>
                <c:pt idx="58">
                  <c:v>43976</c:v>
                </c:pt>
                <c:pt idx="59">
                  <c:v>43977</c:v>
                </c:pt>
                <c:pt idx="60">
                  <c:v>43978</c:v>
                </c:pt>
                <c:pt idx="61">
                  <c:v>43979</c:v>
                </c:pt>
                <c:pt idx="62">
                  <c:v>43980</c:v>
                </c:pt>
                <c:pt idx="63">
                  <c:v>43981</c:v>
                </c:pt>
                <c:pt idx="64">
                  <c:v>43982</c:v>
                </c:pt>
                <c:pt idx="65">
                  <c:v>43983</c:v>
                </c:pt>
                <c:pt idx="66">
                  <c:v>43984</c:v>
                </c:pt>
                <c:pt idx="67">
                  <c:v>43985</c:v>
                </c:pt>
                <c:pt idx="68">
                  <c:v>43986</c:v>
                </c:pt>
                <c:pt idx="69">
                  <c:v>43987</c:v>
                </c:pt>
                <c:pt idx="70">
                  <c:v>43988</c:v>
                </c:pt>
                <c:pt idx="71">
                  <c:v>43989</c:v>
                </c:pt>
                <c:pt idx="72">
                  <c:v>43990</c:v>
                </c:pt>
                <c:pt idx="73">
                  <c:v>43991</c:v>
                </c:pt>
                <c:pt idx="74">
                  <c:v>43992</c:v>
                </c:pt>
                <c:pt idx="75">
                  <c:v>43993</c:v>
                </c:pt>
                <c:pt idx="76">
                  <c:v>43994</c:v>
                </c:pt>
                <c:pt idx="77">
                  <c:v>43995</c:v>
                </c:pt>
                <c:pt idx="78">
                  <c:v>43996</c:v>
                </c:pt>
                <c:pt idx="79">
                  <c:v>43997</c:v>
                </c:pt>
                <c:pt idx="80">
                  <c:v>43998</c:v>
                </c:pt>
                <c:pt idx="81">
                  <c:v>43999</c:v>
                </c:pt>
                <c:pt idx="82">
                  <c:v>44000</c:v>
                </c:pt>
                <c:pt idx="83">
                  <c:v>44001</c:v>
                </c:pt>
                <c:pt idx="84">
                  <c:v>44002</c:v>
                </c:pt>
                <c:pt idx="85">
                  <c:v>44003</c:v>
                </c:pt>
                <c:pt idx="86">
                  <c:v>44004</c:v>
                </c:pt>
                <c:pt idx="87">
                  <c:v>44005</c:v>
                </c:pt>
                <c:pt idx="88">
                  <c:v>44006</c:v>
                </c:pt>
                <c:pt idx="89">
                  <c:v>44007</c:v>
                </c:pt>
                <c:pt idx="90">
                  <c:v>44008</c:v>
                </c:pt>
                <c:pt idx="91">
                  <c:v>44009</c:v>
                </c:pt>
                <c:pt idx="92">
                  <c:v>44010</c:v>
                </c:pt>
                <c:pt idx="93">
                  <c:v>44011</c:v>
                </c:pt>
                <c:pt idx="94">
                  <c:v>44012</c:v>
                </c:pt>
                <c:pt idx="95">
                  <c:v>44013</c:v>
                </c:pt>
                <c:pt idx="96">
                  <c:v>44014</c:v>
                </c:pt>
                <c:pt idx="97">
                  <c:v>44015</c:v>
                </c:pt>
                <c:pt idx="98">
                  <c:v>44016</c:v>
                </c:pt>
                <c:pt idx="99">
                  <c:v>44017</c:v>
                </c:pt>
                <c:pt idx="100">
                  <c:v>44018</c:v>
                </c:pt>
                <c:pt idx="101">
                  <c:v>44019</c:v>
                </c:pt>
                <c:pt idx="102">
                  <c:v>44020</c:v>
                </c:pt>
                <c:pt idx="103">
                  <c:v>44021</c:v>
                </c:pt>
                <c:pt idx="104">
                  <c:v>44022</c:v>
                </c:pt>
                <c:pt idx="105">
                  <c:v>44023</c:v>
                </c:pt>
                <c:pt idx="106">
                  <c:v>44024</c:v>
                </c:pt>
                <c:pt idx="107">
                  <c:v>44025</c:v>
                </c:pt>
                <c:pt idx="108">
                  <c:v>44026</c:v>
                </c:pt>
                <c:pt idx="109">
                  <c:v>44027</c:v>
                </c:pt>
                <c:pt idx="110">
                  <c:v>44028</c:v>
                </c:pt>
                <c:pt idx="111">
                  <c:v>44029</c:v>
                </c:pt>
                <c:pt idx="112">
                  <c:v>44030</c:v>
                </c:pt>
                <c:pt idx="113">
                  <c:v>44031</c:v>
                </c:pt>
                <c:pt idx="114">
                  <c:v>44032</c:v>
                </c:pt>
                <c:pt idx="115">
                  <c:v>44033</c:v>
                </c:pt>
                <c:pt idx="116">
                  <c:v>44034</c:v>
                </c:pt>
                <c:pt idx="117">
                  <c:v>44035</c:v>
                </c:pt>
                <c:pt idx="118">
                  <c:v>44036</c:v>
                </c:pt>
                <c:pt idx="119">
                  <c:v>44037</c:v>
                </c:pt>
                <c:pt idx="120">
                  <c:v>44038</c:v>
                </c:pt>
                <c:pt idx="121">
                  <c:v>44039</c:v>
                </c:pt>
                <c:pt idx="122">
                  <c:v>44040</c:v>
                </c:pt>
                <c:pt idx="123">
                  <c:v>44041</c:v>
                </c:pt>
                <c:pt idx="124">
                  <c:v>44042</c:v>
                </c:pt>
                <c:pt idx="125">
                  <c:v>44043</c:v>
                </c:pt>
                <c:pt idx="126">
                  <c:v>44044</c:v>
                </c:pt>
                <c:pt idx="127">
                  <c:v>44045</c:v>
                </c:pt>
                <c:pt idx="128">
                  <c:v>44046</c:v>
                </c:pt>
                <c:pt idx="129">
                  <c:v>44047</c:v>
                </c:pt>
                <c:pt idx="130">
                  <c:v>44048</c:v>
                </c:pt>
                <c:pt idx="131">
                  <c:v>44049</c:v>
                </c:pt>
                <c:pt idx="132">
                  <c:v>44050</c:v>
                </c:pt>
                <c:pt idx="133">
                  <c:v>44051</c:v>
                </c:pt>
                <c:pt idx="134">
                  <c:v>44052</c:v>
                </c:pt>
                <c:pt idx="135">
                  <c:v>44053</c:v>
                </c:pt>
                <c:pt idx="136">
                  <c:v>44054</c:v>
                </c:pt>
                <c:pt idx="137">
                  <c:v>44055</c:v>
                </c:pt>
                <c:pt idx="138">
                  <c:v>44056</c:v>
                </c:pt>
                <c:pt idx="139">
                  <c:v>44057</c:v>
                </c:pt>
                <c:pt idx="140">
                  <c:v>44058</c:v>
                </c:pt>
                <c:pt idx="141">
                  <c:v>44059</c:v>
                </c:pt>
                <c:pt idx="142">
                  <c:v>44060</c:v>
                </c:pt>
                <c:pt idx="143">
                  <c:v>44061</c:v>
                </c:pt>
                <c:pt idx="144">
                  <c:v>44062</c:v>
                </c:pt>
                <c:pt idx="145">
                  <c:v>44063</c:v>
                </c:pt>
                <c:pt idx="146">
                  <c:v>44064</c:v>
                </c:pt>
                <c:pt idx="147">
                  <c:v>44065</c:v>
                </c:pt>
                <c:pt idx="148">
                  <c:v>44066</c:v>
                </c:pt>
                <c:pt idx="149">
                  <c:v>44067</c:v>
                </c:pt>
                <c:pt idx="150">
                  <c:v>44068</c:v>
                </c:pt>
                <c:pt idx="151">
                  <c:v>44069</c:v>
                </c:pt>
                <c:pt idx="152">
                  <c:v>44070</c:v>
                </c:pt>
                <c:pt idx="153">
                  <c:v>44071</c:v>
                </c:pt>
                <c:pt idx="154">
                  <c:v>44072</c:v>
                </c:pt>
                <c:pt idx="155">
                  <c:v>44073</c:v>
                </c:pt>
                <c:pt idx="156">
                  <c:v>44074</c:v>
                </c:pt>
                <c:pt idx="157">
                  <c:v>44075</c:v>
                </c:pt>
                <c:pt idx="158">
                  <c:v>44076</c:v>
                </c:pt>
                <c:pt idx="159">
                  <c:v>44077</c:v>
                </c:pt>
                <c:pt idx="160">
                  <c:v>44078</c:v>
                </c:pt>
                <c:pt idx="161">
                  <c:v>44079</c:v>
                </c:pt>
                <c:pt idx="162">
                  <c:v>44080</c:v>
                </c:pt>
                <c:pt idx="163">
                  <c:v>44081</c:v>
                </c:pt>
                <c:pt idx="164">
                  <c:v>44082</c:v>
                </c:pt>
                <c:pt idx="165">
                  <c:v>44083</c:v>
                </c:pt>
                <c:pt idx="166">
                  <c:v>44084</c:v>
                </c:pt>
                <c:pt idx="167">
                  <c:v>44085</c:v>
                </c:pt>
                <c:pt idx="168">
                  <c:v>44086</c:v>
                </c:pt>
                <c:pt idx="169">
                  <c:v>44087</c:v>
                </c:pt>
                <c:pt idx="170">
                  <c:v>44088</c:v>
                </c:pt>
                <c:pt idx="171">
                  <c:v>44089</c:v>
                </c:pt>
                <c:pt idx="172">
                  <c:v>44090</c:v>
                </c:pt>
                <c:pt idx="173">
                  <c:v>44091</c:v>
                </c:pt>
                <c:pt idx="174">
                  <c:v>44092</c:v>
                </c:pt>
                <c:pt idx="175">
                  <c:v>44093</c:v>
                </c:pt>
                <c:pt idx="176">
                  <c:v>44094</c:v>
                </c:pt>
                <c:pt idx="177">
                  <c:v>44095</c:v>
                </c:pt>
                <c:pt idx="178">
                  <c:v>44096</c:v>
                </c:pt>
                <c:pt idx="179">
                  <c:v>44097</c:v>
                </c:pt>
                <c:pt idx="180">
                  <c:v>44098</c:v>
                </c:pt>
                <c:pt idx="181">
                  <c:v>44099</c:v>
                </c:pt>
                <c:pt idx="182">
                  <c:v>44100</c:v>
                </c:pt>
                <c:pt idx="183">
                  <c:v>44101</c:v>
                </c:pt>
                <c:pt idx="184">
                  <c:v>44102</c:v>
                </c:pt>
                <c:pt idx="185">
                  <c:v>44103</c:v>
                </c:pt>
                <c:pt idx="186">
                  <c:v>44104</c:v>
                </c:pt>
                <c:pt idx="187">
                  <c:v>44105</c:v>
                </c:pt>
                <c:pt idx="188">
                  <c:v>44106</c:v>
                </c:pt>
                <c:pt idx="189">
                  <c:v>44107</c:v>
                </c:pt>
                <c:pt idx="190">
                  <c:v>44108</c:v>
                </c:pt>
                <c:pt idx="191">
                  <c:v>44109</c:v>
                </c:pt>
                <c:pt idx="192">
                  <c:v>44110</c:v>
                </c:pt>
                <c:pt idx="193">
                  <c:v>44111</c:v>
                </c:pt>
                <c:pt idx="194">
                  <c:v>44112</c:v>
                </c:pt>
                <c:pt idx="195">
                  <c:v>44113</c:v>
                </c:pt>
                <c:pt idx="196">
                  <c:v>44114</c:v>
                </c:pt>
                <c:pt idx="197">
                  <c:v>44115</c:v>
                </c:pt>
                <c:pt idx="198">
                  <c:v>44116</c:v>
                </c:pt>
                <c:pt idx="199">
                  <c:v>44117</c:v>
                </c:pt>
                <c:pt idx="200">
                  <c:v>44118</c:v>
                </c:pt>
                <c:pt idx="201">
                  <c:v>44119</c:v>
                </c:pt>
                <c:pt idx="202">
                  <c:v>44120</c:v>
                </c:pt>
                <c:pt idx="203">
                  <c:v>44121</c:v>
                </c:pt>
                <c:pt idx="204">
                  <c:v>44122</c:v>
                </c:pt>
                <c:pt idx="205">
                  <c:v>44123</c:v>
                </c:pt>
                <c:pt idx="206">
                  <c:v>44124</c:v>
                </c:pt>
                <c:pt idx="207">
                  <c:v>44125</c:v>
                </c:pt>
                <c:pt idx="208">
                  <c:v>44126</c:v>
                </c:pt>
                <c:pt idx="209">
                  <c:v>44127</c:v>
                </c:pt>
                <c:pt idx="210">
                  <c:v>44128</c:v>
                </c:pt>
                <c:pt idx="211">
                  <c:v>44129</c:v>
                </c:pt>
                <c:pt idx="212">
                  <c:v>44130</c:v>
                </c:pt>
                <c:pt idx="213">
                  <c:v>44131</c:v>
                </c:pt>
                <c:pt idx="214">
                  <c:v>44132</c:v>
                </c:pt>
                <c:pt idx="215">
                  <c:v>44133</c:v>
                </c:pt>
                <c:pt idx="216">
                  <c:v>44134</c:v>
                </c:pt>
                <c:pt idx="217">
                  <c:v>44135</c:v>
                </c:pt>
                <c:pt idx="218">
                  <c:v>44136</c:v>
                </c:pt>
                <c:pt idx="219">
                  <c:v>44137</c:v>
                </c:pt>
                <c:pt idx="220">
                  <c:v>44138</c:v>
                </c:pt>
                <c:pt idx="221">
                  <c:v>44139</c:v>
                </c:pt>
                <c:pt idx="222">
                  <c:v>44140</c:v>
                </c:pt>
                <c:pt idx="223">
                  <c:v>44141</c:v>
                </c:pt>
                <c:pt idx="224">
                  <c:v>44142</c:v>
                </c:pt>
                <c:pt idx="225">
                  <c:v>44143</c:v>
                </c:pt>
                <c:pt idx="226">
                  <c:v>44144</c:v>
                </c:pt>
                <c:pt idx="227">
                  <c:v>44145</c:v>
                </c:pt>
                <c:pt idx="228">
                  <c:v>44146</c:v>
                </c:pt>
                <c:pt idx="229">
                  <c:v>44147</c:v>
                </c:pt>
                <c:pt idx="230">
                  <c:v>44148</c:v>
                </c:pt>
                <c:pt idx="231">
                  <c:v>44149</c:v>
                </c:pt>
                <c:pt idx="232">
                  <c:v>44150</c:v>
                </c:pt>
                <c:pt idx="233">
                  <c:v>44151</c:v>
                </c:pt>
                <c:pt idx="234">
                  <c:v>44152</c:v>
                </c:pt>
                <c:pt idx="235">
                  <c:v>44153</c:v>
                </c:pt>
                <c:pt idx="236">
                  <c:v>44154</c:v>
                </c:pt>
                <c:pt idx="237">
                  <c:v>44155</c:v>
                </c:pt>
                <c:pt idx="238">
                  <c:v>44156</c:v>
                </c:pt>
                <c:pt idx="239">
                  <c:v>44157</c:v>
                </c:pt>
                <c:pt idx="240">
                  <c:v>44158</c:v>
                </c:pt>
                <c:pt idx="241">
                  <c:v>44159</c:v>
                </c:pt>
                <c:pt idx="242">
                  <c:v>44160</c:v>
                </c:pt>
                <c:pt idx="243">
                  <c:v>44161</c:v>
                </c:pt>
                <c:pt idx="244">
                  <c:v>44162</c:v>
                </c:pt>
                <c:pt idx="245">
                  <c:v>44163</c:v>
                </c:pt>
                <c:pt idx="246">
                  <c:v>44164</c:v>
                </c:pt>
                <c:pt idx="247">
                  <c:v>44165</c:v>
                </c:pt>
                <c:pt idx="248">
                  <c:v>44166</c:v>
                </c:pt>
                <c:pt idx="249">
                  <c:v>44167</c:v>
                </c:pt>
                <c:pt idx="250">
                  <c:v>44168</c:v>
                </c:pt>
                <c:pt idx="251">
                  <c:v>44169</c:v>
                </c:pt>
                <c:pt idx="252">
                  <c:v>44170</c:v>
                </c:pt>
                <c:pt idx="253">
                  <c:v>44171</c:v>
                </c:pt>
                <c:pt idx="254">
                  <c:v>44172</c:v>
                </c:pt>
                <c:pt idx="255">
                  <c:v>44173</c:v>
                </c:pt>
                <c:pt idx="256">
                  <c:v>44174</c:v>
                </c:pt>
                <c:pt idx="257">
                  <c:v>44175</c:v>
                </c:pt>
                <c:pt idx="258">
                  <c:v>44176</c:v>
                </c:pt>
                <c:pt idx="259">
                  <c:v>44177</c:v>
                </c:pt>
                <c:pt idx="260">
                  <c:v>44178</c:v>
                </c:pt>
                <c:pt idx="261">
                  <c:v>44179</c:v>
                </c:pt>
                <c:pt idx="262">
                  <c:v>44180</c:v>
                </c:pt>
                <c:pt idx="263">
                  <c:v>44181</c:v>
                </c:pt>
                <c:pt idx="264">
                  <c:v>44182</c:v>
                </c:pt>
                <c:pt idx="265">
                  <c:v>44183</c:v>
                </c:pt>
                <c:pt idx="266">
                  <c:v>44184</c:v>
                </c:pt>
                <c:pt idx="267">
                  <c:v>44185</c:v>
                </c:pt>
                <c:pt idx="268">
                  <c:v>44186</c:v>
                </c:pt>
                <c:pt idx="269">
                  <c:v>44187</c:v>
                </c:pt>
                <c:pt idx="270">
                  <c:v>44188</c:v>
                </c:pt>
                <c:pt idx="271">
                  <c:v>44189</c:v>
                </c:pt>
                <c:pt idx="272">
                  <c:v>44190</c:v>
                </c:pt>
                <c:pt idx="273">
                  <c:v>44191</c:v>
                </c:pt>
                <c:pt idx="274">
                  <c:v>44192</c:v>
                </c:pt>
                <c:pt idx="275">
                  <c:v>44193</c:v>
                </c:pt>
                <c:pt idx="276">
                  <c:v>44194</c:v>
                </c:pt>
                <c:pt idx="277">
                  <c:v>44195</c:v>
                </c:pt>
                <c:pt idx="278">
                  <c:v>44196</c:v>
                </c:pt>
                <c:pt idx="279">
                  <c:v>44197</c:v>
                </c:pt>
                <c:pt idx="280">
                  <c:v>44198</c:v>
                </c:pt>
                <c:pt idx="281">
                  <c:v>44199</c:v>
                </c:pt>
                <c:pt idx="282">
                  <c:v>44200</c:v>
                </c:pt>
                <c:pt idx="283">
                  <c:v>44201</c:v>
                </c:pt>
                <c:pt idx="284">
                  <c:v>44202</c:v>
                </c:pt>
                <c:pt idx="285">
                  <c:v>44203</c:v>
                </c:pt>
                <c:pt idx="286">
                  <c:v>44204</c:v>
                </c:pt>
                <c:pt idx="287">
                  <c:v>44205</c:v>
                </c:pt>
                <c:pt idx="288">
                  <c:v>44206</c:v>
                </c:pt>
                <c:pt idx="289">
                  <c:v>44207</c:v>
                </c:pt>
                <c:pt idx="290">
                  <c:v>44208</c:v>
                </c:pt>
                <c:pt idx="291">
                  <c:v>44209</c:v>
                </c:pt>
                <c:pt idx="292">
                  <c:v>44210</c:v>
                </c:pt>
                <c:pt idx="293">
                  <c:v>44211</c:v>
                </c:pt>
                <c:pt idx="294">
                  <c:v>44212</c:v>
                </c:pt>
                <c:pt idx="295">
                  <c:v>44213</c:v>
                </c:pt>
                <c:pt idx="296">
                  <c:v>44214</c:v>
                </c:pt>
                <c:pt idx="297">
                  <c:v>44215</c:v>
                </c:pt>
                <c:pt idx="298">
                  <c:v>44216</c:v>
                </c:pt>
                <c:pt idx="299">
                  <c:v>44217</c:v>
                </c:pt>
                <c:pt idx="300">
                  <c:v>44218</c:v>
                </c:pt>
                <c:pt idx="301">
                  <c:v>44219</c:v>
                </c:pt>
                <c:pt idx="302">
                  <c:v>44220</c:v>
                </c:pt>
                <c:pt idx="303">
                  <c:v>44221</c:v>
                </c:pt>
                <c:pt idx="304">
                  <c:v>44222</c:v>
                </c:pt>
                <c:pt idx="305">
                  <c:v>44223</c:v>
                </c:pt>
                <c:pt idx="306">
                  <c:v>44224</c:v>
                </c:pt>
                <c:pt idx="307">
                  <c:v>44225</c:v>
                </c:pt>
                <c:pt idx="308">
                  <c:v>44226</c:v>
                </c:pt>
                <c:pt idx="309">
                  <c:v>44227</c:v>
                </c:pt>
                <c:pt idx="310">
                  <c:v>44228</c:v>
                </c:pt>
                <c:pt idx="311">
                  <c:v>44229</c:v>
                </c:pt>
                <c:pt idx="312">
                  <c:v>44230</c:v>
                </c:pt>
                <c:pt idx="313">
                  <c:v>44231</c:v>
                </c:pt>
                <c:pt idx="314">
                  <c:v>44232</c:v>
                </c:pt>
                <c:pt idx="315">
                  <c:v>44233</c:v>
                </c:pt>
                <c:pt idx="316">
                  <c:v>44234</c:v>
                </c:pt>
                <c:pt idx="317">
                  <c:v>44235</c:v>
                </c:pt>
                <c:pt idx="318">
                  <c:v>44236</c:v>
                </c:pt>
                <c:pt idx="319">
                  <c:v>44237</c:v>
                </c:pt>
                <c:pt idx="320">
                  <c:v>44238</c:v>
                </c:pt>
                <c:pt idx="321">
                  <c:v>44239</c:v>
                </c:pt>
                <c:pt idx="322">
                  <c:v>44240</c:v>
                </c:pt>
                <c:pt idx="323">
                  <c:v>44241</c:v>
                </c:pt>
                <c:pt idx="324">
                  <c:v>44242</c:v>
                </c:pt>
                <c:pt idx="325">
                  <c:v>44243</c:v>
                </c:pt>
                <c:pt idx="326">
                  <c:v>44244</c:v>
                </c:pt>
                <c:pt idx="327">
                  <c:v>44245</c:v>
                </c:pt>
                <c:pt idx="328">
                  <c:v>44246</c:v>
                </c:pt>
                <c:pt idx="329">
                  <c:v>44247</c:v>
                </c:pt>
                <c:pt idx="330">
                  <c:v>44248</c:v>
                </c:pt>
                <c:pt idx="331">
                  <c:v>44249</c:v>
                </c:pt>
                <c:pt idx="332">
                  <c:v>44250</c:v>
                </c:pt>
                <c:pt idx="333">
                  <c:v>44251</c:v>
                </c:pt>
                <c:pt idx="334">
                  <c:v>44252</c:v>
                </c:pt>
                <c:pt idx="335">
                  <c:v>44253</c:v>
                </c:pt>
                <c:pt idx="336">
                  <c:v>44254</c:v>
                </c:pt>
                <c:pt idx="337">
                  <c:v>44255</c:v>
                </c:pt>
                <c:pt idx="338">
                  <c:v>44256</c:v>
                </c:pt>
                <c:pt idx="339">
                  <c:v>44257</c:v>
                </c:pt>
                <c:pt idx="340">
                  <c:v>44258</c:v>
                </c:pt>
                <c:pt idx="341">
                  <c:v>44259</c:v>
                </c:pt>
                <c:pt idx="342">
                  <c:v>44260</c:v>
                </c:pt>
                <c:pt idx="343">
                  <c:v>44261</c:v>
                </c:pt>
                <c:pt idx="344">
                  <c:v>44262</c:v>
                </c:pt>
                <c:pt idx="345">
                  <c:v>44263</c:v>
                </c:pt>
                <c:pt idx="346">
                  <c:v>44264</c:v>
                </c:pt>
                <c:pt idx="347">
                  <c:v>44265</c:v>
                </c:pt>
                <c:pt idx="348">
                  <c:v>44266</c:v>
                </c:pt>
                <c:pt idx="349">
                  <c:v>44267</c:v>
                </c:pt>
                <c:pt idx="350">
                  <c:v>44268</c:v>
                </c:pt>
                <c:pt idx="351">
                  <c:v>44269</c:v>
                </c:pt>
                <c:pt idx="352">
                  <c:v>44270</c:v>
                </c:pt>
                <c:pt idx="353">
                  <c:v>44271</c:v>
                </c:pt>
                <c:pt idx="354">
                  <c:v>44272</c:v>
                </c:pt>
                <c:pt idx="355">
                  <c:v>44273</c:v>
                </c:pt>
                <c:pt idx="356">
                  <c:v>44274</c:v>
                </c:pt>
                <c:pt idx="357">
                  <c:v>44275</c:v>
                </c:pt>
                <c:pt idx="358">
                  <c:v>44276</c:v>
                </c:pt>
                <c:pt idx="359">
                  <c:v>44277</c:v>
                </c:pt>
                <c:pt idx="360">
                  <c:v>44278</c:v>
                </c:pt>
                <c:pt idx="361">
                  <c:v>44279</c:v>
                </c:pt>
                <c:pt idx="362">
                  <c:v>44280</c:v>
                </c:pt>
                <c:pt idx="363">
                  <c:v>44281</c:v>
                </c:pt>
                <c:pt idx="364">
                  <c:v>44282</c:v>
                </c:pt>
                <c:pt idx="365">
                  <c:v>44283</c:v>
                </c:pt>
                <c:pt idx="366">
                  <c:v>44284</c:v>
                </c:pt>
                <c:pt idx="367">
                  <c:v>44285</c:v>
                </c:pt>
                <c:pt idx="368">
                  <c:v>44286</c:v>
                </c:pt>
                <c:pt idx="369">
                  <c:v>44287</c:v>
                </c:pt>
                <c:pt idx="370">
                  <c:v>44288</c:v>
                </c:pt>
                <c:pt idx="371">
                  <c:v>44289</c:v>
                </c:pt>
                <c:pt idx="372">
                  <c:v>44290</c:v>
                </c:pt>
                <c:pt idx="373">
                  <c:v>44291</c:v>
                </c:pt>
                <c:pt idx="374">
                  <c:v>44292</c:v>
                </c:pt>
                <c:pt idx="375">
                  <c:v>44293</c:v>
                </c:pt>
                <c:pt idx="376">
                  <c:v>44294</c:v>
                </c:pt>
                <c:pt idx="377">
                  <c:v>44295</c:v>
                </c:pt>
                <c:pt idx="378">
                  <c:v>44296</c:v>
                </c:pt>
                <c:pt idx="379">
                  <c:v>44297</c:v>
                </c:pt>
                <c:pt idx="380">
                  <c:v>44298</c:v>
                </c:pt>
                <c:pt idx="381">
                  <c:v>44299</c:v>
                </c:pt>
                <c:pt idx="382">
                  <c:v>44300</c:v>
                </c:pt>
                <c:pt idx="383">
                  <c:v>44301</c:v>
                </c:pt>
                <c:pt idx="384">
                  <c:v>44302</c:v>
                </c:pt>
                <c:pt idx="385">
                  <c:v>44303</c:v>
                </c:pt>
                <c:pt idx="386">
                  <c:v>44304</c:v>
                </c:pt>
                <c:pt idx="387">
                  <c:v>44305</c:v>
                </c:pt>
                <c:pt idx="388">
                  <c:v>44306</c:v>
                </c:pt>
                <c:pt idx="389">
                  <c:v>44307</c:v>
                </c:pt>
                <c:pt idx="390">
                  <c:v>44308</c:v>
                </c:pt>
                <c:pt idx="391">
                  <c:v>44309</c:v>
                </c:pt>
                <c:pt idx="392">
                  <c:v>44310</c:v>
                </c:pt>
                <c:pt idx="393">
                  <c:v>44311</c:v>
                </c:pt>
                <c:pt idx="394">
                  <c:v>44312</c:v>
                </c:pt>
                <c:pt idx="395">
                  <c:v>44313</c:v>
                </c:pt>
                <c:pt idx="396">
                  <c:v>44314</c:v>
                </c:pt>
                <c:pt idx="397">
                  <c:v>44315</c:v>
                </c:pt>
                <c:pt idx="398">
                  <c:v>44316</c:v>
                </c:pt>
                <c:pt idx="399">
                  <c:v>44317</c:v>
                </c:pt>
                <c:pt idx="400">
                  <c:v>44318</c:v>
                </c:pt>
                <c:pt idx="401">
                  <c:v>44319</c:v>
                </c:pt>
                <c:pt idx="402">
                  <c:v>44320</c:v>
                </c:pt>
                <c:pt idx="403">
                  <c:v>44321</c:v>
                </c:pt>
                <c:pt idx="404">
                  <c:v>44322</c:v>
                </c:pt>
                <c:pt idx="405">
                  <c:v>44323</c:v>
                </c:pt>
                <c:pt idx="406">
                  <c:v>44324</c:v>
                </c:pt>
                <c:pt idx="407">
                  <c:v>44325</c:v>
                </c:pt>
                <c:pt idx="408">
                  <c:v>44326</c:v>
                </c:pt>
                <c:pt idx="409">
                  <c:v>44327</c:v>
                </c:pt>
                <c:pt idx="410">
                  <c:v>44328</c:v>
                </c:pt>
                <c:pt idx="411">
                  <c:v>44329</c:v>
                </c:pt>
                <c:pt idx="412">
                  <c:v>44330</c:v>
                </c:pt>
                <c:pt idx="413">
                  <c:v>44331</c:v>
                </c:pt>
                <c:pt idx="414">
                  <c:v>44332</c:v>
                </c:pt>
                <c:pt idx="415">
                  <c:v>44333</c:v>
                </c:pt>
                <c:pt idx="416">
                  <c:v>44334</c:v>
                </c:pt>
                <c:pt idx="417">
                  <c:v>44335</c:v>
                </c:pt>
                <c:pt idx="418">
                  <c:v>44336</c:v>
                </c:pt>
                <c:pt idx="419">
                  <c:v>44337</c:v>
                </c:pt>
                <c:pt idx="420">
                  <c:v>44338</c:v>
                </c:pt>
                <c:pt idx="421">
                  <c:v>44339</c:v>
                </c:pt>
                <c:pt idx="422">
                  <c:v>44340</c:v>
                </c:pt>
                <c:pt idx="423">
                  <c:v>44341</c:v>
                </c:pt>
                <c:pt idx="424">
                  <c:v>44342</c:v>
                </c:pt>
                <c:pt idx="425">
                  <c:v>44343</c:v>
                </c:pt>
                <c:pt idx="426">
                  <c:v>44344</c:v>
                </c:pt>
                <c:pt idx="427">
                  <c:v>44345</c:v>
                </c:pt>
                <c:pt idx="428">
                  <c:v>44346</c:v>
                </c:pt>
                <c:pt idx="429">
                  <c:v>44347</c:v>
                </c:pt>
                <c:pt idx="430">
                  <c:v>44348</c:v>
                </c:pt>
                <c:pt idx="431">
                  <c:v>44349</c:v>
                </c:pt>
                <c:pt idx="432">
                  <c:v>44350</c:v>
                </c:pt>
                <c:pt idx="433">
                  <c:v>44351</c:v>
                </c:pt>
                <c:pt idx="434">
                  <c:v>44352</c:v>
                </c:pt>
                <c:pt idx="435">
                  <c:v>44353</c:v>
                </c:pt>
                <c:pt idx="436">
                  <c:v>44354</c:v>
                </c:pt>
                <c:pt idx="437">
                  <c:v>44355</c:v>
                </c:pt>
                <c:pt idx="438">
                  <c:v>44356</c:v>
                </c:pt>
                <c:pt idx="439">
                  <c:v>44357</c:v>
                </c:pt>
                <c:pt idx="440">
                  <c:v>44358</c:v>
                </c:pt>
                <c:pt idx="441">
                  <c:v>44359</c:v>
                </c:pt>
                <c:pt idx="442">
                  <c:v>44360</c:v>
                </c:pt>
                <c:pt idx="443">
                  <c:v>44361</c:v>
                </c:pt>
                <c:pt idx="444">
                  <c:v>44362</c:v>
                </c:pt>
                <c:pt idx="445">
                  <c:v>44363</c:v>
                </c:pt>
                <c:pt idx="446">
                  <c:v>44364</c:v>
                </c:pt>
                <c:pt idx="447">
                  <c:v>44365</c:v>
                </c:pt>
                <c:pt idx="448">
                  <c:v>44366</c:v>
                </c:pt>
                <c:pt idx="449">
                  <c:v>44367</c:v>
                </c:pt>
                <c:pt idx="450">
                  <c:v>44368</c:v>
                </c:pt>
                <c:pt idx="451">
                  <c:v>44369</c:v>
                </c:pt>
                <c:pt idx="452">
                  <c:v>44370</c:v>
                </c:pt>
                <c:pt idx="453">
                  <c:v>44371</c:v>
                </c:pt>
                <c:pt idx="454">
                  <c:v>44372</c:v>
                </c:pt>
                <c:pt idx="455">
                  <c:v>44373</c:v>
                </c:pt>
                <c:pt idx="456">
                  <c:v>44374</c:v>
                </c:pt>
                <c:pt idx="457">
                  <c:v>44375</c:v>
                </c:pt>
                <c:pt idx="458">
                  <c:v>44376</c:v>
                </c:pt>
                <c:pt idx="459">
                  <c:v>44377</c:v>
                </c:pt>
                <c:pt idx="460">
                  <c:v>44378</c:v>
                </c:pt>
                <c:pt idx="461">
                  <c:v>44379</c:v>
                </c:pt>
                <c:pt idx="462">
                  <c:v>44380</c:v>
                </c:pt>
                <c:pt idx="463">
                  <c:v>44381</c:v>
                </c:pt>
                <c:pt idx="464">
                  <c:v>44382</c:v>
                </c:pt>
                <c:pt idx="465">
                  <c:v>44383</c:v>
                </c:pt>
                <c:pt idx="466">
                  <c:v>44384</c:v>
                </c:pt>
                <c:pt idx="467">
                  <c:v>44385</c:v>
                </c:pt>
                <c:pt idx="468">
                  <c:v>44386</c:v>
                </c:pt>
                <c:pt idx="469">
                  <c:v>44387</c:v>
                </c:pt>
                <c:pt idx="470">
                  <c:v>44388</c:v>
                </c:pt>
                <c:pt idx="471">
                  <c:v>44389</c:v>
                </c:pt>
                <c:pt idx="472">
                  <c:v>44390</c:v>
                </c:pt>
                <c:pt idx="473">
                  <c:v>44391</c:v>
                </c:pt>
                <c:pt idx="474">
                  <c:v>44392</c:v>
                </c:pt>
                <c:pt idx="475">
                  <c:v>44393</c:v>
                </c:pt>
                <c:pt idx="476">
                  <c:v>44394</c:v>
                </c:pt>
                <c:pt idx="477">
                  <c:v>44395</c:v>
                </c:pt>
                <c:pt idx="478">
                  <c:v>44396</c:v>
                </c:pt>
                <c:pt idx="479">
                  <c:v>44397</c:v>
                </c:pt>
                <c:pt idx="480">
                  <c:v>44398</c:v>
                </c:pt>
                <c:pt idx="481">
                  <c:v>44399</c:v>
                </c:pt>
                <c:pt idx="482">
                  <c:v>44400</c:v>
                </c:pt>
                <c:pt idx="483">
                  <c:v>44401</c:v>
                </c:pt>
                <c:pt idx="484">
                  <c:v>44402</c:v>
                </c:pt>
                <c:pt idx="485">
                  <c:v>44403</c:v>
                </c:pt>
                <c:pt idx="486">
                  <c:v>44404</c:v>
                </c:pt>
                <c:pt idx="487">
                  <c:v>44405</c:v>
                </c:pt>
                <c:pt idx="488">
                  <c:v>44406</c:v>
                </c:pt>
                <c:pt idx="489">
                  <c:v>44407</c:v>
                </c:pt>
                <c:pt idx="490">
                  <c:v>44408</c:v>
                </c:pt>
                <c:pt idx="491">
                  <c:v>44409</c:v>
                </c:pt>
                <c:pt idx="492">
                  <c:v>44410</c:v>
                </c:pt>
                <c:pt idx="493">
                  <c:v>44411</c:v>
                </c:pt>
                <c:pt idx="494">
                  <c:v>44412</c:v>
                </c:pt>
                <c:pt idx="495">
                  <c:v>44413</c:v>
                </c:pt>
                <c:pt idx="496">
                  <c:v>44414</c:v>
                </c:pt>
                <c:pt idx="497">
                  <c:v>44415</c:v>
                </c:pt>
                <c:pt idx="498">
                  <c:v>44416</c:v>
                </c:pt>
                <c:pt idx="499">
                  <c:v>44417</c:v>
                </c:pt>
                <c:pt idx="500">
                  <c:v>44418</c:v>
                </c:pt>
                <c:pt idx="501">
                  <c:v>44419</c:v>
                </c:pt>
                <c:pt idx="502">
                  <c:v>44420</c:v>
                </c:pt>
                <c:pt idx="503">
                  <c:v>44421</c:v>
                </c:pt>
                <c:pt idx="504">
                  <c:v>44422</c:v>
                </c:pt>
                <c:pt idx="505">
                  <c:v>44423</c:v>
                </c:pt>
                <c:pt idx="506">
                  <c:v>44424</c:v>
                </c:pt>
                <c:pt idx="507">
                  <c:v>44425</c:v>
                </c:pt>
                <c:pt idx="508">
                  <c:v>44426</c:v>
                </c:pt>
                <c:pt idx="509">
                  <c:v>44427</c:v>
                </c:pt>
                <c:pt idx="510">
                  <c:v>44428</c:v>
                </c:pt>
                <c:pt idx="511">
                  <c:v>44429</c:v>
                </c:pt>
                <c:pt idx="512">
                  <c:v>44430</c:v>
                </c:pt>
                <c:pt idx="513">
                  <c:v>44431</c:v>
                </c:pt>
                <c:pt idx="514">
                  <c:v>44432</c:v>
                </c:pt>
                <c:pt idx="515">
                  <c:v>44433</c:v>
                </c:pt>
                <c:pt idx="516">
                  <c:v>44434</c:v>
                </c:pt>
                <c:pt idx="517">
                  <c:v>44435</c:v>
                </c:pt>
                <c:pt idx="518">
                  <c:v>44436</c:v>
                </c:pt>
                <c:pt idx="519">
                  <c:v>44437</c:v>
                </c:pt>
                <c:pt idx="520">
                  <c:v>44438</c:v>
                </c:pt>
                <c:pt idx="521">
                  <c:v>44439</c:v>
                </c:pt>
                <c:pt idx="522">
                  <c:v>44440</c:v>
                </c:pt>
                <c:pt idx="523">
                  <c:v>44441</c:v>
                </c:pt>
                <c:pt idx="524">
                  <c:v>44442</c:v>
                </c:pt>
                <c:pt idx="525">
                  <c:v>44443</c:v>
                </c:pt>
                <c:pt idx="526">
                  <c:v>44444</c:v>
                </c:pt>
                <c:pt idx="527">
                  <c:v>44445</c:v>
                </c:pt>
              </c:numCache>
            </c:numRef>
          </c:xVal>
          <c:yVal>
            <c:numRef>
              <c:f>Deaths!$B$2:$B$529</c:f>
              <c:numCache>
                <c:formatCode>General</c:formatCode>
                <c:ptCount val="528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1</c:v>
                </c:pt>
                <c:pt idx="4">
                  <c:v>1</c:v>
                </c:pt>
                <c:pt idx="5">
                  <c:v>2</c:v>
                </c:pt>
                <c:pt idx="6">
                  <c:v>1</c:v>
                </c:pt>
                <c:pt idx="7">
                  <c:v>4</c:v>
                </c:pt>
                <c:pt idx="8">
                  <c:v>5</c:v>
                </c:pt>
                <c:pt idx="9">
                  <c:v>10</c:v>
                </c:pt>
                <c:pt idx="10">
                  <c:v>4</c:v>
                </c:pt>
                <c:pt idx="11">
                  <c:v>6</c:v>
                </c:pt>
                <c:pt idx="12">
                  <c:v>5</c:v>
                </c:pt>
                <c:pt idx="13">
                  <c:v>2</c:v>
                </c:pt>
                <c:pt idx="14">
                  <c:v>4</c:v>
                </c:pt>
                <c:pt idx="15">
                  <c:v>3</c:v>
                </c:pt>
                <c:pt idx="16">
                  <c:v>5</c:v>
                </c:pt>
                <c:pt idx="17">
                  <c:v>1</c:v>
                </c:pt>
                <c:pt idx="18">
                  <c:v>4</c:v>
                </c:pt>
                <c:pt idx="19">
                  <c:v>6</c:v>
                </c:pt>
                <c:pt idx="20">
                  <c:v>3</c:v>
                </c:pt>
                <c:pt idx="21">
                  <c:v>4</c:v>
                </c:pt>
                <c:pt idx="22">
                  <c:v>1</c:v>
                </c:pt>
                <c:pt idx="23">
                  <c:v>2</c:v>
                </c:pt>
                <c:pt idx="24">
                  <c:v>4</c:v>
                </c:pt>
                <c:pt idx="25">
                  <c:v>4</c:v>
                </c:pt>
                <c:pt idx="26">
                  <c:v>6</c:v>
                </c:pt>
                <c:pt idx="27">
                  <c:v>2</c:v>
                </c:pt>
                <c:pt idx="28">
                  <c:v>4</c:v>
                </c:pt>
                <c:pt idx="29">
                  <c:v>1</c:v>
                </c:pt>
                <c:pt idx="30">
                  <c:v>6</c:v>
                </c:pt>
                <c:pt idx="31">
                  <c:v>3</c:v>
                </c:pt>
                <c:pt idx="32">
                  <c:v>7</c:v>
                </c:pt>
                <c:pt idx="33">
                  <c:v>5</c:v>
                </c:pt>
                <c:pt idx="34">
                  <c:v>6</c:v>
                </c:pt>
                <c:pt idx="35">
                  <c:v>3</c:v>
                </c:pt>
                <c:pt idx="36">
                  <c:v>3</c:v>
                </c:pt>
                <c:pt idx="37">
                  <c:v>3</c:v>
                </c:pt>
                <c:pt idx="38">
                  <c:v>5</c:v>
                </c:pt>
                <c:pt idx="39">
                  <c:v>2</c:v>
                </c:pt>
                <c:pt idx="40">
                  <c:v>7</c:v>
                </c:pt>
                <c:pt idx="41">
                  <c:v>3</c:v>
                </c:pt>
                <c:pt idx="42">
                  <c:v>4</c:v>
                </c:pt>
                <c:pt idx="43">
                  <c:v>5</c:v>
                </c:pt>
                <c:pt idx="44">
                  <c:v>7</c:v>
                </c:pt>
                <c:pt idx="45">
                  <c:v>7</c:v>
                </c:pt>
                <c:pt idx="46">
                  <c:v>3</c:v>
                </c:pt>
                <c:pt idx="47">
                  <c:v>2</c:v>
                </c:pt>
                <c:pt idx="48">
                  <c:v>6</c:v>
                </c:pt>
                <c:pt idx="49">
                  <c:v>4</c:v>
                </c:pt>
                <c:pt idx="50">
                  <c:v>2</c:v>
                </c:pt>
                <c:pt idx="51">
                  <c:v>5</c:v>
                </c:pt>
                <c:pt idx="52">
                  <c:v>4</c:v>
                </c:pt>
                <c:pt idx="53">
                  <c:v>6</c:v>
                </c:pt>
                <c:pt idx="54">
                  <c:v>8</c:v>
                </c:pt>
                <c:pt idx="55">
                  <c:v>9</c:v>
                </c:pt>
                <c:pt idx="56">
                  <c:v>9</c:v>
                </c:pt>
                <c:pt idx="57">
                  <c:v>5</c:v>
                </c:pt>
                <c:pt idx="58">
                  <c:v>4</c:v>
                </c:pt>
                <c:pt idx="59">
                  <c:v>8</c:v>
                </c:pt>
                <c:pt idx="60">
                  <c:v>5</c:v>
                </c:pt>
                <c:pt idx="61">
                  <c:v>4</c:v>
                </c:pt>
                <c:pt idx="62">
                  <c:v>11</c:v>
                </c:pt>
                <c:pt idx="63">
                  <c:v>7</c:v>
                </c:pt>
                <c:pt idx="64">
                  <c:v>11</c:v>
                </c:pt>
                <c:pt idx="65">
                  <c:v>8</c:v>
                </c:pt>
                <c:pt idx="66">
                  <c:v>4</c:v>
                </c:pt>
                <c:pt idx="67">
                  <c:v>8</c:v>
                </c:pt>
                <c:pt idx="68">
                  <c:v>11</c:v>
                </c:pt>
                <c:pt idx="69">
                  <c:v>14</c:v>
                </c:pt>
                <c:pt idx="70">
                  <c:v>9</c:v>
                </c:pt>
                <c:pt idx="71">
                  <c:v>9</c:v>
                </c:pt>
                <c:pt idx="72">
                  <c:v>13</c:v>
                </c:pt>
                <c:pt idx="73">
                  <c:v>13</c:v>
                </c:pt>
                <c:pt idx="74">
                  <c:v>11</c:v>
                </c:pt>
                <c:pt idx="75">
                  <c:v>13</c:v>
                </c:pt>
                <c:pt idx="76">
                  <c:v>8</c:v>
                </c:pt>
                <c:pt idx="77">
                  <c:v>10</c:v>
                </c:pt>
                <c:pt idx="78">
                  <c:v>17</c:v>
                </c:pt>
                <c:pt idx="79">
                  <c:v>19</c:v>
                </c:pt>
                <c:pt idx="80">
                  <c:v>12</c:v>
                </c:pt>
                <c:pt idx="81">
                  <c:v>24</c:v>
                </c:pt>
                <c:pt idx="82">
                  <c:v>8</c:v>
                </c:pt>
                <c:pt idx="83">
                  <c:v>16</c:v>
                </c:pt>
                <c:pt idx="84">
                  <c:v>12</c:v>
                </c:pt>
                <c:pt idx="85">
                  <c:v>22</c:v>
                </c:pt>
                <c:pt idx="86">
                  <c:v>20</c:v>
                </c:pt>
                <c:pt idx="87">
                  <c:v>26</c:v>
                </c:pt>
                <c:pt idx="88">
                  <c:v>24</c:v>
                </c:pt>
                <c:pt idx="89">
                  <c:v>21</c:v>
                </c:pt>
                <c:pt idx="90">
                  <c:v>26</c:v>
                </c:pt>
                <c:pt idx="91">
                  <c:v>31</c:v>
                </c:pt>
                <c:pt idx="92">
                  <c:v>33</c:v>
                </c:pt>
                <c:pt idx="93">
                  <c:v>25</c:v>
                </c:pt>
                <c:pt idx="94">
                  <c:v>32</c:v>
                </c:pt>
                <c:pt idx="95">
                  <c:v>29</c:v>
                </c:pt>
                <c:pt idx="96">
                  <c:v>38</c:v>
                </c:pt>
                <c:pt idx="97">
                  <c:v>44</c:v>
                </c:pt>
                <c:pt idx="98">
                  <c:v>31</c:v>
                </c:pt>
                <c:pt idx="99">
                  <c:v>38</c:v>
                </c:pt>
                <c:pt idx="100">
                  <c:v>41</c:v>
                </c:pt>
                <c:pt idx="101">
                  <c:v>48</c:v>
                </c:pt>
                <c:pt idx="102">
                  <c:v>40</c:v>
                </c:pt>
                <c:pt idx="103">
                  <c:v>63</c:v>
                </c:pt>
                <c:pt idx="104">
                  <c:v>61</c:v>
                </c:pt>
                <c:pt idx="105">
                  <c:v>67</c:v>
                </c:pt>
                <c:pt idx="106">
                  <c:v>57</c:v>
                </c:pt>
                <c:pt idx="107">
                  <c:v>70</c:v>
                </c:pt>
                <c:pt idx="108">
                  <c:v>70</c:v>
                </c:pt>
                <c:pt idx="109">
                  <c:v>81</c:v>
                </c:pt>
                <c:pt idx="110">
                  <c:v>75</c:v>
                </c:pt>
                <c:pt idx="111">
                  <c:v>95</c:v>
                </c:pt>
                <c:pt idx="112">
                  <c:v>80</c:v>
                </c:pt>
                <c:pt idx="113">
                  <c:v>59</c:v>
                </c:pt>
                <c:pt idx="114">
                  <c:v>87</c:v>
                </c:pt>
                <c:pt idx="115">
                  <c:v>109</c:v>
                </c:pt>
                <c:pt idx="116">
                  <c:v>91</c:v>
                </c:pt>
                <c:pt idx="117">
                  <c:v>108</c:v>
                </c:pt>
                <c:pt idx="118">
                  <c:v>103</c:v>
                </c:pt>
                <c:pt idx="119">
                  <c:v>98</c:v>
                </c:pt>
                <c:pt idx="120">
                  <c:v>108</c:v>
                </c:pt>
                <c:pt idx="121">
                  <c:v>97</c:v>
                </c:pt>
                <c:pt idx="122">
                  <c:v>94</c:v>
                </c:pt>
                <c:pt idx="123">
                  <c:v>109</c:v>
                </c:pt>
                <c:pt idx="124">
                  <c:v>123</c:v>
                </c:pt>
                <c:pt idx="125">
                  <c:v>121</c:v>
                </c:pt>
                <c:pt idx="126">
                  <c:v>79</c:v>
                </c:pt>
                <c:pt idx="127">
                  <c:v>95</c:v>
                </c:pt>
                <c:pt idx="128">
                  <c:v>112</c:v>
                </c:pt>
                <c:pt idx="129">
                  <c:v>102</c:v>
                </c:pt>
                <c:pt idx="130">
                  <c:v>106</c:v>
                </c:pt>
                <c:pt idx="131">
                  <c:v>92</c:v>
                </c:pt>
                <c:pt idx="132">
                  <c:v>110</c:v>
                </c:pt>
                <c:pt idx="133">
                  <c:v>113</c:v>
                </c:pt>
                <c:pt idx="134">
                  <c:v>93</c:v>
                </c:pt>
                <c:pt idx="135">
                  <c:v>85</c:v>
                </c:pt>
                <c:pt idx="136">
                  <c:v>96</c:v>
                </c:pt>
                <c:pt idx="137">
                  <c:v>83</c:v>
                </c:pt>
                <c:pt idx="138">
                  <c:v>88</c:v>
                </c:pt>
                <c:pt idx="139">
                  <c:v>71</c:v>
                </c:pt>
                <c:pt idx="140">
                  <c:v>73</c:v>
                </c:pt>
                <c:pt idx="141">
                  <c:v>74</c:v>
                </c:pt>
                <c:pt idx="142">
                  <c:v>68</c:v>
                </c:pt>
                <c:pt idx="143">
                  <c:v>97</c:v>
                </c:pt>
                <c:pt idx="144">
                  <c:v>81</c:v>
                </c:pt>
                <c:pt idx="145">
                  <c:v>75</c:v>
                </c:pt>
                <c:pt idx="146">
                  <c:v>75</c:v>
                </c:pt>
                <c:pt idx="147">
                  <c:v>76</c:v>
                </c:pt>
                <c:pt idx="148">
                  <c:v>56</c:v>
                </c:pt>
                <c:pt idx="149">
                  <c:v>64</c:v>
                </c:pt>
                <c:pt idx="150">
                  <c:v>86</c:v>
                </c:pt>
                <c:pt idx="151">
                  <c:v>64</c:v>
                </c:pt>
                <c:pt idx="152">
                  <c:v>82</c:v>
                </c:pt>
                <c:pt idx="153">
                  <c:v>53</c:v>
                </c:pt>
                <c:pt idx="154">
                  <c:v>70</c:v>
                </c:pt>
                <c:pt idx="155">
                  <c:v>50</c:v>
                </c:pt>
                <c:pt idx="156">
                  <c:v>53</c:v>
                </c:pt>
                <c:pt idx="157">
                  <c:v>46</c:v>
                </c:pt>
                <c:pt idx="158">
                  <c:v>50</c:v>
                </c:pt>
                <c:pt idx="159">
                  <c:v>47</c:v>
                </c:pt>
                <c:pt idx="160">
                  <c:v>71</c:v>
                </c:pt>
                <c:pt idx="161">
                  <c:v>40</c:v>
                </c:pt>
                <c:pt idx="162">
                  <c:v>48</c:v>
                </c:pt>
                <c:pt idx="163">
                  <c:v>63</c:v>
                </c:pt>
                <c:pt idx="164">
                  <c:v>55</c:v>
                </c:pt>
                <c:pt idx="165">
                  <c:v>33</c:v>
                </c:pt>
                <c:pt idx="166">
                  <c:v>52</c:v>
                </c:pt>
                <c:pt idx="167">
                  <c:v>48</c:v>
                </c:pt>
                <c:pt idx="168">
                  <c:v>44</c:v>
                </c:pt>
                <c:pt idx="169">
                  <c:v>40</c:v>
                </c:pt>
                <c:pt idx="170">
                  <c:v>34</c:v>
                </c:pt>
                <c:pt idx="171">
                  <c:v>43</c:v>
                </c:pt>
                <c:pt idx="172">
                  <c:v>36</c:v>
                </c:pt>
                <c:pt idx="173">
                  <c:v>35</c:v>
                </c:pt>
                <c:pt idx="174">
                  <c:v>40</c:v>
                </c:pt>
                <c:pt idx="175">
                  <c:v>44</c:v>
                </c:pt>
                <c:pt idx="176">
                  <c:v>32</c:v>
                </c:pt>
                <c:pt idx="177">
                  <c:v>44</c:v>
                </c:pt>
                <c:pt idx="178">
                  <c:v>45</c:v>
                </c:pt>
                <c:pt idx="179">
                  <c:v>39</c:v>
                </c:pt>
                <c:pt idx="180">
                  <c:v>34</c:v>
                </c:pt>
                <c:pt idx="181">
                  <c:v>23</c:v>
                </c:pt>
                <c:pt idx="182">
                  <c:v>30</c:v>
                </c:pt>
                <c:pt idx="183">
                  <c:v>21</c:v>
                </c:pt>
                <c:pt idx="184">
                  <c:v>32</c:v>
                </c:pt>
                <c:pt idx="185">
                  <c:v>21</c:v>
                </c:pt>
                <c:pt idx="186">
                  <c:v>32</c:v>
                </c:pt>
                <c:pt idx="187">
                  <c:v>29</c:v>
                </c:pt>
                <c:pt idx="188">
                  <c:v>28</c:v>
                </c:pt>
                <c:pt idx="189">
                  <c:v>30</c:v>
                </c:pt>
                <c:pt idx="190">
                  <c:v>24</c:v>
                </c:pt>
                <c:pt idx="191">
                  <c:v>23</c:v>
                </c:pt>
                <c:pt idx="192">
                  <c:v>32</c:v>
                </c:pt>
                <c:pt idx="193">
                  <c:v>23</c:v>
                </c:pt>
                <c:pt idx="194">
                  <c:v>29</c:v>
                </c:pt>
                <c:pt idx="195">
                  <c:v>30</c:v>
                </c:pt>
                <c:pt idx="196">
                  <c:v>32</c:v>
                </c:pt>
                <c:pt idx="197">
                  <c:v>25</c:v>
                </c:pt>
                <c:pt idx="198">
                  <c:v>31</c:v>
                </c:pt>
                <c:pt idx="199">
                  <c:v>27</c:v>
                </c:pt>
                <c:pt idx="200">
                  <c:v>26</c:v>
                </c:pt>
                <c:pt idx="201">
                  <c:v>25</c:v>
                </c:pt>
                <c:pt idx="202">
                  <c:v>41</c:v>
                </c:pt>
                <c:pt idx="203">
                  <c:v>25</c:v>
                </c:pt>
                <c:pt idx="204">
                  <c:v>19</c:v>
                </c:pt>
                <c:pt idx="205">
                  <c:v>25</c:v>
                </c:pt>
                <c:pt idx="206">
                  <c:v>30</c:v>
                </c:pt>
                <c:pt idx="207">
                  <c:v>29</c:v>
                </c:pt>
                <c:pt idx="208">
                  <c:v>34</c:v>
                </c:pt>
                <c:pt idx="209">
                  <c:v>28</c:v>
                </c:pt>
                <c:pt idx="210">
                  <c:v>27</c:v>
                </c:pt>
                <c:pt idx="211">
                  <c:v>29</c:v>
                </c:pt>
                <c:pt idx="212">
                  <c:v>32</c:v>
                </c:pt>
                <c:pt idx="213">
                  <c:v>22</c:v>
                </c:pt>
                <c:pt idx="214">
                  <c:v>27</c:v>
                </c:pt>
                <c:pt idx="215">
                  <c:v>31</c:v>
                </c:pt>
                <c:pt idx="216">
                  <c:v>23</c:v>
                </c:pt>
                <c:pt idx="217">
                  <c:v>22</c:v>
                </c:pt>
                <c:pt idx="218">
                  <c:v>23</c:v>
                </c:pt>
                <c:pt idx="219">
                  <c:v>33</c:v>
                </c:pt>
                <c:pt idx="220">
                  <c:v>44</c:v>
                </c:pt>
                <c:pt idx="221">
                  <c:v>39</c:v>
                </c:pt>
                <c:pt idx="222">
                  <c:v>27</c:v>
                </c:pt>
                <c:pt idx="223">
                  <c:v>36</c:v>
                </c:pt>
                <c:pt idx="224">
                  <c:v>31</c:v>
                </c:pt>
                <c:pt idx="225">
                  <c:v>22</c:v>
                </c:pt>
                <c:pt idx="226">
                  <c:v>31</c:v>
                </c:pt>
                <c:pt idx="227">
                  <c:v>35</c:v>
                </c:pt>
                <c:pt idx="228">
                  <c:v>26</c:v>
                </c:pt>
                <c:pt idx="229">
                  <c:v>36</c:v>
                </c:pt>
                <c:pt idx="230">
                  <c:v>32</c:v>
                </c:pt>
                <c:pt idx="231">
                  <c:v>22</c:v>
                </c:pt>
                <c:pt idx="232">
                  <c:v>30</c:v>
                </c:pt>
                <c:pt idx="233">
                  <c:v>22</c:v>
                </c:pt>
                <c:pt idx="234">
                  <c:v>23</c:v>
                </c:pt>
                <c:pt idx="235">
                  <c:v>30</c:v>
                </c:pt>
                <c:pt idx="236">
                  <c:v>34</c:v>
                </c:pt>
                <c:pt idx="237">
                  <c:v>25</c:v>
                </c:pt>
                <c:pt idx="238">
                  <c:v>24</c:v>
                </c:pt>
                <c:pt idx="239">
                  <c:v>38</c:v>
                </c:pt>
                <c:pt idx="240">
                  <c:v>37</c:v>
                </c:pt>
                <c:pt idx="241">
                  <c:v>28</c:v>
                </c:pt>
                <c:pt idx="242">
                  <c:v>25</c:v>
                </c:pt>
                <c:pt idx="243">
                  <c:v>28</c:v>
                </c:pt>
                <c:pt idx="244">
                  <c:v>32</c:v>
                </c:pt>
                <c:pt idx="245">
                  <c:v>24</c:v>
                </c:pt>
                <c:pt idx="246">
                  <c:v>36</c:v>
                </c:pt>
                <c:pt idx="247">
                  <c:v>25</c:v>
                </c:pt>
                <c:pt idx="248">
                  <c:v>38</c:v>
                </c:pt>
                <c:pt idx="249">
                  <c:v>28</c:v>
                </c:pt>
                <c:pt idx="250">
                  <c:v>22</c:v>
                </c:pt>
                <c:pt idx="251">
                  <c:v>35</c:v>
                </c:pt>
                <c:pt idx="252">
                  <c:v>33</c:v>
                </c:pt>
                <c:pt idx="253">
                  <c:v>21</c:v>
                </c:pt>
                <c:pt idx="254">
                  <c:v>30</c:v>
                </c:pt>
                <c:pt idx="255">
                  <c:v>34</c:v>
                </c:pt>
                <c:pt idx="256">
                  <c:v>33</c:v>
                </c:pt>
                <c:pt idx="257">
                  <c:v>38</c:v>
                </c:pt>
                <c:pt idx="258">
                  <c:v>39</c:v>
                </c:pt>
                <c:pt idx="259">
                  <c:v>38</c:v>
                </c:pt>
                <c:pt idx="260">
                  <c:v>32</c:v>
                </c:pt>
                <c:pt idx="261">
                  <c:v>30</c:v>
                </c:pt>
                <c:pt idx="262">
                  <c:v>34</c:v>
                </c:pt>
                <c:pt idx="263">
                  <c:v>32</c:v>
                </c:pt>
                <c:pt idx="264">
                  <c:v>37</c:v>
                </c:pt>
                <c:pt idx="265">
                  <c:v>42</c:v>
                </c:pt>
                <c:pt idx="266">
                  <c:v>56</c:v>
                </c:pt>
                <c:pt idx="267">
                  <c:v>53</c:v>
                </c:pt>
                <c:pt idx="268">
                  <c:v>51</c:v>
                </c:pt>
                <c:pt idx="269">
                  <c:v>45</c:v>
                </c:pt>
                <c:pt idx="270">
                  <c:v>51</c:v>
                </c:pt>
                <c:pt idx="271">
                  <c:v>57</c:v>
                </c:pt>
                <c:pt idx="272">
                  <c:v>52</c:v>
                </c:pt>
                <c:pt idx="273">
                  <c:v>59</c:v>
                </c:pt>
                <c:pt idx="274">
                  <c:v>51</c:v>
                </c:pt>
                <c:pt idx="275">
                  <c:v>72</c:v>
                </c:pt>
                <c:pt idx="276">
                  <c:v>61</c:v>
                </c:pt>
                <c:pt idx="277">
                  <c:v>80</c:v>
                </c:pt>
                <c:pt idx="278">
                  <c:v>69</c:v>
                </c:pt>
                <c:pt idx="279">
                  <c:v>68</c:v>
                </c:pt>
                <c:pt idx="280">
                  <c:v>68</c:v>
                </c:pt>
                <c:pt idx="281">
                  <c:v>63</c:v>
                </c:pt>
                <c:pt idx="282">
                  <c:v>77</c:v>
                </c:pt>
                <c:pt idx="283">
                  <c:v>79</c:v>
                </c:pt>
                <c:pt idx="284">
                  <c:v>74</c:v>
                </c:pt>
                <c:pt idx="285">
                  <c:v>98</c:v>
                </c:pt>
                <c:pt idx="286">
                  <c:v>81</c:v>
                </c:pt>
                <c:pt idx="287">
                  <c:v>99</c:v>
                </c:pt>
                <c:pt idx="288">
                  <c:v>92</c:v>
                </c:pt>
                <c:pt idx="289">
                  <c:v>114</c:v>
                </c:pt>
                <c:pt idx="290">
                  <c:v>101</c:v>
                </c:pt>
                <c:pt idx="291">
                  <c:v>116</c:v>
                </c:pt>
                <c:pt idx="292">
                  <c:v>116</c:v>
                </c:pt>
                <c:pt idx="293">
                  <c:v>101</c:v>
                </c:pt>
                <c:pt idx="294">
                  <c:v>99</c:v>
                </c:pt>
                <c:pt idx="295">
                  <c:v>116</c:v>
                </c:pt>
                <c:pt idx="296">
                  <c:v>103</c:v>
                </c:pt>
                <c:pt idx="297">
                  <c:v>108</c:v>
                </c:pt>
                <c:pt idx="298">
                  <c:v>100</c:v>
                </c:pt>
                <c:pt idx="299">
                  <c:v>111</c:v>
                </c:pt>
                <c:pt idx="300">
                  <c:v>94</c:v>
                </c:pt>
                <c:pt idx="301">
                  <c:v>86</c:v>
                </c:pt>
                <c:pt idx="302">
                  <c:v>88</c:v>
                </c:pt>
                <c:pt idx="303">
                  <c:v>106</c:v>
                </c:pt>
                <c:pt idx="304">
                  <c:v>91</c:v>
                </c:pt>
                <c:pt idx="305">
                  <c:v>90</c:v>
                </c:pt>
                <c:pt idx="306">
                  <c:v>90</c:v>
                </c:pt>
                <c:pt idx="307">
                  <c:v>81</c:v>
                </c:pt>
                <c:pt idx="308">
                  <c:v>68</c:v>
                </c:pt>
                <c:pt idx="309">
                  <c:v>59</c:v>
                </c:pt>
                <c:pt idx="310">
                  <c:v>66</c:v>
                </c:pt>
                <c:pt idx="311">
                  <c:v>73</c:v>
                </c:pt>
                <c:pt idx="312">
                  <c:v>60</c:v>
                </c:pt>
                <c:pt idx="313">
                  <c:v>54</c:v>
                </c:pt>
                <c:pt idx="314">
                  <c:v>57</c:v>
                </c:pt>
                <c:pt idx="315">
                  <c:v>47</c:v>
                </c:pt>
                <c:pt idx="316">
                  <c:v>46</c:v>
                </c:pt>
                <c:pt idx="317">
                  <c:v>58</c:v>
                </c:pt>
                <c:pt idx="318">
                  <c:v>51</c:v>
                </c:pt>
                <c:pt idx="319">
                  <c:v>45</c:v>
                </c:pt>
                <c:pt idx="320">
                  <c:v>35</c:v>
                </c:pt>
                <c:pt idx="321">
                  <c:v>41</c:v>
                </c:pt>
                <c:pt idx="322">
                  <c:v>27</c:v>
                </c:pt>
                <c:pt idx="323">
                  <c:v>32</c:v>
                </c:pt>
                <c:pt idx="324">
                  <c:v>36</c:v>
                </c:pt>
                <c:pt idx="325">
                  <c:v>32</c:v>
                </c:pt>
                <c:pt idx="326">
                  <c:v>49</c:v>
                </c:pt>
                <c:pt idx="327">
                  <c:v>39</c:v>
                </c:pt>
                <c:pt idx="328">
                  <c:v>37</c:v>
                </c:pt>
                <c:pt idx="329">
                  <c:v>27</c:v>
                </c:pt>
                <c:pt idx="330">
                  <c:v>25</c:v>
                </c:pt>
                <c:pt idx="331">
                  <c:v>37</c:v>
                </c:pt>
                <c:pt idx="332">
                  <c:v>35</c:v>
                </c:pt>
                <c:pt idx="333">
                  <c:v>21</c:v>
                </c:pt>
                <c:pt idx="334">
                  <c:v>29</c:v>
                </c:pt>
                <c:pt idx="335">
                  <c:v>23</c:v>
                </c:pt>
                <c:pt idx="336">
                  <c:v>18</c:v>
                </c:pt>
                <c:pt idx="337">
                  <c:v>22</c:v>
                </c:pt>
                <c:pt idx="338">
                  <c:v>16</c:v>
                </c:pt>
                <c:pt idx="339">
                  <c:v>16</c:v>
                </c:pt>
                <c:pt idx="340">
                  <c:v>16</c:v>
                </c:pt>
                <c:pt idx="341">
                  <c:v>23</c:v>
                </c:pt>
                <c:pt idx="342">
                  <c:v>29</c:v>
                </c:pt>
                <c:pt idx="343">
                  <c:v>22</c:v>
                </c:pt>
                <c:pt idx="344">
                  <c:v>16</c:v>
                </c:pt>
                <c:pt idx="345">
                  <c:v>11</c:v>
                </c:pt>
                <c:pt idx="346">
                  <c:v>18</c:v>
                </c:pt>
                <c:pt idx="347">
                  <c:v>6</c:v>
                </c:pt>
                <c:pt idx="348">
                  <c:v>19</c:v>
                </c:pt>
                <c:pt idx="349">
                  <c:v>14</c:v>
                </c:pt>
                <c:pt idx="350">
                  <c:v>14</c:v>
                </c:pt>
                <c:pt idx="351">
                  <c:v>18</c:v>
                </c:pt>
                <c:pt idx="352">
                  <c:v>17</c:v>
                </c:pt>
                <c:pt idx="353">
                  <c:v>9</c:v>
                </c:pt>
                <c:pt idx="354">
                  <c:v>21</c:v>
                </c:pt>
                <c:pt idx="355">
                  <c:v>19</c:v>
                </c:pt>
                <c:pt idx="356">
                  <c:v>17</c:v>
                </c:pt>
                <c:pt idx="357">
                  <c:v>13</c:v>
                </c:pt>
                <c:pt idx="358">
                  <c:v>19</c:v>
                </c:pt>
                <c:pt idx="359">
                  <c:v>18</c:v>
                </c:pt>
                <c:pt idx="360">
                  <c:v>10</c:v>
                </c:pt>
                <c:pt idx="361">
                  <c:v>25</c:v>
                </c:pt>
                <c:pt idx="362">
                  <c:v>24</c:v>
                </c:pt>
                <c:pt idx="363">
                  <c:v>11</c:v>
                </c:pt>
                <c:pt idx="364">
                  <c:v>17</c:v>
                </c:pt>
                <c:pt idx="365">
                  <c:v>16</c:v>
                </c:pt>
                <c:pt idx="366">
                  <c:v>35</c:v>
                </c:pt>
                <c:pt idx="367">
                  <c:v>20</c:v>
                </c:pt>
                <c:pt idx="368">
                  <c:v>18</c:v>
                </c:pt>
                <c:pt idx="369">
                  <c:v>23</c:v>
                </c:pt>
                <c:pt idx="370">
                  <c:v>15</c:v>
                </c:pt>
                <c:pt idx="371">
                  <c:v>25</c:v>
                </c:pt>
                <c:pt idx="372">
                  <c:v>34</c:v>
                </c:pt>
                <c:pt idx="373">
                  <c:v>22</c:v>
                </c:pt>
                <c:pt idx="374">
                  <c:v>31</c:v>
                </c:pt>
                <c:pt idx="375">
                  <c:v>24</c:v>
                </c:pt>
                <c:pt idx="376">
                  <c:v>33</c:v>
                </c:pt>
                <c:pt idx="377">
                  <c:v>30</c:v>
                </c:pt>
                <c:pt idx="378">
                  <c:v>33</c:v>
                </c:pt>
                <c:pt idx="379">
                  <c:v>35</c:v>
                </c:pt>
                <c:pt idx="380">
                  <c:v>31</c:v>
                </c:pt>
                <c:pt idx="381">
                  <c:v>41</c:v>
                </c:pt>
                <c:pt idx="382">
                  <c:v>42</c:v>
                </c:pt>
                <c:pt idx="383">
                  <c:v>46</c:v>
                </c:pt>
                <c:pt idx="384">
                  <c:v>41</c:v>
                </c:pt>
                <c:pt idx="385">
                  <c:v>54</c:v>
                </c:pt>
                <c:pt idx="386">
                  <c:v>56</c:v>
                </c:pt>
                <c:pt idx="387">
                  <c:v>49</c:v>
                </c:pt>
                <c:pt idx="388">
                  <c:v>52</c:v>
                </c:pt>
                <c:pt idx="389">
                  <c:v>88</c:v>
                </c:pt>
                <c:pt idx="390">
                  <c:v>71</c:v>
                </c:pt>
                <c:pt idx="391">
                  <c:v>63</c:v>
                </c:pt>
                <c:pt idx="392">
                  <c:v>71</c:v>
                </c:pt>
                <c:pt idx="393">
                  <c:v>58</c:v>
                </c:pt>
                <c:pt idx="394">
                  <c:v>91</c:v>
                </c:pt>
                <c:pt idx="395">
                  <c:v>62</c:v>
                </c:pt>
                <c:pt idx="396">
                  <c:v>87</c:v>
                </c:pt>
                <c:pt idx="397">
                  <c:v>71</c:v>
                </c:pt>
                <c:pt idx="398">
                  <c:v>77</c:v>
                </c:pt>
                <c:pt idx="399">
                  <c:v>79</c:v>
                </c:pt>
                <c:pt idx="400">
                  <c:v>103</c:v>
                </c:pt>
                <c:pt idx="401">
                  <c:v>91</c:v>
                </c:pt>
                <c:pt idx="402">
                  <c:v>86</c:v>
                </c:pt>
                <c:pt idx="403">
                  <c:v>96</c:v>
                </c:pt>
                <c:pt idx="404">
                  <c:v>87</c:v>
                </c:pt>
                <c:pt idx="405">
                  <c:v>92</c:v>
                </c:pt>
                <c:pt idx="406">
                  <c:v>109</c:v>
                </c:pt>
                <c:pt idx="407">
                  <c:v>84</c:v>
                </c:pt>
                <c:pt idx="408">
                  <c:v>125</c:v>
                </c:pt>
                <c:pt idx="409">
                  <c:v>111</c:v>
                </c:pt>
                <c:pt idx="410">
                  <c:v>109</c:v>
                </c:pt>
                <c:pt idx="411">
                  <c:v>115</c:v>
                </c:pt>
                <c:pt idx="412">
                  <c:v>118</c:v>
                </c:pt>
                <c:pt idx="413">
                  <c:v>100</c:v>
                </c:pt>
                <c:pt idx="414">
                  <c:v>105</c:v>
                </c:pt>
                <c:pt idx="415">
                  <c:v>124</c:v>
                </c:pt>
                <c:pt idx="416">
                  <c:v>113</c:v>
                </c:pt>
                <c:pt idx="417">
                  <c:v>106</c:v>
                </c:pt>
                <c:pt idx="418">
                  <c:v>107</c:v>
                </c:pt>
                <c:pt idx="419">
                  <c:v>124</c:v>
                </c:pt>
                <c:pt idx="420">
                  <c:v>118</c:v>
                </c:pt>
                <c:pt idx="421">
                  <c:v>119</c:v>
                </c:pt>
                <c:pt idx="422">
                  <c:v>106</c:v>
                </c:pt>
                <c:pt idx="423">
                  <c:v>112</c:v>
                </c:pt>
                <c:pt idx="424">
                  <c:v>124</c:v>
                </c:pt>
                <c:pt idx="425">
                  <c:v>107</c:v>
                </c:pt>
                <c:pt idx="426">
                  <c:v>149</c:v>
                </c:pt>
                <c:pt idx="427">
                  <c:v>129</c:v>
                </c:pt>
                <c:pt idx="428">
                  <c:v>135</c:v>
                </c:pt>
                <c:pt idx="429">
                  <c:v>133</c:v>
                </c:pt>
                <c:pt idx="430">
                  <c:v>139</c:v>
                </c:pt>
                <c:pt idx="431">
                  <c:v>162</c:v>
                </c:pt>
                <c:pt idx="432">
                  <c:v>150</c:v>
                </c:pt>
                <c:pt idx="433">
                  <c:v>118</c:v>
                </c:pt>
                <c:pt idx="434">
                  <c:v>154</c:v>
                </c:pt>
                <c:pt idx="435">
                  <c:v>152</c:v>
                </c:pt>
                <c:pt idx="436">
                  <c:v>144</c:v>
                </c:pt>
                <c:pt idx="437">
                  <c:v>149</c:v>
                </c:pt>
                <c:pt idx="438">
                  <c:v>172</c:v>
                </c:pt>
                <c:pt idx="439">
                  <c:v>165</c:v>
                </c:pt>
                <c:pt idx="440">
                  <c:v>186</c:v>
                </c:pt>
                <c:pt idx="441">
                  <c:v>185</c:v>
                </c:pt>
                <c:pt idx="442">
                  <c:v>175</c:v>
                </c:pt>
                <c:pt idx="443">
                  <c:v>193</c:v>
                </c:pt>
                <c:pt idx="444">
                  <c:v>195</c:v>
                </c:pt>
                <c:pt idx="445">
                  <c:v>154</c:v>
                </c:pt>
                <c:pt idx="446">
                  <c:v>176</c:v>
                </c:pt>
                <c:pt idx="447">
                  <c:v>149</c:v>
                </c:pt>
                <c:pt idx="448">
                  <c:v>155</c:v>
                </c:pt>
                <c:pt idx="449">
                  <c:v>150</c:v>
                </c:pt>
                <c:pt idx="450">
                  <c:v>182</c:v>
                </c:pt>
                <c:pt idx="451">
                  <c:v>174</c:v>
                </c:pt>
                <c:pt idx="452">
                  <c:v>157</c:v>
                </c:pt>
                <c:pt idx="453">
                  <c:v>171</c:v>
                </c:pt>
                <c:pt idx="454">
                  <c:v>149</c:v>
                </c:pt>
                <c:pt idx="455">
                  <c:v>147</c:v>
                </c:pt>
                <c:pt idx="456">
                  <c:v>146</c:v>
                </c:pt>
                <c:pt idx="457">
                  <c:v>161</c:v>
                </c:pt>
                <c:pt idx="458">
                  <c:v>140</c:v>
                </c:pt>
                <c:pt idx="459">
                  <c:v>142</c:v>
                </c:pt>
                <c:pt idx="460">
                  <c:v>136</c:v>
                </c:pt>
                <c:pt idx="461">
                  <c:v>148</c:v>
                </c:pt>
                <c:pt idx="462">
                  <c:v>150</c:v>
                </c:pt>
                <c:pt idx="463">
                  <c:v>145</c:v>
                </c:pt>
                <c:pt idx="464">
                  <c:v>116</c:v>
                </c:pt>
                <c:pt idx="465">
                  <c:v>122</c:v>
                </c:pt>
                <c:pt idx="466">
                  <c:v>121</c:v>
                </c:pt>
                <c:pt idx="467">
                  <c:v>120</c:v>
                </c:pt>
                <c:pt idx="468">
                  <c:v>97</c:v>
                </c:pt>
                <c:pt idx="469">
                  <c:v>119</c:v>
                </c:pt>
                <c:pt idx="470">
                  <c:v>131</c:v>
                </c:pt>
                <c:pt idx="471">
                  <c:v>98</c:v>
                </c:pt>
                <c:pt idx="472">
                  <c:v>82</c:v>
                </c:pt>
                <c:pt idx="473">
                  <c:v>114</c:v>
                </c:pt>
                <c:pt idx="474">
                  <c:v>99</c:v>
                </c:pt>
                <c:pt idx="475">
                  <c:v>93</c:v>
                </c:pt>
                <c:pt idx="476">
                  <c:v>88</c:v>
                </c:pt>
                <c:pt idx="477">
                  <c:v>70</c:v>
                </c:pt>
                <c:pt idx="478">
                  <c:v>64</c:v>
                </c:pt>
                <c:pt idx="479">
                  <c:v>71</c:v>
                </c:pt>
                <c:pt idx="480">
                  <c:v>72</c:v>
                </c:pt>
                <c:pt idx="481">
                  <c:v>55</c:v>
                </c:pt>
                <c:pt idx="482">
                  <c:v>63</c:v>
                </c:pt>
                <c:pt idx="483">
                  <c:v>58</c:v>
                </c:pt>
                <c:pt idx="484">
                  <c:v>49</c:v>
                </c:pt>
                <c:pt idx="485">
                  <c:v>53</c:v>
                </c:pt>
                <c:pt idx="486">
                  <c:v>46</c:v>
                </c:pt>
                <c:pt idx="487">
                  <c:v>48</c:v>
                </c:pt>
                <c:pt idx="488">
                  <c:v>47</c:v>
                </c:pt>
                <c:pt idx="489">
                  <c:v>38</c:v>
                </c:pt>
                <c:pt idx="490">
                  <c:v>44</c:v>
                </c:pt>
                <c:pt idx="491">
                  <c:v>45</c:v>
                </c:pt>
                <c:pt idx="492">
                  <c:v>36</c:v>
                </c:pt>
                <c:pt idx="493">
                  <c:v>32</c:v>
                </c:pt>
                <c:pt idx="494">
                  <c:v>24</c:v>
                </c:pt>
                <c:pt idx="495">
                  <c:v>25</c:v>
                </c:pt>
                <c:pt idx="496">
                  <c:v>37</c:v>
                </c:pt>
                <c:pt idx="497">
                  <c:v>30</c:v>
                </c:pt>
                <c:pt idx="498">
                  <c:v>22</c:v>
                </c:pt>
                <c:pt idx="499">
                  <c:v>24</c:v>
                </c:pt>
                <c:pt idx="500">
                  <c:v>20</c:v>
                </c:pt>
                <c:pt idx="501">
                  <c:v>19</c:v>
                </c:pt>
                <c:pt idx="502">
                  <c:v>23</c:v>
                </c:pt>
                <c:pt idx="503">
                  <c:v>16</c:v>
                </c:pt>
                <c:pt idx="504">
                  <c:v>14</c:v>
                </c:pt>
                <c:pt idx="505">
                  <c:v>18</c:v>
                </c:pt>
                <c:pt idx="506">
                  <c:v>22</c:v>
                </c:pt>
                <c:pt idx="507">
                  <c:v>12</c:v>
                </c:pt>
                <c:pt idx="508">
                  <c:v>14</c:v>
                </c:pt>
                <c:pt idx="509">
                  <c:v>10</c:v>
                </c:pt>
                <c:pt idx="510">
                  <c:v>13</c:v>
                </c:pt>
                <c:pt idx="511">
                  <c:v>10</c:v>
                </c:pt>
                <c:pt idx="512">
                  <c:v>18</c:v>
                </c:pt>
                <c:pt idx="513">
                  <c:v>13</c:v>
                </c:pt>
                <c:pt idx="514">
                  <c:v>7</c:v>
                </c:pt>
                <c:pt idx="515">
                  <c:v>7</c:v>
                </c:pt>
                <c:pt idx="516">
                  <c:v>9</c:v>
                </c:pt>
                <c:pt idx="517">
                  <c:v>9</c:v>
                </c:pt>
                <c:pt idx="518">
                  <c:v>7</c:v>
                </c:pt>
                <c:pt idx="519">
                  <c:v>9</c:v>
                </c:pt>
                <c:pt idx="520">
                  <c:v>9</c:v>
                </c:pt>
                <c:pt idx="521">
                  <c:v>7</c:v>
                </c:pt>
                <c:pt idx="522">
                  <c:v>9</c:v>
                </c:pt>
                <c:pt idx="523">
                  <c:v>5</c:v>
                </c:pt>
                <c:pt idx="524">
                  <c:v>3</c:v>
                </c:pt>
                <c:pt idx="525">
                  <c:v>1</c:v>
                </c:pt>
                <c:pt idx="526">
                  <c:v>6</c:v>
                </c:pt>
                <c:pt idx="527">
                  <c:v>4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0-2CB4-46FE-9C40-0B921BC1E88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613341007"/>
        <c:axId val="613349327"/>
      </c:scatterChart>
      <c:valAx>
        <c:axId val="613341007"/>
        <c:scaling>
          <c:orientation val="minMax"/>
          <c:max val="44455"/>
          <c:min val="43910"/>
        </c:scaling>
        <c:delete val="0"/>
        <c:axPos val="b"/>
        <c:majorGridlines>
          <c:spPr>
            <a:ln w="9525" cap="flat" cmpd="sng" algn="ctr">
              <a:solidFill>
                <a:schemeClr val="dk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m/d/yyyy" sourceLinked="1"/>
        <c:majorTickMark val="none"/>
        <c:minorTickMark val="none"/>
        <c:tickLblPos val="nextTo"/>
        <c:spPr>
          <a:noFill/>
          <a:ln w="9525" cap="rnd">
            <a:solidFill>
              <a:schemeClr val="dk1">
                <a:lumMod val="25000"/>
                <a:lumOff val="75000"/>
              </a:schemeClr>
            </a:solidFill>
            <a:round/>
          </a:ln>
          <a:effectLst/>
        </c:spPr>
        <c:txPr>
          <a:bodyPr rot="-5400000" spcFirstLastPara="1" vertOverflow="ellipsis" wrap="square" anchor="ctr" anchorCtr="1"/>
          <a:lstStyle/>
          <a:p>
            <a:pPr>
              <a:defRPr sz="1197" b="0" i="0" u="none" strike="noStrike" kern="1200" spc="0" baseline="0">
                <a:solidFill>
                  <a:schemeClr val="dk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s-CO"/>
          </a:p>
        </c:txPr>
        <c:crossAx val="613349327"/>
        <c:crosses val="autoZero"/>
        <c:crossBetween val="midCat"/>
        <c:majorUnit val="15"/>
      </c:valAx>
      <c:valAx>
        <c:axId val="613349327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dk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rnd">
            <a:solidFill>
              <a:schemeClr val="dk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spc="0" baseline="0">
                <a:solidFill>
                  <a:schemeClr val="dk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s-CO"/>
          </a:p>
        </c:txPr>
        <c:crossAx val="613341007"/>
        <c:crosses val="autoZero"/>
        <c:crossBetween val="midCat"/>
        <c:majorUnit val="10"/>
      </c:valAx>
      <c:spPr>
        <a:gradFill>
          <a:gsLst>
            <a:gs pos="100000">
              <a:schemeClr val="lt1">
                <a:lumMod val="95000"/>
              </a:schemeClr>
            </a:gs>
            <a:gs pos="0">
              <a:schemeClr val="lt1">
                <a:alpha val="0"/>
              </a:schemeClr>
            </a:gs>
          </a:gsLst>
          <a:lin ang="5400000" scaled="0"/>
        </a:gradFill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solidFill>
      <a:schemeClr val="lt1"/>
    </a:solidFill>
    <a:ln>
      <a:noFill/>
    </a:ln>
    <a:effectLst/>
  </c:spPr>
  <c:txPr>
    <a:bodyPr/>
    <a:lstStyle/>
    <a:p>
      <a:pPr>
        <a:defRPr/>
      </a:pPr>
      <a:endParaRPr lang="es-CO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32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32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46">
  <cs:axisTitle>
    <cs:lnRef idx="0"/>
    <cs:fillRef idx="0"/>
    <cs:effectRef idx="0"/>
    <cs:fontRef idx="minor">
      <a:schemeClr val="dk1">
        <a:lumMod val="65000"/>
        <a:lumOff val="35000"/>
      </a:schemeClr>
    </cs:fontRef>
    <cs:defRPr sz="1197" kern="1200"/>
  </cs:axisTitle>
  <cs:categoryAxis>
    <cs:lnRef idx="0"/>
    <cs:fillRef idx="0"/>
    <cs:effectRef idx="0"/>
    <cs:fontRef idx="minor">
      <a:schemeClr val="dk1">
        <a:lumMod val="65000"/>
        <a:lumOff val="35000"/>
      </a:schemeClr>
    </cs:fontRef>
    <cs:spPr>
      <a:ln w="9525" cap="rnd">
        <a:solidFill>
          <a:schemeClr val="dk1">
            <a:lumMod val="20000"/>
            <a:lumOff val="80000"/>
          </a:schemeClr>
        </a:solidFill>
        <a:round/>
      </a:ln>
    </cs:spPr>
    <cs:defRPr sz="1197" kern="1200"/>
  </cs:categoryAxis>
  <cs:chartArea mods="allowNoLineOverride">
    <cs:lnRef idx="0"/>
    <cs:fillRef idx="0"/>
    <cs:effectRef idx="0"/>
    <cs:fontRef idx="minor">
      <a:schemeClr val="dk1"/>
    </cs:fontRef>
    <cs:spPr>
      <a:solidFill>
        <a:schemeClr val="lt1"/>
      </a:solidFill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dk1">
        <a:lumMod val="65000"/>
        <a:lumOff val="3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>
      <cs:styleClr val="auto"/>
    </cs:lnRef>
    <cs:fillRef idx="2">
      <cs:styleClr val="auto"/>
    </cs:fillRef>
    <cs:effectRef idx="1"/>
    <cs:fontRef idx="minor">
      <a:schemeClr val="dk1"/>
    </cs:fontRef>
    <cs:spPr>
      <a:ln w="9525" cap="flat" cmpd="sng" algn="ctr">
        <a:solidFill>
          <a:schemeClr val="phClr">
            <a:shade val="95000"/>
          </a:schemeClr>
        </a:solidFill>
        <a:round/>
      </a:ln>
    </cs:spPr>
  </cs:dataPoint>
  <cs:dataPoint3D>
    <cs:lnRef idx="0">
      <cs:styleClr val="auto"/>
    </cs:lnRef>
    <cs:fillRef idx="2">
      <cs:styleClr val="auto"/>
    </cs:fillRef>
    <cs:effectRef idx="1"/>
    <cs:fontRef idx="minor">
      <a:schemeClr val="dk1"/>
    </cs:fontRef>
    <cs:spPr>
      <a:ln w="9525" cap="flat" cmpd="sng" algn="ctr">
        <a:solidFill>
          <a:schemeClr val="phClr">
            <a:shade val="95000"/>
          </a:schemeClr>
        </a:solidFill>
        <a:round/>
      </a:ln>
    </cs:spPr>
  </cs:dataPoint3D>
  <cs:dataPointLine>
    <cs:lnRef idx="0">
      <cs:styleClr val="auto"/>
    </cs:lnRef>
    <cs:fillRef idx="2"/>
    <cs:effectRef idx="1"/>
    <cs:fontRef idx="minor">
      <a:schemeClr val="dk1"/>
    </cs:fontRef>
    <cs:spPr>
      <a:ln w="9525" cap="flat" cmpd="sng" algn="ctr">
        <a:solidFill>
          <a:schemeClr val="phClr">
            <a:alpha val="70000"/>
          </a:schemeClr>
        </a:solidFill>
        <a:prstDash val="sysDot"/>
        <a:round/>
      </a:ln>
    </cs:spPr>
  </cs:dataPointLine>
  <cs:dataPointMarker>
    <cs:lnRef idx="0">
      <cs:styleClr val="auto"/>
    </cs:lnRef>
    <cs:fillRef idx="2">
      <cs:styleClr val="auto"/>
    </cs:fillRef>
    <cs:effectRef idx="1"/>
    <cs:fontRef idx="minor">
      <a:schemeClr val="dk1"/>
    </cs:fontRef>
    <cs:spPr>
      <a:ln w="9525" cap="flat" cmpd="sng" algn="ctr">
        <a:solidFill>
          <a:schemeClr val="phClr">
            <a:shade val="95000"/>
          </a:schemeClr>
        </a:solidFill>
        <a:round/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dk1">
        <a:lumMod val="65000"/>
        <a:lumOff val="35000"/>
      </a:schemeClr>
    </cs:fontRef>
    <cs:spPr>
      <a:ln w="9525" cap="rnd">
        <a:solidFill>
          <a:schemeClr val="dk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 cap="rnd">
        <a:solidFill>
          <a:schemeClr val="dk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dk1"/>
    </cs:fontRef>
    <cs:spPr>
      <a:ln w="9525" cap="rnd">
        <a:solidFill>
          <a:schemeClr val="dk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dk1"/>
    </cs:fontRef>
    <cs:spPr>
      <a:ln w="9525" cap="rnd">
        <a:solidFill>
          <a:schemeClr val="dk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dk1"/>
    </cs:fontRef>
    <cs:spPr>
      <a:ln w="9525" cap="rnd">
        <a:solidFill>
          <a:schemeClr val="dk1">
            <a:lumMod val="35000"/>
            <a:lumOff val="65000"/>
          </a:schemeClr>
        </a:solidFill>
        <a:round/>
      </a:ln>
    </cs:spPr>
  </cs:hiLoLine>
  <cs:leaderLine>
    <cs:lnRef idx="0"/>
    <cs:fillRef idx="0"/>
    <cs:effectRef idx="0"/>
    <cs:fontRef idx="minor">
      <a:schemeClr val="dk1"/>
    </cs:fontRef>
    <cs:spPr>
      <a:ln w="9525" cap="rnd">
        <a:solidFill>
          <a:schemeClr val="dk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dk1">
        <a:lumMod val="65000"/>
        <a:lumOff val="35000"/>
      </a:schemeClr>
    </cs:fontRef>
    <cs:defRPr sz="1197" kern="1200" spc="0" baseline="0"/>
  </cs:legend>
  <cs:plotArea>
    <cs:lnRef idx="0"/>
    <cs:fillRef idx="0"/>
    <cs:effectRef idx="0"/>
    <cs:fontRef idx="minor">
      <a:schemeClr val="dk1"/>
    </cs:fontRef>
    <cs:spPr>
      <a:gradFill>
        <a:gsLst>
          <a:gs pos="100000">
            <a:schemeClr val="lt1">
              <a:lumMod val="95000"/>
            </a:schemeClr>
          </a:gs>
          <a:gs pos="0">
            <a:schemeClr val="lt1">
              <a:alpha val="0"/>
            </a:schemeClr>
          </a:gs>
        </a:gsLst>
        <a:lin ang="5400000" scaled="0"/>
      </a:gradFill>
    </cs:spPr>
  </cs:plotArea>
  <cs:plotArea3D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dk1">
        <a:lumMod val="65000"/>
        <a:lumOff val="35000"/>
      </a:schemeClr>
    </cs:fontRef>
    <cs:spPr>
      <a:ln w="9525" cap="rnd">
        <a:solidFill>
          <a:schemeClr val="dk1">
            <a:lumMod val="20000"/>
            <a:lumOff val="80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dk1"/>
    </cs:fontRef>
    <cs:spPr>
      <a:ln w="9525" cap="rnd">
        <a:solidFill>
          <a:schemeClr val="dk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dk1">
        <a:lumMod val="50000"/>
        <a:lumOff val="50000"/>
      </a:schemeClr>
    </cs:fontRef>
    <cs:defRPr sz="1862" kern="1200" cap="none" spc="2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dk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</cs:spPr>
  </cs:upBar>
  <cs:valueAxis>
    <cs:lnRef idx="0"/>
    <cs:fillRef idx="0"/>
    <cs:effectRef idx="0"/>
    <cs:fontRef idx="minor">
      <a:schemeClr val="dk1">
        <a:lumMod val="65000"/>
        <a:lumOff val="35000"/>
      </a:schemeClr>
    </cs:fontRef>
    <cs:spPr>
      <a:ln w="9525" cap="rnd">
        <a:solidFill>
          <a:schemeClr val="dk1">
            <a:lumMod val="25000"/>
            <a:lumOff val="75000"/>
          </a:schemeClr>
        </a:solidFill>
        <a:round/>
      </a:ln>
    </cs:spPr>
    <cs:defRPr sz="1197" kern="1200" spc="0" baseline="0"/>
  </cs:valueAxis>
  <cs:wall>
    <cs:lnRef idx="0"/>
    <cs:fillRef idx="0"/>
    <cs:effectRef idx="0"/>
    <cs:fontRef idx="minor">
      <a:schemeClr val="dk1"/>
    </cs:fontRef>
  </cs:wall>
</cs:chartStyle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elespectador.com/salud/variantes-alfa-gamma-delta-y-las-otras-59-que-circulan-en-colombia/" TargetMode="External"/><Relationship Id="rId7" Type="http://schemas.openxmlformats.org/officeDocument/2006/relationships/hyperlink" Target="https://doi.org/10.1080/01621459.1993.10476423" TargetMode="External"/><Relationship Id="rId2" Type="http://schemas.openxmlformats.org/officeDocument/2006/relationships/hyperlink" Target="https://www.ins.gov.co/Noticias/Paginas/coronavirus-genoma.aspx" TargetMode="External"/><Relationship Id="rId1" Type="http://schemas.openxmlformats.org/officeDocument/2006/relationships/hyperlink" Target="https://www.covid19treatmentguidelines.nih.gov/management/critical-care/pharmacologic-interventions/" TargetMode="External"/><Relationship Id="rId6" Type="http://schemas.openxmlformats.org/officeDocument/2006/relationships/hyperlink" Target="https://doi.org/10.1186/1471-2458-13-940" TargetMode="External"/><Relationship Id="rId5" Type="http://schemas.openxmlformats.org/officeDocument/2006/relationships/hyperlink" Target="https://doi.org/10.1126/science.abc0035" TargetMode="External"/><Relationship Id="rId4" Type="http://schemas.openxmlformats.org/officeDocument/2006/relationships/hyperlink" Target="https://doi.org/10.31219/osf.io/ebjx9" TargetMode="External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elespectador.com/salud/variantes-alfa-gamma-delta-y-las-otras-59-que-circulan-en-colombia/" TargetMode="External"/><Relationship Id="rId7" Type="http://schemas.openxmlformats.org/officeDocument/2006/relationships/hyperlink" Target="https://doi.org/10.1080/01621459.1993.10476423" TargetMode="External"/><Relationship Id="rId2" Type="http://schemas.openxmlformats.org/officeDocument/2006/relationships/hyperlink" Target="https://www.ins.gov.co/Noticias/Paginas/coronavirus-genoma.aspx" TargetMode="External"/><Relationship Id="rId1" Type="http://schemas.openxmlformats.org/officeDocument/2006/relationships/hyperlink" Target="https://www.covid19treatmentguidelines.nih.gov/management/critical-care/pharmacologic-interventions/" TargetMode="External"/><Relationship Id="rId6" Type="http://schemas.openxmlformats.org/officeDocument/2006/relationships/hyperlink" Target="https://doi.org/10.1186/1471-2458-13-940" TargetMode="External"/><Relationship Id="rId5" Type="http://schemas.openxmlformats.org/officeDocument/2006/relationships/hyperlink" Target="https://doi.org/10.1126/science.abc0035" TargetMode="External"/><Relationship Id="rId4" Type="http://schemas.openxmlformats.org/officeDocument/2006/relationships/hyperlink" Target="https://doi.org/10.31219/osf.io/ebjx9" TargetMode="Externa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709D065C-F4D3-432C-864A-1FA4C6C6B6BC}" type="doc">
      <dgm:prSet loTypeId="urn:microsoft.com/office/officeart/2008/layout/LinedList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9961B1AF-60A8-4008-9B98-84CB82B05A03}">
      <dgm:prSet/>
      <dgm:spPr/>
      <dgm:t>
        <a:bodyPr/>
        <a:lstStyle/>
        <a:p>
          <a:r>
            <a:rPr lang="en-US"/>
            <a:t>[1] National Institutes of Health. </a:t>
          </a:r>
          <a:r>
            <a:rPr lang="en-US" i="1"/>
            <a:t>Covid – 19 Treatment Guidelines.</a:t>
          </a:r>
          <a:r>
            <a:rPr lang="en-US"/>
            <a:t> </a:t>
          </a:r>
          <a:r>
            <a:rPr lang="en-US" i="1"/>
            <a:t>Pharmacologic Interventions</a:t>
          </a:r>
          <a:r>
            <a:rPr lang="en-US"/>
            <a:t>. </a:t>
          </a:r>
          <a:r>
            <a:rPr lang="es-CO"/>
            <a:t>(8 de julio de 2021). Recuperado el 8 de septiembre de 2021 de </a:t>
          </a:r>
          <a:r>
            <a:rPr lang="es-CO" u="sng">
              <a:hlinkClick xmlns:r="http://schemas.openxmlformats.org/officeDocument/2006/relationships" r:id="rId1"/>
            </a:rPr>
            <a:t>https://www.covid19treatmentguidelines.nih.gov/management/critical-care/pharmacologic-interventions/</a:t>
          </a:r>
          <a:r>
            <a:rPr lang="es-CO"/>
            <a:t>.</a:t>
          </a:r>
          <a:endParaRPr lang="en-US"/>
        </a:p>
      </dgm:t>
    </dgm:pt>
    <dgm:pt modelId="{B5291163-4970-441A-8E03-BB945BD01C97}" type="parTrans" cxnId="{271BCAA2-A2B7-4529-8D13-25D28B9D12CA}">
      <dgm:prSet/>
      <dgm:spPr/>
      <dgm:t>
        <a:bodyPr/>
        <a:lstStyle/>
        <a:p>
          <a:endParaRPr lang="en-US"/>
        </a:p>
      </dgm:t>
    </dgm:pt>
    <dgm:pt modelId="{47D1F225-1486-4AF1-8099-7665FD865B5A}" type="sibTrans" cxnId="{271BCAA2-A2B7-4529-8D13-25D28B9D12CA}">
      <dgm:prSet/>
      <dgm:spPr/>
      <dgm:t>
        <a:bodyPr/>
        <a:lstStyle/>
        <a:p>
          <a:endParaRPr lang="en-US"/>
        </a:p>
      </dgm:t>
    </dgm:pt>
    <dgm:pt modelId="{0A3E93DB-351E-4B61-B546-B89CEEBCC032}">
      <dgm:prSet/>
      <dgm:spPr/>
      <dgm:t>
        <a:bodyPr/>
        <a:lstStyle/>
        <a:p>
          <a:r>
            <a:rPr lang="es-CO"/>
            <a:t>[2] Instituto Nacional de Salud. </a:t>
          </a:r>
          <a:r>
            <a:rPr lang="es-CO" i="1"/>
            <a:t>Covid – 19 en Colombia. Genoma</a:t>
          </a:r>
          <a:r>
            <a:rPr lang="es-CO"/>
            <a:t>. (21 de agosto de 2021). Recuperado el 8 de septiembre de 2021 de </a:t>
          </a:r>
          <a:r>
            <a:rPr lang="es-CO" u="sng">
              <a:hlinkClick xmlns:r="http://schemas.openxmlformats.org/officeDocument/2006/relationships" r:id="rId2"/>
            </a:rPr>
            <a:t>https://www.ins.gov.co/Noticias/Paginas/coronavirus-genoma.aspx</a:t>
          </a:r>
          <a:r>
            <a:rPr lang="es-CO"/>
            <a:t>.</a:t>
          </a:r>
          <a:endParaRPr lang="en-US"/>
        </a:p>
      </dgm:t>
    </dgm:pt>
    <dgm:pt modelId="{BA592B36-1C5B-4AAC-920E-8217B21B09C8}" type="parTrans" cxnId="{D5ED7596-FE94-4B6C-A37A-7E4FD94C9B75}">
      <dgm:prSet/>
      <dgm:spPr/>
      <dgm:t>
        <a:bodyPr/>
        <a:lstStyle/>
        <a:p>
          <a:endParaRPr lang="en-US"/>
        </a:p>
      </dgm:t>
    </dgm:pt>
    <dgm:pt modelId="{72EA486D-D046-4FED-A03A-039B3EED4314}" type="sibTrans" cxnId="{D5ED7596-FE94-4B6C-A37A-7E4FD94C9B75}">
      <dgm:prSet/>
      <dgm:spPr/>
      <dgm:t>
        <a:bodyPr/>
        <a:lstStyle/>
        <a:p>
          <a:endParaRPr lang="en-US"/>
        </a:p>
      </dgm:t>
    </dgm:pt>
    <dgm:pt modelId="{5410FF50-0728-40E4-99F4-7D9E3ACB507B}">
      <dgm:prSet/>
      <dgm:spPr/>
      <dgm:t>
        <a:bodyPr/>
        <a:lstStyle/>
        <a:p>
          <a:r>
            <a:rPr lang="es-CO"/>
            <a:t>[3] El Espectador. </a:t>
          </a:r>
          <a:r>
            <a:rPr lang="es-CO" i="1"/>
            <a:t>Variantes Alfa, Gamma, Delta y las otras 59 que circulan en Colombia</a:t>
          </a:r>
          <a:r>
            <a:rPr lang="es-CO"/>
            <a:t>. (25 de agosto de 2021) Recuperado el 8 de septiembre de 2021 de </a:t>
          </a:r>
          <a:r>
            <a:rPr lang="es-CO" u="sng">
              <a:hlinkClick xmlns:r="http://schemas.openxmlformats.org/officeDocument/2006/relationships" r:id="rId3"/>
            </a:rPr>
            <a:t>https://www.elespectador.com/salud/variantes-alfa-gamma-delta-y-las-otras-59-que-circulan-en-colombia/</a:t>
          </a:r>
          <a:r>
            <a:rPr lang="es-CO"/>
            <a:t>.</a:t>
          </a:r>
          <a:endParaRPr lang="en-US"/>
        </a:p>
      </dgm:t>
    </dgm:pt>
    <dgm:pt modelId="{795868E3-AED8-46E8-B4F5-7F61EDEF95AE}" type="parTrans" cxnId="{3D369945-7F04-410A-81E0-315704C22432}">
      <dgm:prSet/>
      <dgm:spPr/>
      <dgm:t>
        <a:bodyPr/>
        <a:lstStyle/>
        <a:p>
          <a:endParaRPr lang="en-US"/>
        </a:p>
      </dgm:t>
    </dgm:pt>
    <dgm:pt modelId="{B54318EE-A50C-4D52-AB43-6773B21AF3DB}" type="sibTrans" cxnId="{3D369945-7F04-410A-81E0-315704C22432}">
      <dgm:prSet/>
      <dgm:spPr/>
      <dgm:t>
        <a:bodyPr/>
        <a:lstStyle/>
        <a:p>
          <a:endParaRPr lang="en-US"/>
        </a:p>
      </dgm:t>
    </dgm:pt>
    <dgm:pt modelId="{BCFF958D-C8B6-44D8-A364-065DB07D9447}">
      <dgm:prSet/>
      <dgm:spPr/>
      <dgm:t>
        <a:bodyPr/>
        <a:lstStyle/>
        <a:p>
          <a:r>
            <a:rPr lang="es-CO"/>
            <a:t>[4] G. España, Z. Cucunubá, H. Díaz, et al. </a:t>
          </a:r>
          <a:r>
            <a:rPr lang="en-US" i="1"/>
            <a:t>The impact of school reopening on COVID-19 dynamics in Bogotá, Colombia</a:t>
          </a:r>
          <a:r>
            <a:rPr lang="en-US"/>
            <a:t>. Preprint (2021). DOI: </a:t>
          </a:r>
          <a:r>
            <a:rPr lang="en-US" u="sng">
              <a:hlinkClick xmlns:r="http://schemas.openxmlformats.org/officeDocument/2006/relationships" r:id="rId4"/>
            </a:rPr>
            <a:t>https://doi.org/10.31219/osf.io/ebjx9</a:t>
          </a:r>
          <a:r>
            <a:rPr lang="en-US"/>
            <a:t>.</a:t>
          </a:r>
        </a:p>
      </dgm:t>
    </dgm:pt>
    <dgm:pt modelId="{5FAFE94E-16EE-49F0-A439-92886CF71D5A}" type="parTrans" cxnId="{BCE2B2DB-1418-4D97-B9E6-180F3568B075}">
      <dgm:prSet/>
      <dgm:spPr/>
      <dgm:t>
        <a:bodyPr/>
        <a:lstStyle/>
        <a:p>
          <a:endParaRPr lang="en-US"/>
        </a:p>
      </dgm:t>
    </dgm:pt>
    <dgm:pt modelId="{5F53128A-81EF-487F-AE93-D1F5EF57E43E}" type="sibTrans" cxnId="{BCE2B2DB-1418-4D97-B9E6-180F3568B075}">
      <dgm:prSet/>
      <dgm:spPr/>
      <dgm:t>
        <a:bodyPr/>
        <a:lstStyle/>
        <a:p>
          <a:endParaRPr lang="en-US"/>
        </a:p>
      </dgm:t>
    </dgm:pt>
    <dgm:pt modelId="{005F2497-D668-43DF-837F-BBA78AC72AE3}">
      <dgm:prSet/>
      <dgm:spPr/>
      <dgm:t>
        <a:bodyPr/>
        <a:lstStyle/>
        <a:p>
          <a:r>
            <a:rPr lang="en-US"/>
            <a:t>[5] G. T. Walker, C. Whittaker, O. J. Watson, et al. </a:t>
          </a:r>
          <a:r>
            <a:rPr lang="en-US" i="1"/>
            <a:t>The impact of  covid-19 and strategies formitigation and suppression in low- and middle-income countries</a:t>
          </a:r>
          <a:r>
            <a:rPr lang="en-US"/>
            <a:t>. Science, 369 413 (2020). DOI: </a:t>
          </a:r>
          <a:r>
            <a:rPr lang="en-US" u="sng">
              <a:hlinkClick xmlns:r="http://schemas.openxmlformats.org/officeDocument/2006/relationships" r:id="rId5"/>
            </a:rPr>
            <a:t>https://doi.org/10.1126/science.abc0035</a:t>
          </a:r>
          <a:r>
            <a:rPr lang="en-US"/>
            <a:t>.</a:t>
          </a:r>
        </a:p>
      </dgm:t>
    </dgm:pt>
    <dgm:pt modelId="{628F2EC6-A099-4EC9-A325-F80C657A8030}" type="parTrans" cxnId="{98837E12-57FD-48BE-8629-8A3CC993E52E}">
      <dgm:prSet/>
      <dgm:spPr/>
      <dgm:t>
        <a:bodyPr/>
        <a:lstStyle/>
        <a:p>
          <a:endParaRPr lang="en-US"/>
        </a:p>
      </dgm:t>
    </dgm:pt>
    <dgm:pt modelId="{B5CBC2B8-C1F5-44A4-8DBC-A862E2018964}" type="sibTrans" cxnId="{98837E12-57FD-48BE-8629-8A3CC993E52E}">
      <dgm:prSet/>
      <dgm:spPr/>
      <dgm:t>
        <a:bodyPr/>
        <a:lstStyle/>
        <a:p>
          <a:endParaRPr lang="en-US"/>
        </a:p>
      </dgm:t>
    </dgm:pt>
    <dgm:pt modelId="{E90EBE79-6FE6-4FC3-885C-89391B4C16B0}">
      <dgm:prSet/>
      <dgm:spPr/>
      <dgm:t>
        <a:bodyPr/>
        <a:lstStyle/>
        <a:p>
          <a:r>
            <a:rPr lang="en-US"/>
            <a:t>[6] J. J. Grefenstette, S. T. Brown, R. Rosenfeld, et al. </a:t>
          </a:r>
          <a:r>
            <a:rPr lang="en-US" i="1"/>
            <a:t>FRED (A Framework for Reconstructing Epidemic Dynamics): an open-source software system for modeling infectious diseases and control strategies using census-based populations</a:t>
          </a:r>
          <a:r>
            <a:rPr lang="en-US"/>
            <a:t>. BMC Public Health 13, 940 (2013). DOI: </a:t>
          </a:r>
          <a:r>
            <a:rPr lang="en-US" u="sng">
              <a:hlinkClick xmlns:r="http://schemas.openxmlformats.org/officeDocument/2006/relationships" r:id="rId6"/>
            </a:rPr>
            <a:t>https://doi.org/10.1186/1471-2458-13-940</a:t>
          </a:r>
          <a:r>
            <a:rPr lang="en-US"/>
            <a:t>.</a:t>
          </a:r>
        </a:p>
      </dgm:t>
    </dgm:pt>
    <dgm:pt modelId="{5915F219-F038-491F-8B7E-951413289C1D}" type="parTrans" cxnId="{3408C4CB-12D7-4AA5-A12E-2778BE1EF782}">
      <dgm:prSet/>
      <dgm:spPr/>
      <dgm:t>
        <a:bodyPr/>
        <a:lstStyle/>
        <a:p>
          <a:endParaRPr lang="en-US"/>
        </a:p>
      </dgm:t>
    </dgm:pt>
    <dgm:pt modelId="{833DAC16-7602-4468-826C-1768CBA424AC}" type="sibTrans" cxnId="{3408C4CB-12D7-4AA5-A12E-2778BE1EF782}">
      <dgm:prSet/>
      <dgm:spPr/>
      <dgm:t>
        <a:bodyPr/>
        <a:lstStyle/>
        <a:p>
          <a:endParaRPr lang="en-US"/>
        </a:p>
      </dgm:t>
    </dgm:pt>
    <dgm:pt modelId="{4F0C00DB-31D7-4D5F-A39E-B9783E04FF36}">
      <dgm:prSet/>
      <dgm:spPr/>
      <dgm:t>
        <a:bodyPr/>
        <a:lstStyle/>
        <a:p>
          <a:r>
            <a:rPr lang="en-US"/>
            <a:t>[7] B. Tang. </a:t>
          </a:r>
          <a:r>
            <a:rPr lang="en-US" i="1"/>
            <a:t>Orthogonal Array-Based Latin Hypercubes</a:t>
          </a:r>
          <a:r>
            <a:rPr lang="en-US"/>
            <a:t>. Journal of the American Statistical Association, 88:424 (1993), 1392-1397, DOI: </a:t>
          </a:r>
          <a:r>
            <a:rPr lang="en-US" u="sng">
              <a:hlinkClick xmlns:r="http://schemas.openxmlformats.org/officeDocument/2006/relationships" r:id="rId7"/>
            </a:rPr>
            <a:t>https://doi.org/10.1080/01621459.1993.10476423</a:t>
          </a:r>
          <a:r>
            <a:rPr lang="en-US"/>
            <a:t>. </a:t>
          </a:r>
        </a:p>
      </dgm:t>
    </dgm:pt>
    <dgm:pt modelId="{6254CBD5-439C-499F-8330-A2C699E4D6C0}" type="parTrans" cxnId="{D5CA5CF4-AF4C-4872-BBCC-BC2C8F5A3AE4}">
      <dgm:prSet/>
      <dgm:spPr/>
      <dgm:t>
        <a:bodyPr/>
        <a:lstStyle/>
        <a:p>
          <a:endParaRPr lang="en-US"/>
        </a:p>
      </dgm:t>
    </dgm:pt>
    <dgm:pt modelId="{AD4159F3-2872-40B8-A59C-07524C9DD044}" type="sibTrans" cxnId="{D5CA5CF4-AF4C-4872-BBCC-BC2C8F5A3AE4}">
      <dgm:prSet/>
      <dgm:spPr/>
      <dgm:t>
        <a:bodyPr/>
        <a:lstStyle/>
        <a:p>
          <a:endParaRPr lang="en-US"/>
        </a:p>
      </dgm:t>
    </dgm:pt>
    <dgm:pt modelId="{9978B7F8-1261-487B-9EAC-3A1171648EB8}" type="pres">
      <dgm:prSet presAssocID="{709D065C-F4D3-432C-864A-1FA4C6C6B6BC}" presName="vert0" presStyleCnt="0">
        <dgm:presLayoutVars>
          <dgm:dir/>
          <dgm:animOne val="branch"/>
          <dgm:animLvl val="lvl"/>
        </dgm:presLayoutVars>
      </dgm:prSet>
      <dgm:spPr/>
    </dgm:pt>
    <dgm:pt modelId="{F72EC079-7842-41B1-9B31-CB3EC6AB5E1E}" type="pres">
      <dgm:prSet presAssocID="{9961B1AF-60A8-4008-9B98-84CB82B05A03}" presName="thickLine" presStyleLbl="alignNode1" presStyleIdx="0" presStyleCnt="7"/>
      <dgm:spPr/>
    </dgm:pt>
    <dgm:pt modelId="{B19BCD82-99F2-4EDA-A6B7-E5D51BA5A40F}" type="pres">
      <dgm:prSet presAssocID="{9961B1AF-60A8-4008-9B98-84CB82B05A03}" presName="horz1" presStyleCnt="0"/>
      <dgm:spPr/>
    </dgm:pt>
    <dgm:pt modelId="{7E1542D6-A8A9-4D7F-8FAD-50D1823DD98C}" type="pres">
      <dgm:prSet presAssocID="{9961B1AF-60A8-4008-9B98-84CB82B05A03}" presName="tx1" presStyleLbl="revTx" presStyleIdx="0" presStyleCnt="7"/>
      <dgm:spPr/>
    </dgm:pt>
    <dgm:pt modelId="{E61FD570-AB8B-45D5-BAC7-C616F9DA79B8}" type="pres">
      <dgm:prSet presAssocID="{9961B1AF-60A8-4008-9B98-84CB82B05A03}" presName="vert1" presStyleCnt="0"/>
      <dgm:spPr/>
    </dgm:pt>
    <dgm:pt modelId="{ACE57B82-F84B-4C42-A02C-54401A37DF8B}" type="pres">
      <dgm:prSet presAssocID="{0A3E93DB-351E-4B61-B546-B89CEEBCC032}" presName="thickLine" presStyleLbl="alignNode1" presStyleIdx="1" presStyleCnt="7"/>
      <dgm:spPr/>
    </dgm:pt>
    <dgm:pt modelId="{01FBFAF4-B1BA-4C4E-B819-B588DE6B2EDC}" type="pres">
      <dgm:prSet presAssocID="{0A3E93DB-351E-4B61-B546-B89CEEBCC032}" presName="horz1" presStyleCnt="0"/>
      <dgm:spPr/>
    </dgm:pt>
    <dgm:pt modelId="{CDE06BEA-5F0A-4BF2-86B3-8575818ADD7F}" type="pres">
      <dgm:prSet presAssocID="{0A3E93DB-351E-4B61-B546-B89CEEBCC032}" presName="tx1" presStyleLbl="revTx" presStyleIdx="1" presStyleCnt="7"/>
      <dgm:spPr/>
    </dgm:pt>
    <dgm:pt modelId="{CDFFC0A6-AC43-4CFE-B8D4-3425D14EEF56}" type="pres">
      <dgm:prSet presAssocID="{0A3E93DB-351E-4B61-B546-B89CEEBCC032}" presName="vert1" presStyleCnt="0"/>
      <dgm:spPr/>
    </dgm:pt>
    <dgm:pt modelId="{926327ED-59D4-4B11-8F12-DE5907C9CC6E}" type="pres">
      <dgm:prSet presAssocID="{5410FF50-0728-40E4-99F4-7D9E3ACB507B}" presName="thickLine" presStyleLbl="alignNode1" presStyleIdx="2" presStyleCnt="7"/>
      <dgm:spPr/>
    </dgm:pt>
    <dgm:pt modelId="{D7A6676F-06F0-4177-80DE-EC3DF5310E3D}" type="pres">
      <dgm:prSet presAssocID="{5410FF50-0728-40E4-99F4-7D9E3ACB507B}" presName="horz1" presStyleCnt="0"/>
      <dgm:spPr/>
    </dgm:pt>
    <dgm:pt modelId="{15C84EAB-69BF-43C3-9739-138B895E24EB}" type="pres">
      <dgm:prSet presAssocID="{5410FF50-0728-40E4-99F4-7D9E3ACB507B}" presName="tx1" presStyleLbl="revTx" presStyleIdx="2" presStyleCnt="7"/>
      <dgm:spPr/>
    </dgm:pt>
    <dgm:pt modelId="{FC0ACC61-CC66-47BD-B834-552171C77649}" type="pres">
      <dgm:prSet presAssocID="{5410FF50-0728-40E4-99F4-7D9E3ACB507B}" presName="vert1" presStyleCnt="0"/>
      <dgm:spPr/>
    </dgm:pt>
    <dgm:pt modelId="{94322677-DBFC-45A7-9AE3-886CFFC0D5B3}" type="pres">
      <dgm:prSet presAssocID="{BCFF958D-C8B6-44D8-A364-065DB07D9447}" presName="thickLine" presStyleLbl="alignNode1" presStyleIdx="3" presStyleCnt="7"/>
      <dgm:spPr/>
    </dgm:pt>
    <dgm:pt modelId="{3C3DF898-1522-4001-B12D-1420AB43065C}" type="pres">
      <dgm:prSet presAssocID="{BCFF958D-C8B6-44D8-A364-065DB07D9447}" presName="horz1" presStyleCnt="0"/>
      <dgm:spPr/>
    </dgm:pt>
    <dgm:pt modelId="{7D5FA31D-CD02-406D-BF9A-F0C46C3BD9DD}" type="pres">
      <dgm:prSet presAssocID="{BCFF958D-C8B6-44D8-A364-065DB07D9447}" presName="tx1" presStyleLbl="revTx" presStyleIdx="3" presStyleCnt="7"/>
      <dgm:spPr/>
    </dgm:pt>
    <dgm:pt modelId="{0E6C8CCA-90F4-4A76-819E-75DC1FD693C5}" type="pres">
      <dgm:prSet presAssocID="{BCFF958D-C8B6-44D8-A364-065DB07D9447}" presName="vert1" presStyleCnt="0"/>
      <dgm:spPr/>
    </dgm:pt>
    <dgm:pt modelId="{F453049F-0015-4847-A538-484EA300CE8D}" type="pres">
      <dgm:prSet presAssocID="{005F2497-D668-43DF-837F-BBA78AC72AE3}" presName="thickLine" presStyleLbl="alignNode1" presStyleIdx="4" presStyleCnt="7"/>
      <dgm:spPr/>
    </dgm:pt>
    <dgm:pt modelId="{00479269-4395-4FBB-A3DF-8B68E98FFBEC}" type="pres">
      <dgm:prSet presAssocID="{005F2497-D668-43DF-837F-BBA78AC72AE3}" presName="horz1" presStyleCnt="0"/>
      <dgm:spPr/>
    </dgm:pt>
    <dgm:pt modelId="{F4A05C8F-D434-4D45-8558-64BF5E7AB253}" type="pres">
      <dgm:prSet presAssocID="{005F2497-D668-43DF-837F-BBA78AC72AE3}" presName="tx1" presStyleLbl="revTx" presStyleIdx="4" presStyleCnt="7"/>
      <dgm:spPr/>
    </dgm:pt>
    <dgm:pt modelId="{0F9B7C50-3E98-404C-9DD7-6CC38FD6D17B}" type="pres">
      <dgm:prSet presAssocID="{005F2497-D668-43DF-837F-BBA78AC72AE3}" presName="vert1" presStyleCnt="0"/>
      <dgm:spPr/>
    </dgm:pt>
    <dgm:pt modelId="{590C77DB-D3AD-449C-8AB1-EB365A49D5EC}" type="pres">
      <dgm:prSet presAssocID="{E90EBE79-6FE6-4FC3-885C-89391B4C16B0}" presName="thickLine" presStyleLbl="alignNode1" presStyleIdx="5" presStyleCnt="7"/>
      <dgm:spPr/>
    </dgm:pt>
    <dgm:pt modelId="{93561220-D31F-4244-A65D-F12ECE29C1BE}" type="pres">
      <dgm:prSet presAssocID="{E90EBE79-6FE6-4FC3-885C-89391B4C16B0}" presName="horz1" presStyleCnt="0"/>
      <dgm:spPr/>
    </dgm:pt>
    <dgm:pt modelId="{21F97BED-4DFA-41D6-A450-0D87D785B6E3}" type="pres">
      <dgm:prSet presAssocID="{E90EBE79-6FE6-4FC3-885C-89391B4C16B0}" presName="tx1" presStyleLbl="revTx" presStyleIdx="5" presStyleCnt="7"/>
      <dgm:spPr/>
    </dgm:pt>
    <dgm:pt modelId="{45F16404-B486-4AB8-88DC-508D0B8359C4}" type="pres">
      <dgm:prSet presAssocID="{E90EBE79-6FE6-4FC3-885C-89391B4C16B0}" presName="vert1" presStyleCnt="0"/>
      <dgm:spPr/>
    </dgm:pt>
    <dgm:pt modelId="{7F17E63F-0BFB-4C62-91AC-1EC71C7D1AAC}" type="pres">
      <dgm:prSet presAssocID="{4F0C00DB-31D7-4D5F-A39E-B9783E04FF36}" presName="thickLine" presStyleLbl="alignNode1" presStyleIdx="6" presStyleCnt="7"/>
      <dgm:spPr/>
    </dgm:pt>
    <dgm:pt modelId="{B069EC1E-E731-4BC3-A189-860F6129B9A5}" type="pres">
      <dgm:prSet presAssocID="{4F0C00DB-31D7-4D5F-A39E-B9783E04FF36}" presName="horz1" presStyleCnt="0"/>
      <dgm:spPr/>
    </dgm:pt>
    <dgm:pt modelId="{75209FBB-1917-4A01-8737-9ED0F64161A5}" type="pres">
      <dgm:prSet presAssocID="{4F0C00DB-31D7-4D5F-A39E-B9783E04FF36}" presName="tx1" presStyleLbl="revTx" presStyleIdx="6" presStyleCnt="7"/>
      <dgm:spPr/>
    </dgm:pt>
    <dgm:pt modelId="{3F2DB954-5A6E-41B8-A8D9-DEB3B2E4BF48}" type="pres">
      <dgm:prSet presAssocID="{4F0C00DB-31D7-4D5F-A39E-B9783E04FF36}" presName="vert1" presStyleCnt="0"/>
      <dgm:spPr/>
    </dgm:pt>
  </dgm:ptLst>
  <dgm:cxnLst>
    <dgm:cxn modelId="{A074F80A-86C2-4023-92B4-EA06B7C1BA1D}" type="presOf" srcId="{4F0C00DB-31D7-4D5F-A39E-B9783E04FF36}" destId="{75209FBB-1917-4A01-8737-9ED0F64161A5}" srcOrd="0" destOrd="0" presId="urn:microsoft.com/office/officeart/2008/layout/LinedList"/>
    <dgm:cxn modelId="{98837E12-57FD-48BE-8629-8A3CC993E52E}" srcId="{709D065C-F4D3-432C-864A-1FA4C6C6B6BC}" destId="{005F2497-D668-43DF-837F-BBA78AC72AE3}" srcOrd="4" destOrd="0" parTransId="{628F2EC6-A099-4EC9-A325-F80C657A8030}" sibTransId="{B5CBC2B8-C1F5-44A4-8DBC-A862E2018964}"/>
    <dgm:cxn modelId="{CFFDAD12-98AC-4D37-BAA9-DA5A58A9FACB}" type="presOf" srcId="{E90EBE79-6FE6-4FC3-885C-89391B4C16B0}" destId="{21F97BED-4DFA-41D6-A450-0D87D785B6E3}" srcOrd="0" destOrd="0" presId="urn:microsoft.com/office/officeart/2008/layout/LinedList"/>
    <dgm:cxn modelId="{3D369945-7F04-410A-81E0-315704C22432}" srcId="{709D065C-F4D3-432C-864A-1FA4C6C6B6BC}" destId="{5410FF50-0728-40E4-99F4-7D9E3ACB507B}" srcOrd="2" destOrd="0" parTransId="{795868E3-AED8-46E8-B4F5-7F61EDEF95AE}" sibTransId="{B54318EE-A50C-4D52-AB43-6773B21AF3DB}"/>
    <dgm:cxn modelId="{6B92C170-24CF-44C8-A7F5-6D5335E63C85}" type="presOf" srcId="{BCFF958D-C8B6-44D8-A364-065DB07D9447}" destId="{7D5FA31D-CD02-406D-BF9A-F0C46C3BD9DD}" srcOrd="0" destOrd="0" presId="urn:microsoft.com/office/officeart/2008/layout/LinedList"/>
    <dgm:cxn modelId="{FF2CF858-2BF4-4126-80E8-CB17C0D0CE9D}" type="presOf" srcId="{005F2497-D668-43DF-837F-BBA78AC72AE3}" destId="{F4A05C8F-D434-4D45-8558-64BF5E7AB253}" srcOrd="0" destOrd="0" presId="urn:microsoft.com/office/officeart/2008/layout/LinedList"/>
    <dgm:cxn modelId="{78D6418A-03CE-49B2-A253-7EFED5B2B052}" type="presOf" srcId="{0A3E93DB-351E-4B61-B546-B89CEEBCC032}" destId="{CDE06BEA-5F0A-4BF2-86B3-8575818ADD7F}" srcOrd="0" destOrd="0" presId="urn:microsoft.com/office/officeart/2008/layout/LinedList"/>
    <dgm:cxn modelId="{D5ED7596-FE94-4B6C-A37A-7E4FD94C9B75}" srcId="{709D065C-F4D3-432C-864A-1FA4C6C6B6BC}" destId="{0A3E93DB-351E-4B61-B546-B89CEEBCC032}" srcOrd="1" destOrd="0" parTransId="{BA592B36-1C5B-4AAC-920E-8217B21B09C8}" sibTransId="{72EA486D-D046-4FED-A03A-039B3EED4314}"/>
    <dgm:cxn modelId="{271BCAA2-A2B7-4529-8D13-25D28B9D12CA}" srcId="{709D065C-F4D3-432C-864A-1FA4C6C6B6BC}" destId="{9961B1AF-60A8-4008-9B98-84CB82B05A03}" srcOrd="0" destOrd="0" parTransId="{B5291163-4970-441A-8E03-BB945BD01C97}" sibTransId="{47D1F225-1486-4AF1-8099-7665FD865B5A}"/>
    <dgm:cxn modelId="{84E493C3-5B6C-43B7-B07D-A65F29F6C178}" type="presOf" srcId="{5410FF50-0728-40E4-99F4-7D9E3ACB507B}" destId="{15C84EAB-69BF-43C3-9739-138B895E24EB}" srcOrd="0" destOrd="0" presId="urn:microsoft.com/office/officeart/2008/layout/LinedList"/>
    <dgm:cxn modelId="{3408C4CB-12D7-4AA5-A12E-2778BE1EF782}" srcId="{709D065C-F4D3-432C-864A-1FA4C6C6B6BC}" destId="{E90EBE79-6FE6-4FC3-885C-89391B4C16B0}" srcOrd="5" destOrd="0" parTransId="{5915F219-F038-491F-8B7E-951413289C1D}" sibTransId="{833DAC16-7602-4468-826C-1768CBA424AC}"/>
    <dgm:cxn modelId="{CACBB7D9-1126-442E-987B-FF3A67916CB2}" type="presOf" srcId="{9961B1AF-60A8-4008-9B98-84CB82B05A03}" destId="{7E1542D6-A8A9-4D7F-8FAD-50D1823DD98C}" srcOrd="0" destOrd="0" presId="urn:microsoft.com/office/officeart/2008/layout/LinedList"/>
    <dgm:cxn modelId="{BCE2B2DB-1418-4D97-B9E6-180F3568B075}" srcId="{709D065C-F4D3-432C-864A-1FA4C6C6B6BC}" destId="{BCFF958D-C8B6-44D8-A364-065DB07D9447}" srcOrd="3" destOrd="0" parTransId="{5FAFE94E-16EE-49F0-A439-92886CF71D5A}" sibTransId="{5F53128A-81EF-487F-AE93-D1F5EF57E43E}"/>
    <dgm:cxn modelId="{CB9CF9E5-8705-4696-AEDE-DE0781716935}" type="presOf" srcId="{709D065C-F4D3-432C-864A-1FA4C6C6B6BC}" destId="{9978B7F8-1261-487B-9EAC-3A1171648EB8}" srcOrd="0" destOrd="0" presId="urn:microsoft.com/office/officeart/2008/layout/LinedList"/>
    <dgm:cxn modelId="{D5CA5CF4-AF4C-4872-BBCC-BC2C8F5A3AE4}" srcId="{709D065C-F4D3-432C-864A-1FA4C6C6B6BC}" destId="{4F0C00DB-31D7-4D5F-A39E-B9783E04FF36}" srcOrd="6" destOrd="0" parTransId="{6254CBD5-439C-499F-8330-A2C699E4D6C0}" sibTransId="{AD4159F3-2872-40B8-A59C-07524C9DD044}"/>
    <dgm:cxn modelId="{D55C618C-A22F-43A4-A253-87A088A5E01D}" type="presParOf" srcId="{9978B7F8-1261-487B-9EAC-3A1171648EB8}" destId="{F72EC079-7842-41B1-9B31-CB3EC6AB5E1E}" srcOrd="0" destOrd="0" presId="urn:microsoft.com/office/officeart/2008/layout/LinedList"/>
    <dgm:cxn modelId="{5239FF85-6C4C-417F-8650-C18B89FACCB4}" type="presParOf" srcId="{9978B7F8-1261-487B-9EAC-3A1171648EB8}" destId="{B19BCD82-99F2-4EDA-A6B7-E5D51BA5A40F}" srcOrd="1" destOrd="0" presId="urn:microsoft.com/office/officeart/2008/layout/LinedList"/>
    <dgm:cxn modelId="{64FED1FE-7B41-44B1-B0ED-471814D201EC}" type="presParOf" srcId="{B19BCD82-99F2-4EDA-A6B7-E5D51BA5A40F}" destId="{7E1542D6-A8A9-4D7F-8FAD-50D1823DD98C}" srcOrd="0" destOrd="0" presId="urn:microsoft.com/office/officeart/2008/layout/LinedList"/>
    <dgm:cxn modelId="{BC1C56BB-44F6-4671-8474-E036DFE79F69}" type="presParOf" srcId="{B19BCD82-99F2-4EDA-A6B7-E5D51BA5A40F}" destId="{E61FD570-AB8B-45D5-BAC7-C616F9DA79B8}" srcOrd="1" destOrd="0" presId="urn:microsoft.com/office/officeart/2008/layout/LinedList"/>
    <dgm:cxn modelId="{10BE8B75-E82C-422B-8801-9B2655D1A5AB}" type="presParOf" srcId="{9978B7F8-1261-487B-9EAC-3A1171648EB8}" destId="{ACE57B82-F84B-4C42-A02C-54401A37DF8B}" srcOrd="2" destOrd="0" presId="urn:microsoft.com/office/officeart/2008/layout/LinedList"/>
    <dgm:cxn modelId="{EC4056C2-696D-44F5-9026-BA0F2568A07C}" type="presParOf" srcId="{9978B7F8-1261-487B-9EAC-3A1171648EB8}" destId="{01FBFAF4-B1BA-4C4E-B819-B588DE6B2EDC}" srcOrd="3" destOrd="0" presId="urn:microsoft.com/office/officeart/2008/layout/LinedList"/>
    <dgm:cxn modelId="{CCA4C83D-1807-4BE0-AED8-63CB9218FC5B}" type="presParOf" srcId="{01FBFAF4-B1BA-4C4E-B819-B588DE6B2EDC}" destId="{CDE06BEA-5F0A-4BF2-86B3-8575818ADD7F}" srcOrd="0" destOrd="0" presId="urn:microsoft.com/office/officeart/2008/layout/LinedList"/>
    <dgm:cxn modelId="{12C09CA0-8CB4-4EF9-AF03-589D0FDC0260}" type="presParOf" srcId="{01FBFAF4-B1BA-4C4E-B819-B588DE6B2EDC}" destId="{CDFFC0A6-AC43-4CFE-B8D4-3425D14EEF56}" srcOrd="1" destOrd="0" presId="urn:microsoft.com/office/officeart/2008/layout/LinedList"/>
    <dgm:cxn modelId="{CC96956C-E891-4E4F-AA45-EE95A7B819F5}" type="presParOf" srcId="{9978B7F8-1261-487B-9EAC-3A1171648EB8}" destId="{926327ED-59D4-4B11-8F12-DE5907C9CC6E}" srcOrd="4" destOrd="0" presId="urn:microsoft.com/office/officeart/2008/layout/LinedList"/>
    <dgm:cxn modelId="{D67A8843-EA2D-4739-A916-EC962526C507}" type="presParOf" srcId="{9978B7F8-1261-487B-9EAC-3A1171648EB8}" destId="{D7A6676F-06F0-4177-80DE-EC3DF5310E3D}" srcOrd="5" destOrd="0" presId="urn:microsoft.com/office/officeart/2008/layout/LinedList"/>
    <dgm:cxn modelId="{B6A0AE11-A645-4614-A6A4-B81B1F74B87E}" type="presParOf" srcId="{D7A6676F-06F0-4177-80DE-EC3DF5310E3D}" destId="{15C84EAB-69BF-43C3-9739-138B895E24EB}" srcOrd="0" destOrd="0" presId="urn:microsoft.com/office/officeart/2008/layout/LinedList"/>
    <dgm:cxn modelId="{21E464BB-BB18-4DAD-9AAC-3502D0B8A6BD}" type="presParOf" srcId="{D7A6676F-06F0-4177-80DE-EC3DF5310E3D}" destId="{FC0ACC61-CC66-47BD-B834-552171C77649}" srcOrd="1" destOrd="0" presId="urn:microsoft.com/office/officeart/2008/layout/LinedList"/>
    <dgm:cxn modelId="{C3E312F3-4995-4E3B-93DE-AEA419C0E0B1}" type="presParOf" srcId="{9978B7F8-1261-487B-9EAC-3A1171648EB8}" destId="{94322677-DBFC-45A7-9AE3-886CFFC0D5B3}" srcOrd="6" destOrd="0" presId="urn:microsoft.com/office/officeart/2008/layout/LinedList"/>
    <dgm:cxn modelId="{7B7CE875-434E-4BD3-B8E6-DF5FC5C145F4}" type="presParOf" srcId="{9978B7F8-1261-487B-9EAC-3A1171648EB8}" destId="{3C3DF898-1522-4001-B12D-1420AB43065C}" srcOrd="7" destOrd="0" presId="urn:microsoft.com/office/officeart/2008/layout/LinedList"/>
    <dgm:cxn modelId="{7E3D6F8F-8756-4DEC-9FE6-BEBBA8BD6F38}" type="presParOf" srcId="{3C3DF898-1522-4001-B12D-1420AB43065C}" destId="{7D5FA31D-CD02-406D-BF9A-F0C46C3BD9DD}" srcOrd="0" destOrd="0" presId="urn:microsoft.com/office/officeart/2008/layout/LinedList"/>
    <dgm:cxn modelId="{064683E8-2B30-4A3B-AF5E-EE841A7483B5}" type="presParOf" srcId="{3C3DF898-1522-4001-B12D-1420AB43065C}" destId="{0E6C8CCA-90F4-4A76-819E-75DC1FD693C5}" srcOrd="1" destOrd="0" presId="urn:microsoft.com/office/officeart/2008/layout/LinedList"/>
    <dgm:cxn modelId="{65BDBAA8-BDE8-4096-BB90-8A3CD55DC206}" type="presParOf" srcId="{9978B7F8-1261-487B-9EAC-3A1171648EB8}" destId="{F453049F-0015-4847-A538-484EA300CE8D}" srcOrd="8" destOrd="0" presId="urn:microsoft.com/office/officeart/2008/layout/LinedList"/>
    <dgm:cxn modelId="{0355B57A-54F2-4B16-9721-AC6423D20142}" type="presParOf" srcId="{9978B7F8-1261-487B-9EAC-3A1171648EB8}" destId="{00479269-4395-4FBB-A3DF-8B68E98FFBEC}" srcOrd="9" destOrd="0" presId="urn:microsoft.com/office/officeart/2008/layout/LinedList"/>
    <dgm:cxn modelId="{84310D91-534F-4E43-B0C4-4C9B17BD46D1}" type="presParOf" srcId="{00479269-4395-4FBB-A3DF-8B68E98FFBEC}" destId="{F4A05C8F-D434-4D45-8558-64BF5E7AB253}" srcOrd="0" destOrd="0" presId="urn:microsoft.com/office/officeart/2008/layout/LinedList"/>
    <dgm:cxn modelId="{B5B821DA-13CE-4CCB-A9AC-4E7694AFB5E6}" type="presParOf" srcId="{00479269-4395-4FBB-A3DF-8B68E98FFBEC}" destId="{0F9B7C50-3E98-404C-9DD7-6CC38FD6D17B}" srcOrd="1" destOrd="0" presId="urn:microsoft.com/office/officeart/2008/layout/LinedList"/>
    <dgm:cxn modelId="{C2B44407-646A-424A-965F-A835119EF78F}" type="presParOf" srcId="{9978B7F8-1261-487B-9EAC-3A1171648EB8}" destId="{590C77DB-D3AD-449C-8AB1-EB365A49D5EC}" srcOrd="10" destOrd="0" presId="urn:microsoft.com/office/officeart/2008/layout/LinedList"/>
    <dgm:cxn modelId="{62A48A89-42EA-42BE-A61B-7577CB232327}" type="presParOf" srcId="{9978B7F8-1261-487B-9EAC-3A1171648EB8}" destId="{93561220-D31F-4244-A65D-F12ECE29C1BE}" srcOrd="11" destOrd="0" presId="urn:microsoft.com/office/officeart/2008/layout/LinedList"/>
    <dgm:cxn modelId="{F5381CE9-4679-4458-846F-528658A56E50}" type="presParOf" srcId="{93561220-D31F-4244-A65D-F12ECE29C1BE}" destId="{21F97BED-4DFA-41D6-A450-0D87D785B6E3}" srcOrd="0" destOrd="0" presId="urn:microsoft.com/office/officeart/2008/layout/LinedList"/>
    <dgm:cxn modelId="{8F42A874-8563-4AEA-BF7F-C36BAF395141}" type="presParOf" srcId="{93561220-D31F-4244-A65D-F12ECE29C1BE}" destId="{45F16404-B486-4AB8-88DC-508D0B8359C4}" srcOrd="1" destOrd="0" presId="urn:microsoft.com/office/officeart/2008/layout/LinedList"/>
    <dgm:cxn modelId="{314B8947-EA97-42BF-ACE5-936CFA112C9E}" type="presParOf" srcId="{9978B7F8-1261-487B-9EAC-3A1171648EB8}" destId="{7F17E63F-0BFB-4C62-91AC-1EC71C7D1AAC}" srcOrd="12" destOrd="0" presId="urn:microsoft.com/office/officeart/2008/layout/LinedList"/>
    <dgm:cxn modelId="{92AAB844-1AA4-48DB-BBD4-D48D1EC00A1B}" type="presParOf" srcId="{9978B7F8-1261-487B-9EAC-3A1171648EB8}" destId="{B069EC1E-E731-4BC3-A189-860F6129B9A5}" srcOrd="13" destOrd="0" presId="urn:microsoft.com/office/officeart/2008/layout/LinedList"/>
    <dgm:cxn modelId="{A5A42C71-9159-4C3F-9838-983BD920BEF0}" type="presParOf" srcId="{B069EC1E-E731-4BC3-A189-860F6129B9A5}" destId="{75209FBB-1917-4A01-8737-9ED0F64161A5}" srcOrd="0" destOrd="0" presId="urn:microsoft.com/office/officeart/2008/layout/LinedList"/>
    <dgm:cxn modelId="{AE0FCF92-3E95-488F-BFAF-0CD24598C733}" type="presParOf" srcId="{B069EC1E-E731-4BC3-A189-860F6129B9A5}" destId="{3F2DB954-5A6E-41B8-A8D9-DEB3B2E4BF48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72EC079-7842-41B1-9B31-CB3EC6AB5E1E}">
      <dsp:nvSpPr>
        <dsp:cNvPr id="0" name=""/>
        <dsp:cNvSpPr/>
      </dsp:nvSpPr>
      <dsp:spPr>
        <a:xfrm>
          <a:off x="0" y="552"/>
          <a:ext cx="10987574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E1542D6-A8A9-4D7F-8FAD-50D1823DD98C}">
      <dsp:nvSpPr>
        <dsp:cNvPr id="0" name=""/>
        <dsp:cNvSpPr/>
      </dsp:nvSpPr>
      <dsp:spPr>
        <a:xfrm>
          <a:off x="0" y="552"/>
          <a:ext cx="10987574" cy="64617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9530" tIns="49530" rIns="49530" bIns="49530" numCol="1" spcCol="1270" anchor="t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[1] National Institutes of Health. </a:t>
          </a:r>
          <a:r>
            <a:rPr lang="en-US" sz="1300" i="1" kern="1200"/>
            <a:t>Covid – 19 Treatment Guidelines.</a:t>
          </a:r>
          <a:r>
            <a:rPr lang="en-US" sz="1300" kern="1200"/>
            <a:t> </a:t>
          </a:r>
          <a:r>
            <a:rPr lang="en-US" sz="1300" i="1" kern="1200"/>
            <a:t>Pharmacologic Interventions</a:t>
          </a:r>
          <a:r>
            <a:rPr lang="en-US" sz="1300" kern="1200"/>
            <a:t>. </a:t>
          </a:r>
          <a:r>
            <a:rPr lang="es-CO" sz="1300" kern="1200"/>
            <a:t>(8 de julio de 2021). Recuperado el 8 de septiembre de 2021 de </a:t>
          </a:r>
          <a:r>
            <a:rPr lang="es-CO" sz="1300" u="sng" kern="1200">
              <a:hlinkClick xmlns:r="http://schemas.openxmlformats.org/officeDocument/2006/relationships" r:id="rId1"/>
            </a:rPr>
            <a:t>https://www.covid19treatmentguidelines.nih.gov/management/critical-care/pharmacologic-interventions/</a:t>
          </a:r>
          <a:r>
            <a:rPr lang="es-CO" sz="1300" kern="1200"/>
            <a:t>.</a:t>
          </a:r>
          <a:endParaRPr lang="en-US" sz="1300" kern="1200"/>
        </a:p>
      </dsp:txBody>
      <dsp:txXfrm>
        <a:off x="0" y="552"/>
        <a:ext cx="10987574" cy="646172"/>
      </dsp:txXfrm>
    </dsp:sp>
    <dsp:sp modelId="{ACE57B82-F84B-4C42-A02C-54401A37DF8B}">
      <dsp:nvSpPr>
        <dsp:cNvPr id="0" name=""/>
        <dsp:cNvSpPr/>
      </dsp:nvSpPr>
      <dsp:spPr>
        <a:xfrm>
          <a:off x="0" y="646725"/>
          <a:ext cx="10987574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DE06BEA-5F0A-4BF2-86B3-8575818ADD7F}">
      <dsp:nvSpPr>
        <dsp:cNvPr id="0" name=""/>
        <dsp:cNvSpPr/>
      </dsp:nvSpPr>
      <dsp:spPr>
        <a:xfrm>
          <a:off x="0" y="646725"/>
          <a:ext cx="10987574" cy="64617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9530" tIns="49530" rIns="49530" bIns="49530" numCol="1" spcCol="1270" anchor="t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1300" kern="1200"/>
            <a:t>[2] Instituto Nacional de Salud. </a:t>
          </a:r>
          <a:r>
            <a:rPr lang="es-CO" sz="1300" i="1" kern="1200"/>
            <a:t>Covid – 19 en Colombia. Genoma</a:t>
          </a:r>
          <a:r>
            <a:rPr lang="es-CO" sz="1300" kern="1200"/>
            <a:t>. (21 de agosto de 2021). Recuperado el 8 de septiembre de 2021 de </a:t>
          </a:r>
          <a:r>
            <a:rPr lang="es-CO" sz="1300" u="sng" kern="1200">
              <a:hlinkClick xmlns:r="http://schemas.openxmlformats.org/officeDocument/2006/relationships" r:id="rId2"/>
            </a:rPr>
            <a:t>https://www.ins.gov.co/Noticias/Paginas/coronavirus-genoma.aspx</a:t>
          </a:r>
          <a:r>
            <a:rPr lang="es-CO" sz="1300" kern="1200"/>
            <a:t>.</a:t>
          </a:r>
          <a:endParaRPr lang="en-US" sz="1300" kern="1200"/>
        </a:p>
      </dsp:txBody>
      <dsp:txXfrm>
        <a:off x="0" y="646725"/>
        <a:ext cx="10987574" cy="646172"/>
      </dsp:txXfrm>
    </dsp:sp>
    <dsp:sp modelId="{926327ED-59D4-4B11-8F12-DE5907C9CC6E}">
      <dsp:nvSpPr>
        <dsp:cNvPr id="0" name=""/>
        <dsp:cNvSpPr/>
      </dsp:nvSpPr>
      <dsp:spPr>
        <a:xfrm>
          <a:off x="0" y="1292898"/>
          <a:ext cx="10987574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5C84EAB-69BF-43C3-9739-138B895E24EB}">
      <dsp:nvSpPr>
        <dsp:cNvPr id="0" name=""/>
        <dsp:cNvSpPr/>
      </dsp:nvSpPr>
      <dsp:spPr>
        <a:xfrm>
          <a:off x="0" y="1292898"/>
          <a:ext cx="10987574" cy="64617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9530" tIns="49530" rIns="49530" bIns="49530" numCol="1" spcCol="1270" anchor="t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1300" kern="1200"/>
            <a:t>[3] El Espectador. </a:t>
          </a:r>
          <a:r>
            <a:rPr lang="es-CO" sz="1300" i="1" kern="1200"/>
            <a:t>Variantes Alfa, Gamma, Delta y las otras 59 que circulan en Colombia</a:t>
          </a:r>
          <a:r>
            <a:rPr lang="es-CO" sz="1300" kern="1200"/>
            <a:t>. (25 de agosto de 2021) Recuperado el 8 de septiembre de 2021 de </a:t>
          </a:r>
          <a:r>
            <a:rPr lang="es-CO" sz="1300" u="sng" kern="1200">
              <a:hlinkClick xmlns:r="http://schemas.openxmlformats.org/officeDocument/2006/relationships" r:id="rId3"/>
            </a:rPr>
            <a:t>https://www.elespectador.com/salud/variantes-alfa-gamma-delta-y-las-otras-59-que-circulan-en-colombia/</a:t>
          </a:r>
          <a:r>
            <a:rPr lang="es-CO" sz="1300" kern="1200"/>
            <a:t>.</a:t>
          </a:r>
          <a:endParaRPr lang="en-US" sz="1300" kern="1200"/>
        </a:p>
      </dsp:txBody>
      <dsp:txXfrm>
        <a:off x="0" y="1292898"/>
        <a:ext cx="10987574" cy="646172"/>
      </dsp:txXfrm>
    </dsp:sp>
    <dsp:sp modelId="{94322677-DBFC-45A7-9AE3-886CFFC0D5B3}">
      <dsp:nvSpPr>
        <dsp:cNvPr id="0" name=""/>
        <dsp:cNvSpPr/>
      </dsp:nvSpPr>
      <dsp:spPr>
        <a:xfrm>
          <a:off x="0" y="1939071"/>
          <a:ext cx="10987574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D5FA31D-CD02-406D-BF9A-F0C46C3BD9DD}">
      <dsp:nvSpPr>
        <dsp:cNvPr id="0" name=""/>
        <dsp:cNvSpPr/>
      </dsp:nvSpPr>
      <dsp:spPr>
        <a:xfrm>
          <a:off x="0" y="1939071"/>
          <a:ext cx="10987574" cy="64617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9530" tIns="49530" rIns="49530" bIns="49530" numCol="1" spcCol="1270" anchor="t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1300" kern="1200"/>
            <a:t>[4] G. España, Z. Cucunubá, H. Díaz, et al. </a:t>
          </a:r>
          <a:r>
            <a:rPr lang="en-US" sz="1300" i="1" kern="1200"/>
            <a:t>The impact of school reopening on COVID-19 dynamics in Bogotá, Colombia</a:t>
          </a:r>
          <a:r>
            <a:rPr lang="en-US" sz="1300" kern="1200"/>
            <a:t>. Preprint (2021). DOI: </a:t>
          </a:r>
          <a:r>
            <a:rPr lang="en-US" sz="1300" u="sng" kern="1200">
              <a:hlinkClick xmlns:r="http://schemas.openxmlformats.org/officeDocument/2006/relationships" r:id="rId4"/>
            </a:rPr>
            <a:t>https://doi.org/10.31219/osf.io/ebjx9</a:t>
          </a:r>
          <a:r>
            <a:rPr lang="en-US" sz="1300" kern="1200"/>
            <a:t>.</a:t>
          </a:r>
        </a:p>
      </dsp:txBody>
      <dsp:txXfrm>
        <a:off x="0" y="1939071"/>
        <a:ext cx="10987574" cy="646172"/>
      </dsp:txXfrm>
    </dsp:sp>
    <dsp:sp modelId="{F453049F-0015-4847-A538-484EA300CE8D}">
      <dsp:nvSpPr>
        <dsp:cNvPr id="0" name=""/>
        <dsp:cNvSpPr/>
      </dsp:nvSpPr>
      <dsp:spPr>
        <a:xfrm>
          <a:off x="0" y="2585243"/>
          <a:ext cx="10987574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4A05C8F-D434-4D45-8558-64BF5E7AB253}">
      <dsp:nvSpPr>
        <dsp:cNvPr id="0" name=""/>
        <dsp:cNvSpPr/>
      </dsp:nvSpPr>
      <dsp:spPr>
        <a:xfrm>
          <a:off x="0" y="2585243"/>
          <a:ext cx="10987574" cy="64617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9530" tIns="49530" rIns="49530" bIns="49530" numCol="1" spcCol="1270" anchor="t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[5] G. T. Walker, C. Whittaker, O. J. Watson, et al. </a:t>
          </a:r>
          <a:r>
            <a:rPr lang="en-US" sz="1300" i="1" kern="1200"/>
            <a:t>The impact of  covid-19 and strategies formitigation and suppression in low- and middle-income countries</a:t>
          </a:r>
          <a:r>
            <a:rPr lang="en-US" sz="1300" kern="1200"/>
            <a:t>. Science, 369 413 (2020). DOI: </a:t>
          </a:r>
          <a:r>
            <a:rPr lang="en-US" sz="1300" u="sng" kern="1200">
              <a:hlinkClick xmlns:r="http://schemas.openxmlformats.org/officeDocument/2006/relationships" r:id="rId5"/>
            </a:rPr>
            <a:t>https://doi.org/10.1126/science.abc0035</a:t>
          </a:r>
          <a:r>
            <a:rPr lang="en-US" sz="1300" kern="1200"/>
            <a:t>.</a:t>
          </a:r>
        </a:p>
      </dsp:txBody>
      <dsp:txXfrm>
        <a:off x="0" y="2585243"/>
        <a:ext cx="10987574" cy="646172"/>
      </dsp:txXfrm>
    </dsp:sp>
    <dsp:sp modelId="{590C77DB-D3AD-449C-8AB1-EB365A49D5EC}">
      <dsp:nvSpPr>
        <dsp:cNvPr id="0" name=""/>
        <dsp:cNvSpPr/>
      </dsp:nvSpPr>
      <dsp:spPr>
        <a:xfrm>
          <a:off x="0" y="3231416"/>
          <a:ext cx="10987574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1F97BED-4DFA-41D6-A450-0D87D785B6E3}">
      <dsp:nvSpPr>
        <dsp:cNvPr id="0" name=""/>
        <dsp:cNvSpPr/>
      </dsp:nvSpPr>
      <dsp:spPr>
        <a:xfrm>
          <a:off x="0" y="3231416"/>
          <a:ext cx="10987574" cy="64617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9530" tIns="49530" rIns="49530" bIns="49530" numCol="1" spcCol="1270" anchor="t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[6] J. J. Grefenstette, S. T. Brown, R. Rosenfeld, et al. </a:t>
          </a:r>
          <a:r>
            <a:rPr lang="en-US" sz="1300" i="1" kern="1200"/>
            <a:t>FRED (A Framework for Reconstructing Epidemic Dynamics): an open-source software system for modeling infectious diseases and control strategies using census-based populations</a:t>
          </a:r>
          <a:r>
            <a:rPr lang="en-US" sz="1300" kern="1200"/>
            <a:t>. BMC Public Health 13, 940 (2013). DOI: </a:t>
          </a:r>
          <a:r>
            <a:rPr lang="en-US" sz="1300" u="sng" kern="1200">
              <a:hlinkClick xmlns:r="http://schemas.openxmlformats.org/officeDocument/2006/relationships" r:id="rId6"/>
            </a:rPr>
            <a:t>https://doi.org/10.1186/1471-2458-13-940</a:t>
          </a:r>
          <a:r>
            <a:rPr lang="en-US" sz="1300" kern="1200"/>
            <a:t>.</a:t>
          </a:r>
        </a:p>
      </dsp:txBody>
      <dsp:txXfrm>
        <a:off x="0" y="3231416"/>
        <a:ext cx="10987574" cy="646172"/>
      </dsp:txXfrm>
    </dsp:sp>
    <dsp:sp modelId="{7F17E63F-0BFB-4C62-91AC-1EC71C7D1AAC}">
      <dsp:nvSpPr>
        <dsp:cNvPr id="0" name=""/>
        <dsp:cNvSpPr/>
      </dsp:nvSpPr>
      <dsp:spPr>
        <a:xfrm>
          <a:off x="0" y="3877589"/>
          <a:ext cx="10987574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5209FBB-1917-4A01-8737-9ED0F64161A5}">
      <dsp:nvSpPr>
        <dsp:cNvPr id="0" name=""/>
        <dsp:cNvSpPr/>
      </dsp:nvSpPr>
      <dsp:spPr>
        <a:xfrm>
          <a:off x="0" y="3877589"/>
          <a:ext cx="10987574" cy="64617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9530" tIns="49530" rIns="49530" bIns="49530" numCol="1" spcCol="1270" anchor="t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[7] B. Tang. </a:t>
          </a:r>
          <a:r>
            <a:rPr lang="en-US" sz="1300" i="1" kern="1200"/>
            <a:t>Orthogonal Array-Based Latin Hypercubes</a:t>
          </a:r>
          <a:r>
            <a:rPr lang="en-US" sz="1300" kern="1200"/>
            <a:t>. Journal of the American Statistical Association, 88:424 (1993), 1392-1397, DOI: </a:t>
          </a:r>
          <a:r>
            <a:rPr lang="en-US" sz="1300" u="sng" kern="1200">
              <a:hlinkClick xmlns:r="http://schemas.openxmlformats.org/officeDocument/2006/relationships" r:id="rId7"/>
            </a:rPr>
            <a:t>https://doi.org/10.1080/01621459.1993.10476423</a:t>
          </a:r>
          <a:r>
            <a:rPr lang="en-US" sz="1300" kern="1200"/>
            <a:t>. </a:t>
          </a:r>
        </a:p>
      </dsp:txBody>
      <dsp:txXfrm>
        <a:off x="0" y="3877589"/>
        <a:ext cx="10987574" cy="64617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10633B5-DB98-4E55-BD2E-A427F9ADC6D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32817830-5843-478F-8FC1-5529F169C81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6B5A3B5-1E3B-4404-85B9-5E87C5B87B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4DBD5B-FC78-4C23-8E71-5C6ADB2E40B0}" type="datetimeFigureOut">
              <a:rPr lang="es-CO" smtClean="0"/>
              <a:t>8/09/2021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8EA7828-96F1-4E46-ACD0-BC1B7FBC62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F25058A-08E6-4D46-98A5-39A992638A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BDB0D-E83F-44BA-82BE-724B682BB76C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7012217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A7E019B-AC97-499B-87CA-4E3334F09C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D70926F-23E6-4E45-B1A1-37D63F2C19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DE3A70AE-8AB3-478C-81C7-0D4C229879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4DBD5B-FC78-4C23-8E71-5C6ADB2E40B0}" type="datetimeFigureOut">
              <a:rPr lang="es-CO" smtClean="0"/>
              <a:t>8/09/2021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31A74C39-4F9D-4665-A950-BC3E73DD6F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3906EAD-1256-427D-954C-89E64FBAC6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BDB0D-E83F-44BA-82BE-724B682BB76C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675250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32BCB66-6C70-4FAA-BBE5-A10D1FEFAA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A0A7D507-ABD1-4160-9A56-B064D2D53C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8E4966B-BBAC-47B4-B439-89315FC1BC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4DBD5B-FC78-4C23-8E71-5C6ADB2E40B0}" type="datetimeFigureOut">
              <a:rPr lang="es-CO" smtClean="0"/>
              <a:t>8/09/2021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B803E2E-B458-412C-9EDC-09B9075050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0A97CE7-A0DD-48A2-9E99-99B99D3C53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BDB0D-E83F-44BA-82BE-724B682BB76C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837924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E3E1599-F0B1-42C3-9538-3C82B761E6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13D3351-3A97-42F4-99FC-B56AFB699F1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3349BE11-9DB6-4665-92F3-A56585989E5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354CC18C-9AEE-4435-AB09-51ABFE5788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4DBD5B-FC78-4C23-8E71-5C6ADB2E40B0}" type="datetimeFigureOut">
              <a:rPr lang="es-CO" smtClean="0"/>
              <a:t>8/09/2021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EAD2A497-CC56-4EE3-8C28-73D40399E9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0E4A92C9-DAF3-41B4-8231-B9900704A5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BDB0D-E83F-44BA-82BE-724B682BB76C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3130923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4FD5B60-A5B8-4653-9174-086841B2B4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D68AAD0D-7F3C-4C44-86D2-563AD5064D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15B60D0B-1A62-4FF4-8009-D4261EF82E2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4EE90C09-F171-4028-8BE9-D464D7E22BB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8B439940-EBB8-442E-B491-915A2D8D799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9A625580-8685-48DB-9685-83B382EFFE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4DBD5B-FC78-4C23-8E71-5C6ADB2E40B0}" type="datetimeFigureOut">
              <a:rPr lang="es-CO" smtClean="0"/>
              <a:t>8/09/2021</a:t>
            </a:fld>
            <a:endParaRPr lang="es-CO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C31DF18F-F4FE-48F8-BB40-58A8DE2052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43E8F2D8-C897-425C-A585-BEB734D57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BDB0D-E83F-44BA-82BE-724B682BB76C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6155025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A5E66C9-25C6-45D6-A727-5118E28196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7F69DBB5-E28A-4C4C-9911-498E1C3029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4DBD5B-FC78-4C23-8E71-5C6ADB2E40B0}" type="datetimeFigureOut">
              <a:rPr lang="es-CO" smtClean="0"/>
              <a:t>8/09/2021</a:t>
            </a:fld>
            <a:endParaRPr lang="es-CO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B44CAC82-78E6-412D-9A23-71A463A23D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C159D50F-F897-41A5-B9E4-FA7FF50925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BDB0D-E83F-44BA-82BE-724B682BB76C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8736447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EB974FFB-5435-46FB-A1D3-0ECD2C2BD2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4DBD5B-FC78-4C23-8E71-5C6ADB2E40B0}" type="datetimeFigureOut">
              <a:rPr lang="es-CO" smtClean="0"/>
              <a:t>8/09/2021</a:t>
            </a:fld>
            <a:endParaRPr lang="es-CO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5F5DB86D-BAA1-41BC-AB3F-98BBC83E8E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96E829F0-6A6D-41FA-9C78-4F6BB9B02E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BDB0D-E83F-44BA-82BE-724B682BB76C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5521115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44A1F2D-F299-4618-A8B8-65F3182B76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C649687-31DB-4452-9721-C47D5C38FA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4BB97069-F5B4-4A76-A2D3-6C3FF800F99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25D5D884-18E8-4C17-A285-98600EB672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4DBD5B-FC78-4C23-8E71-5C6ADB2E40B0}" type="datetimeFigureOut">
              <a:rPr lang="es-CO" smtClean="0"/>
              <a:t>8/09/2021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2DE81DD0-98D6-4D68-A397-6D1FAC46A5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9DF56E58-778F-448A-9332-DD99E61EBF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BDB0D-E83F-44BA-82BE-724B682BB76C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3250912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A53BF82-BFE5-489C-A2FA-8F2E05169F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3C25C6F3-2499-427F-A944-DEF74B42EE6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50308027-8EBD-4F89-8E24-B4620747EAC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7E2D3079-E8FF-4630-AA04-9E3A4F7F1F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4DBD5B-FC78-4C23-8E71-5C6ADB2E40B0}" type="datetimeFigureOut">
              <a:rPr lang="es-CO" smtClean="0"/>
              <a:t>8/09/2021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BBCE58B8-EE56-493F-AA27-782A1BF60E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6B614BDB-84B8-4B64-B44D-69EB88FDB3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BDB0D-E83F-44BA-82BE-724B682BB76C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7601786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A5E672F-A80D-40AC-92B6-EDE3BC45F6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628A0AD4-0897-4073-B5A3-7C690EFB253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13BC3F1-3000-47CB-BD23-4DD3B5B130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4DBD5B-FC78-4C23-8E71-5C6ADB2E40B0}" type="datetimeFigureOut">
              <a:rPr lang="es-CO" smtClean="0"/>
              <a:t>8/09/2021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5A08B58-41A0-480C-9E25-A2CAE03AC6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900F4EC-29A7-406E-9B64-10BD6B1ED4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BDB0D-E83F-44BA-82BE-724B682BB76C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3656173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DCECA139-9500-4D13-B5D9-FD07BB0CAA1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252915DC-BDB9-4E39-B62A-DD90CA4CB28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987B0FF-FE9D-42CD-9623-508744B63D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4DBD5B-FC78-4C23-8E71-5C6ADB2E40B0}" type="datetimeFigureOut">
              <a:rPr lang="es-CO" smtClean="0"/>
              <a:t>8/09/2021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B0A18D5-C842-4363-B08A-8788A3356B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A0D5602-53E3-4CA4-A0F7-2E746DE7D3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BDB0D-E83F-44BA-82BE-724B682BB76C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3981265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Resum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Marcador de posición de imagen 2">
            <a:extLst>
              <a:ext uri="{FF2B5EF4-FFF2-40B4-BE49-F238E27FC236}">
                <a16:creationId xmlns:a16="http://schemas.microsoft.com/office/drawing/2014/main" id="{4E797240-F963-470A-AECD-98ABDBAA5FA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-19707" y="0"/>
            <a:ext cx="12211707" cy="6745355"/>
          </a:xfrm>
          <a:prstGeom prst="rect">
            <a:avLst/>
          </a:prstGeom>
        </p:spPr>
        <p:txBody>
          <a:bodyPr/>
          <a:lstStyle/>
          <a:p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3723469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F2E3069A-1445-471B-A4EC-AB851D7AB2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BAEEC580-8809-41E8-8C85-EEB00DBCCA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F12219E-054F-4D81-BD02-5947226C94A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B4DBD5B-FC78-4C23-8E71-5C6ADB2E40B0}" type="datetimeFigureOut">
              <a:rPr lang="es-CO" smtClean="0"/>
              <a:t>8/09/2021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3A40D14-992F-4CFC-8E6F-7F4920CE6C9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269FC30-D52F-4E5D-97B1-7DB1173DE63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A7BDB0D-E83F-44BA-82BE-724B682BB76C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9813350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emf"/><Relationship Id="rId2" Type="http://schemas.openxmlformats.org/officeDocument/2006/relationships/package" Target="../embeddings/Microsoft_Excel_Worksheet.xlsx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1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4" name="Rectangle 23">
            <a:extLst>
              <a:ext uri="{FF2B5EF4-FFF2-40B4-BE49-F238E27FC236}">
                <a16:creationId xmlns:a16="http://schemas.microsoft.com/office/drawing/2014/main" id="{16F9E488-0718-4E1E-9D12-26779F6062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Freeform: Shape 25">
            <a:extLst>
              <a:ext uri="{FF2B5EF4-FFF2-40B4-BE49-F238E27FC236}">
                <a16:creationId xmlns:a16="http://schemas.microsoft.com/office/drawing/2014/main" id="{09BE6F6B-19BD-443C-8FB0-FA45F13F95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7539505" cy="6857542"/>
          </a:xfrm>
          <a:custGeom>
            <a:avLst/>
            <a:gdLst>
              <a:gd name="connsiteX0" fmla="*/ 0 w 7539505"/>
              <a:gd name="connsiteY0" fmla="*/ 0 h 6857542"/>
              <a:gd name="connsiteX1" fmla="*/ 6392832 w 7539505"/>
              <a:gd name="connsiteY1" fmla="*/ 0 h 6857542"/>
              <a:gd name="connsiteX2" fmla="*/ 6405479 w 7539505"/>
              <a:gd name="connsiteY2" fmla="*/ 31774 h 6857542"/>
              <a:gd name="connsiteX3" fmla="*/ 7460487 w 7539505"/>
              <a:gd name="connsiteY3" fmla="*/ 2682457 h 6857542"/>
              <a:gd name="connsiteX4" fmla="*/ 7460487 w 7539505"/>
              <a:gd name="connsiteY4" fmla="*/ 3752208 h 6857542"/>
              <a:gd name="connsiteX5" fmla="*/ 6302983 w 7539505"/>
              <a:gd name="connsiteY5" fmla="*/ 6660411 h 6857542"/>
              <a:gd name="connsiteX6" fmla="*/ 6224521 w 7539505"/>
              <a:gd name="connsiteY6" fmla="*/ 6857542 h 6857542"/>
              <a:gd name="connsiteX7" fmla="*/ 0 w 7539505"/>
              <a:gd name="connsiteY7" fmla="*/ 6857542 h 68575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539505" h="6857542">
                <a:moveTo>
                  <a:pt x="0" y="0"/>
                </a:moveTo>
                <a:lnTo>
                  <a:pt x="6392832" y="0"/>
                </a:lnTo>
                <a:lnTo>
                  <a:pt x="6405479" y="31774"/>
                </a:lnTo>
                <a:cubicBezTo>
                  <a:pt x="7460487" y="2682457"/>
                  <a:pt x="7460487" y="2682457"/>
                  <a:pt x="7460487" y="2682457"/>
                </a:cubicBezTo>
                <a:cubicBezTo>
                  <a:pt x="7565845" y="2988100"/>
                  <a:pt x="7565845" y="3446565"/>
                  <a:pt x="7460487" y="3752208"/>
                </a:cubicBezTo>
                <a:cubicBezTo>
                  <a:pt x="6976500" y="4968215"/>
                  <a:pt x="6598385" y="5918220"/>
                  <a:pt x="6302983" y="6660411"/>
                </a:cubicBezTo>
                <a:lnTo>
                  <a:pt x="6224521" y="6857542"/>
                </a:lnTo>
                <a:lnTo>
                  <a:pt x="0" y="6857542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92AAE609-C327-4952-BB48-254E9015AD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7293178" y="681628"/>
            <a:ext cx="1562267" cy="1172973"/>
            <a:chOff x="7493121" y="1000124"/>
            <a:chExt cx="1562267" cy="1172973"/>
          </a:xfrm>
        </p:grpSpPr>
        <p:sp>
          <p:nvSpPr>
            <p:cNvPr id="29" name="Freeform 5">
              <a:extLst>
                <a:ext uri="{FF2B5EF4-FFF2-40B4-BE49-F238E27FC236}">
                  <a16:creationId xmlns:a16="http://schemas.microsoft.com/office/drawing/2014/main" id="{94F06CAB-1C7B-4E12-B1B8-5F7067FDAD1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93121" y="1348782"/>
              <a:ext cx="935037" cy="824315"/>
            </a:xfrm>
            <a:custGeom>
              <a:avLst/>
              <a:gdLst>
                <a:gd name="T0" fmla="*/ 225 w 785"/>
                <a:gd name="T1" fmla="*/ 692 h 692"/>
                <a:gd name="T2" fmla="*/ 177 w 785"/>
                <a:gd name="T3" fmla="*/ 665 h 692"/>
                <a:gd name="T4" fmla="*/ 9 w 785"/>
                <a:gd name="T5" fmla="*/ 374 h 692"/>
                <a:gd name="T6" fmla="*/ 9 w 785"/>
                <a:gd name="T7" fmla="*/ 318 h 692"/>
                <a:gd name="T8" fmla="*/ 177 w 785"/>
                <a:gd name="T9" fmla="*/ 27 h 692"/>
                <a:gd name="T10" fmla="*/ 225 w 785"/>
                <a:gd name="T11" fmla="*/ 0 h 692"/>
                <a:gd name="T12" fmla="*/ 561 w 785"/>
                <a:gd name="T13" fmla="*/ 0 h 692"/>
                <a:gd name="T14" fmla="*/ 609 w 785"/>
                <a:gd name="T15" fmla="*/ 27 h 692"/>
                <a:gd name="T16" fmla="*/ 777 w 785"/>
                <a:gd name="T17" fmla="*/ 318 h 692"/>
                <a:gd name="T18" fmla="*/ 777 w 785"/>
                <a:gd name="T19" fmla="*/ 374 h 692"/>
                <a:gd name="T20" fmla="*/ 609 w 785"/>
                <a:gd name="T21" fmla="*/ 665 h 692"/>
                <a:gd name="T22" fmla="*/ 561 w 785"/>
                <a:gd name="T23" fmla="*/ 692 h 692"/>
                <a:gd name="T24" fmla="*/ 225 w 785"/>
                <a:gd name="T25" fmla="*/ 692 h 6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85" h="692">
                  <a:moveTo>
                    <a:pt x="225" y="692"/>
                  </a:moveTo>
                  <a:cubicBezTo>
                    <a:pt x="207" y="692"/>
                    <a:pt x="185" y="680"/>
                    <a:pt x="177" y="665"/>
                  </a:cubicBezTo>
                  <a:cubicBezTo>
                    <a:pt x="9" y="374"/>
                    <a:pt x="9" y="374"/>
                    <a:pt x="9" y="374"/>
                  </a:cubicBezTo>
                  <a:cubicBezTo>
                    <a:pt x="0" y="358"/>
                    <a:pt x="0" y="334"/>
                    <a:pt x="9" y="318"/>
                  </a:cubicBezTo>
                  <a:cubicBezTo>
                    <a:pt x="177" y="27"/>
                    <a:pt x="177" y="27"/>
                    <a:pt x="177" y="27"/>
                  </a:cubicBezTo>
                  <a:cubicBezTo>
                    <a:pt x="185" y="12"/>
                    <a:pt x="207" y="0"/>
                    <a:pt x="225" y="0"/>
                  </a:cubicBezTo>
                  <a:cubicBezTo>
                    <a:pt x="561" y="0"/>
                    <a:pt x="561" y="0"/>
                    <a:pt x="561" y="0"/>
                  </a:cubicBezTo>
                  <a:cubicBezTo>
                    <a:pt x="578" y="0"/>
                    <a:pt x="600" y="12"/>
                    <a:pt x="609" y="27"/>
                  </a:cubicBezTo>
                  <a:cubicBezTo>
                    <a:pt x="777" y="318"/>
                    <a:pt x="777" y="318"/>
                    <a:pt x="777" y="318"/>
                  </a:cubicBezTo>
                  <a:cubicBezTo>
                    <a:pt x="785" y="334"/>
                    <a:pt x="785" y="358"/>
                    <a:pt x="777" y="374"/>
                  </a:cubicBezTo>
                  <a:cubicBezTo>
                    <a:pt x="609" y="665"/>
                    <a:pt x="609" y="665"/>
                    <a:pt x="609" y="665"/>
                  </a:cubicBezTo>
                  <a:cubicBezTo>
                    <a:pt x="600" y="680"/>
                    <a:pt x="578" y="692"/>
                    <a:pt x="561" y="692"/>
                  </a:cubicBezTo>
                  <a:lnTo>
                    <a:pt x="225" y="692"/>
                  </a:lnTo>
                  <a:close/>
                </a:path>
              </a:pathLst>
            </a:custGeom>
            <a:noFill/>
            <a:ln w="28575" cmpd="sng">
              <a:solidFill>
                <a:schemeClr val="tx1"/>
              </a:solidFill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0" name="Freeform 5">
              <a:extLst>
                <a:ext uri="{FF2B5EF4-FFF2-40B4-BE49-F238E27FC236}">
                  <a16:creationId xmlns:a16="http://schemas.microsoft.com/office/drawing/2014/main" id="{48448472-893D-4CE9-9024-B0F79813BF2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293221" y="1000124"/>
              <a:ext cx="762167" cy="671915"/>
            </a:xfrm>
            <a:custGeom>
              <a:avLst/>
              <a:gdLst>
                <a:gd name="T0" fmla="*/ 225 w 785"/>
                <a:gd name="T1" fmla="*/ 692 h 692"/>
                <a:gd name="T2" fmla="*/ 177 w 785"/>
                <a:gd name="T3" fmla="*/ 665 h 692"/>
                <a:gd name="T4" fmla="*/ 9 w 785"/>
                <a:gd name="T5" fmla="*/ 374 h 692"/>
                <a:gd name="T6" fmla="*/ 9 w 785"/>
                <a:gd name="T7" fmla="*/ 318 h 692"/>
                <a:gd name="T8" fmla="*/ 177 w 785"/>
                <a:gd name="T9" fmla="*/ 27 h 692"/>
                <a:gd name="T10" fmla="*/ 225 w 785"/>
                <a:gd name="T11" fmla="*/ 0 h 692"/>
                <a:gd name="T12" fmla="*/ 561 w 785"/>
                <a:gd name="T13" fmla="*/ 0 h 692"/>
                <a:gd name="T14" fmla="*/ 609 w 785"/>
                <a:gd name="T15" fmla="*/ 27 h 692"/>
                <a:gd name="T16" fmla="*/ 777 w 785"/>
                <a:gd name="T17" fmla="*/ 318 h 692"/>
                <a:gd name="T18" fmla="*/ 777 w 785"/>
                <a:gd name="T19" fmla="*/ 374 h 692"/>
                <a:gd name="T20" fmla="*/ 609 w 785"/>
                <a:gd name="T21" fmla="*/ 665 h 692"/>
                <a:gd name="T22" fmla="*/ 561 w 785"/>
                <a:gd name="T23" fmla="*/ 692 h 692"/>
                <a:gd name="T24" fmla="*/ 225 w 785"/>
                <a:gd name="T25" fmla="*/ 692 h 6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85" h="692">
                  <a:moveTo>
                    <a:pt x="225" y="692"/>
                  </a:moveTo>
                  <a:cubicBezTo>
                    <a:pt x="207" y="692"/>
                    <a:pt x="185" y="680"/>
                    <a:pt x="177" y="665"/>
                  </a:cubicBezTo>
                  <a:cubicBezTo>
                    <a:pt x="9" y="374"/>
                    <a:pt x="9" y="374"/>
                    <a:pt x="9" y="374"/>
                  </a:cubicBezTo>
                  <a:cubicBezTo>
                    <a:pt x="0" y="358"/>
                    <a:pt x="0" y="334"/>
                    <a:pt x="9" y="318"/>
                  </a:cubicBezTo>
                  <a:cubicBezTo>
                    <a:pt x="177" y="27"/>
                    <a:pt x="177" y="27"/>
                    <a:pt x="177" y="27"/>
                  </a:cubicBezTo>
                  <a:cubicBezTo>
                    <a:pt x="185" y="12"/>
                    <a:pt x="207" y="0"/>
                    <a:pt x="225" y="0"/>
                  </a:cubicBezTo>
                  <a:cubicBezTo>
                    <a:pt x="561" y="0"/>
                    <a:pt x="561" y="0"/>
                    <a:pt x="561" y="0"/>
                  </a:cubicBezTo>
                  <a:cubicBezTo>
                    <a:pt x="578" y="0"/>
                    <a:pt x="600" y="12"/>
                    <a:pt x="609" y="27"/>
                  </a:cubicBezTo>
                  <a:cubicBezTo>
                    <a:pt x="777" y="318"/>
                    <a:pt x="777" y="318"/>
                    <a:pt x="777" y="318"/>
                  </a:cubicBezTo>
                  <a:cubicBezTo>
                    <a:pt x="785" y="334"/>
                    <a:pt x="785" y="358"/>
                    <a:pt x="777" y="374"/>
                  </a:cubicBezTo>
                  <a:cubicBezTo>
                    <a:pt x="609" y="665"/>
                    <a:pt x="609" y="665"/>
                    <a:pt x="609" y="665"/>
                  </a:cubicBezTo>
                  <a:cubicBezTo>
                    <a:pt x="600" y="680"/>
                    <a:pt x="578" y="692"/>
                    <a:pt x="561" y="692"/>
                  </a:cubicBezTo>
                  <a:lnTo>
                    <a:pt x="225" y="692"/>
                  </a:lnTo>
                  <a:close/>
                </a:path>
              </a:pathLst>
            </a:custGeom>
            <a:noFill/>
            <a:ln w="28575" cmpd="sng">
              <a:solidFill>
                <a:schemeClr val="tx1"/>
              </a:solidFill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" name="Título 1">
            <a:extLst>
              <a:ext uri="{FF2B5EF4-FFF2-40B4-BE49-F238E27FC236}">
                <a16:creationId xmlns:a16="http://schemas.microsoft.com/office/drawing/2014/main" id="{56368A20-7BBF-4424-88B1-617D54A72E1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39414" y="1270007"/>
            <a:ext cx="5845097" cy="4317987"/>
          </a:xfrm>
        </p:spPr>
        <p:txBody>
          <a:bodyPr anchor="ctr">
            <a:normAutofit/>
          </a:bodyPr>
          <a:lstStyle/>
          <a:p>
            <a:pPr algn="r"/>
            <a:r>
              <a:rPr lang="es-ES" sz="2800" b="1" i="0" dirty="0">
                <a:solidFill>
                  <a:schemeClr val="bg1"/>
                </a:solidFill>
                <a:effectLst/>
                <a:latin typeface="Helvetica Neue"/>
              </a:rPr>
              <a:t>Estudio de recursos sanitarios de hospitalización general generados por la pandemia de SARS-CoV-2</a:t>
            </a:r>
            <a:endParaRPr lang="es-CO" sz="2800" dirty="0">
              <a:solidFill>
                <a:schemeClr val="bg1"/>
              </a:solidFill>
            </a:endParaRPr>
          </a:p>
        </p:txBody>
      </p:sp>
      <p:pic>
        <p:nvPicPr>
          <p:cNvPr id="1026" name="Picture 2" descr="Secretaría Distrital de Salud de Bogotá Inicio">
            <a:extLst>
              <a:ext uri="{FF2B5EF4-FFF2-40B4-BE49-F238E27FC236}">
                <a16:creationId xmlns:a16="http://schemas.microsoft.com/office/drawing/2014/main" id="{2F19602B-BA7C-4F5E-B826-3C7FD8C9281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78919" y="4404275"/>
            <a:ext cx="3200558" cy="12947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0" name="Título 1">
            <a:extLst>
              <a:ext uri="{FF2B5EF4-FFF2-40B4-BE49-F238E27FC236}">
                <a16:creationId xmlns:a16="http://schemas.microsoft.com/office/drawing/2014/main" id="{5BE2C7A0-E547-40E3-8465-999B4EA4E3F5}"/>
              </a:ext>
            </a:extLst>
          </p:cNvPr>
          <p:cNvSpPr txBox="1">
            <a:spLocks/>
          </p:cNvSpPr>
          <p:nvPr/>
        </p:nvSpPr>
        <p:spPr>
          <a:xfrm>
            <a:off x="7876422" y="4066958"/>
            <a:ext cx="3978660" cy="30789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s-ES" sz="1800" b="1" dirty="0">
                <a:latin typeface="Helvetica Neue"/>
              </a:rPr>
              <a:t>Felipe Segundo Abril Bermúdez</a:t>
            </a:r>
            <a:endParaRPr lang="es-CO" sz="1800" dirty="0"/>
          </a:p>
        </p:txBody>
      </p:sp>
      <p:pic>
        <p:nvPicPr>
          <p:cNvPr id="1030" name="Picture 6" descr="Covid-19 – ASECHIAPAS">
            <a:extLst>
              <a:ext uri="{FF2B5EF4-FFF2-40B4-BE49-F238E27FC236}">
                <a16:creationId xmlns:a16="http://schemas.microsoft.com/office/drawing/2014/main" id="{58AECB0F-68F3-44F7-84D3-1EB9B23D5D2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35707" y="1497262"/>
            <a:ext cx="2619375" cy="17430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4576500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3" name="Rectangle 22">
            <a:extLst>
              <a:ext uri="{FF2B5EF4-FFF2-40B4-BE49-F238E27FC236}">
                <a16:creationId xmlns:a16="http://schemas.microsoft.com/office/drawing/2014/main" id="{33CD251C-A887-4D2F-925B-FC09719853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B19D093C-27FB-4032-B282-42C4563F2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694548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56368A20-7BBF-4424-88B1-617D54A72E1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67290" y="1780661"/>
            <a:ext cx="3582073" cy="1463472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l"/>
            <a:r>
              <a:rPr lang="en-US" sz="4400" b="1" i="0" kern="1200" dirty="0">
                <a:solidFill>
                  <a:schemeClr val="bg1"/>
                </a:solidFill>
                <a:effectLst/>
                <a:latin typeface="+mj-lt"/>
                <a:ea typeface="+mj-ea"/>
                <a:cs typeface="+mj-cs"/>
              </a:rPr>
              <a:t>Introducción</a:t>
            </a:r>
            <a:endParaRPr lang="en-US" sz="4800" kern="1200" dirty="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35EE815E-1BD3-4777-B652-6D98825BF6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767290" y="681628"/>
            <a:ext cx="1128382" cy="847206"/>
            <a:chOff x="668003" y="1684057"/>
            <a:chExt cx="1128382" cy="847206"/>
          </a:xfrm>
        </p:grpSpPr>
        <p:sp>
          <p:nvSpPr>
            <p:cNvPr id="28" name="Freeform 5">
              <a:extLst>
                <a:ext uri="{FF2B5EF4-FFF2-40B4-BE49-F238E27FC236}">
                  <a16:creationId xmlns:a16="http://schemas.microsoft.com/office/drawing/2014/main" id="{E6692982-4A7D-4392-87CD-F0CD4B027DD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8003" y="1935883"/>
              <a:ext cx="675351" cy="595380"/>
            </a:xfrm>
            <a:custGeom>
              <a:avLst/>
              <a:gdLst>
                <a:gd name="T0" fmla="*/ 225 w 785"/>
                <a:gd name="T1" fmla="*/ 692 h 692"/>
                <a:gd name="T2" fmla="*/ 177 w 785"/>
                <a:gd name="T3" fmla="*/ 665 h 692"/>
                <a:gd name="T4" fmla="*/ 9 w 785"/>
                <a:gd name="T5" fmla="*/ 374 h 692"/>
                <a:gd name="T6" fmla="*/ 9 w 785"/>
                <a:gd name="T7" fmla="*/ 318 h 692"/>
                <a:gd name="T8" fmla="*/ 177 w 785"/>
                <a:gd name="T9" fmla="*/ 27 h 692"/>
                <a:gd name="T10" fmla="*/ 225 w 785"/>
                <a:gd name="T11" fmla="*/ 0 h 692"/>
                <a:gd name="T12" fmla="*/ 561 w 785"/>
                <a:gd name="T13" fmla="*/ 0 h 692"/>
                <a:gd name="T14" fmla="*/ 609 w 785"/>
                <a:gd name="T15" fmla="*/ 27 h 692"/>
                <a:gd name="T16" fmla="*/ 777 w 785"/>
                <a:gd name="T17" fmla="*/ 318 h 692"/>
                <a:gd name="T18" fmla="*/ 777 w 785"/>
                <a:gd name="T19" fmla="*/ 374 h 692"/>
                <a:gd name="T20" fmla="*/ 609 w 785"/>
                <a:gd name="T21" fmla="*/ 665 h 692"/>
                <a:gd name="T22" fmla="*/ 561 w 785"/>
                <a:gd name="T23" fmla="*/ 692 h 692"/>
                <a:gd name="T24" fmla="*/ 225 w 785"/>
                <a:gd name="T25" fmla="*/ 692 h 6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85" h="692">
                  <a:moveTo>
                    <a:pt x="225" y="692"/>
                  </a:moveTo>
                  <a:cubicBezTo>
                    <a:pt x="207" y="692"/>
                    <a:pt x="185" y="680"/>
                    <a:pt x="177" y="665"/>
                  </a:cubicBezTo>
                  <a:cubicBezTo>
                    <a:pt x="9" y="374"/>
                    <a:pt x="9" y="374"/>
                    <a:pt x="9" y="374"/>
                  </a:cubicBezTo>
                  <a:cubicBezTo>
                    <a:pt x="0" y="358"/>
                    <a:pt x="0" y="334"/>
                    <a:pt x="9" y="318"/>
                  </a:cubicBezTo>
                  <a:cubicBezTo>
                    <a:pt x="177" y="27"/>
                    <a:pt x="177" y="27"/>
                    <a:pt x="177" y="27"/>
                  </a:cubicBezTo>
                  <a:cubicBezTo>
                    <a:pt x="185" y="12"/>
                    <a:pt x="207" y="0"/>
                    <a:pt x="225" y="0"/>
                  </a:cubicBezTo>
                  <a:cubicBezTo>
                    <a:pt x="561" y="0"/>
                    <a:pt x="561" y="0"/>
                    <a:pt x="561" y="0"/>
                  </a:cubicBezTo>
                  <a:cubicBezTo>
                    <a:pt x="578" y="0"/>
                    <a:pt x="600" y="12"/>
                    <a:pt x="609" y="27"/>
                  </a:cubicBezTo>
                  <a:cubicBezTo>
                    <a:pt x="777" y="318"/>
                    <a:pt x="777" y="318"/>
                    <a:pt x="777" y="318"/>
                  </a:cubicBezTo>
                  <a:cubicBezTo>
                    <a:pt x="785" y="334"/>
                    <a:pt x="785" y="358"/>
                    <a:pt x="777" y="374"/>
                  </a:cubicBezTo>
                  <a:cubicBezTo>
                    <a:pt x="609" y="665"/>
                    <a:pt x="609" y="665"/>
                    <a:pt x="609" y="665"/>
                  </a:cubicBezTo>
                  <a:cubicBezTo>
                    <a:pt x="600" y="680"/>
                    <a:pt x="578" y="692"/>
                    <a:pt x="561" y="692"/>
                  </a:cubicBezTo>
                  <a:lnTo>
                    <a:pt x="225" y="692"/>
                  </a:lnTo>
                  <a:close/>
                </a:path>
              </a:pathLst>
            </a:custGeom>
            <a:noFill/>
            <a:ln w="28575" cmpd="sng">
              <a:solidFill>
                <a:schemeClr val="bg1"/>
              </a:solidFill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9" name="Freeform 5">
              <a:extLst>
                <a:ext uri="{FF2B5EF4-FFF2-40B4-BE49-F238E27FC236}">
                  <a16:creationId xmlns:a16="http://schemas.microsoft.com/office/drawing/2014/main" id="{196485F7-F277-4123-AC53-98EA4C85877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45893" y="1684057"/>
              <a:ext cx="550492" cy="485306"/>
            </a:xfrm>
            <a:custGeom>
              <a:avLst/>
              <a:gdLst>
                <a:gd name="T0" fmla="*/ 225 w 785"/>
                <a:gd name="T1" fmla="*/ 692 h 692"/>
                <a:gd name="T2" fmla="*/ 177 w 785"/>
                <a:gd name="T3" fmla="*/ 665 h 692"/>
                <a:gd name="T4" fmla="*/ 9 w 785"/>
                <a:gd name="T5" fmla="*/ 374 h 692"/>
                <a:gd name="T6" fmla="*/ 9 w 785"/>
                <a:gd name="T7" fmla="*/ 318 h 692"/>
                <a:gd name="T8" fmla="*/ 177 w 785"/>
                <a:gd name="T9" fmla="*/ 27 h 692"/>
                <a:gd name="T10" fmla="*/ 225 w 785"/>
                <a:gd name="T11" fmla="*/ 0 h 692"/>
                <a:gd name="T12" fmla="*/ 561 w 785"/>
                <a:gd name="T13" fmla="*/ 0 h 692"/>
                <a:gd name="T14" fmla="*/ 609 w 785"/>
                <a:gd name="T15" fmla="*/ 27 h 692"/>
                <a:gd name="T16" fmla="*/ 777 w 785"/>
                <a:gd name="T17" fmla="*/ 318 h 692"/>
                <a:gd name="T18" fmla="*/ 777 w 785"/>
                <a:gd name="T19" fmla="*/ 374 h 692"/>
                <a:gd name="T20" fmla="*/ 609 w 785"/>
                <a:gd name="T21" fmla="*/ 665 h 692"/>
                <a:gd name="T22" fmla="*/ 561 w 785"/>
                <a:gd name="T23" fmla="*/ 692 h 692"/>
                <a:gd name="T24" fmla="*/ 225 w 785"/>
                <a:gd name="T25" fmla="*/ 692 h 6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85" h="692">
                  <a:moveTo>
                    <a:pt x="225" y="692"/>
                  </a:moveTo>
                  <a:cubicBezTo>
                    <a:pt x="207" y="692"/>
                    <a:pt x="185" y="680"/>
                    <a:pt x="177" y="665"/>
                  </a:cubicBezTo>
                  <a:cubicBezTo>
                    <a:pt x="9" y="374"/>
                    <a:pt x="9" y="374"/>
                    <a:pt x="9" y="374"/>
                  </a:cubicBezTo>
                  <a:cubicBezTo>
                    <a:pt x="0" y="358"/>
                    <a:pt x="0" y="334"/>
                    <a:pt x="9" y="318"/>
                  </a:cubicBezTo>
                  <a:cubicBezTo>
                    <a:pt x="177" y="27"/>
                    <a:pt x="177" y="27"/>
                    <a:pt x="177" y="27"/>
                  </a:cubicBezTo>
                  <a:cubicBezTo>
                    <a:pt x="185" y="12"/>
                    <a:pt x="207" y="0"/>
                    <a:pt x="225" y="0"/>
                  </a:cubicBezTo>
                  <a:cubicBezTo>
                    <a:pt x="561" y="0"/>
                    <a:pt x="561" y="0"/>
                    <a:pt x="561" y="0"/>
                  </a:cubicBezTo>
                  <a:cubicBezTo>
                    <a:pt x="578" y="0"/>
                    <a:pt x="600" y="12"/>
                    <a:pt x="609" y="27"/>
                  </a:cubicBezTo>
                  <a:cubicBezTo>
                    <a:pt x="777" y="318"/>
                    <a:pt x="777" y="318"/>
                    <a:pt x="777" y="318"/>
                  </a:cubicBezTo>
                  <a:cubicBezTo>
                    <a:pt x="785" y="334"/>
                    <a:pt x="785" y="358"/>
                    <a:pt x="777" y="374"/>
                  </a:cubicBezTo>
                  <a:cubicBezTo>
                    <a:pt x="609" y="665"/>
                    <a:pt x="609" y="665"/>
                    <a:pt x="609" y="665"/>
                  </a:cubicBezTo>
                  <a:cubicBezTo>
                    <a:pt x="600" y="680"/>
                    <a:pt x="578" y="692"/>
                    <a:pt x="561" y="692"/>
                  </a:cubicBezTo>
                  <a:lnTo>
                    <a:pt x="225" y="692"/>
                  </a:lnTo>
                  <a:close/>
                </a:path>
              </a:pathLst>
            </a:custGeom>
            <a:noFill/>
            <a:ln w="28575" cmpd="sng">
              <a:solidFill>
                <a:schemeClr val="bg1"/>
              </a:solidFill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4" name="CuadroTexto 3">
            <a:extLst>
              <a:ext uri="{FF2B5EF4-FFF2-40B4-BE49-F238E27FC236}">
                <a16:creationId xmlns:a16="http://schemas.microsoft.com/office/drawing/2014/main" id="{9D9EA1F3-2F1B-4219-B89F-9DA7968623EB}"/>
              </a:ext>
            </a:extLst>
          </p:cNvPr>
          <p:cNvSpPr txBox="1"/>
          <p:nvPr/>
        </p:nvSpPr>
        <p:spPr>
          <a:xfrm>
            <a:off x="767290" y="2690191"/>
            <a:ext cx="3582072" cy="3750366"/>
          </a:xfrm>
          <a:prstGeom prst="rect">
            <a:avLst/>
          </a:prstGeom>
        </p:spPr>
        <p:txBody>
          <a:bodyPr vert="horz" lIns="91440" tIns="45720" rIns="91440" bIns="45720" rtlCol="0" anchor="t">
            <a:normAutofit lnSpcReduction="10000"/>
          </a:bodyPr>
          <a:lstStyle/>
          <a:p>
            <a:pPr marL="285750" indent="-228600" algn="just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 b="1" dirty="0" err="1">
                <a:solidFill>
                  <a:schemeClr val="bg1"/>
                </a:solidFill>
              </a:rPr>
              <a:t>Entidad</a:t>
            </a:r>
            <a:r>
              <a:rPr lang="en-US" sz="1600" b="1" dirty="0">
                <a:solidFill>
                  <a:schemeClr val="bg1"/>
                </a:solidFill>
              </a:rPr>
              <a:t>:</a:t>
            </a:r>
            <a:r>
              <a:rPr lang="en-US" sz="1600" dirty="0">
                <a:solidFill>
                  <a:schemeClr val="bg1"/>
                </a:solidFill>
              </a:rPr>
              <a:t> </a:t>
            </a:r>
            <a:r>
              <a:rPr lang="en-US" sz="1600" dirty="0" err="1">
                <a:solidFill>
                  <a:schemeClr val="bg1"/>
                </a:solidFill>
              </a:rPr>
              <a:t>Secretaría</a:t>
            </a:r>
            <a:r>
              <a:rPr lang="en-US" sz="1600" dirty="0">
                <a:solidFill>
                  <a:schemeClr val="bg1"/>
                </a:solidFill>
              </a:rPr>
              <a:t> </a:t>
            </a:r>
            <a:r>
              <a:rPr lang="en-US" sz="1600" dirty="0" err="1">
                <a:solidFill>
                  <a:schemeClr val="bg1"/>
                </a:solidFill>
              </a:rPr>
              <a:t>Distrital</a:t>
            </a:r>
            <a:r>
              <a:rPr lang="en-US" sz="1600" dirty="0">
                <a:solidFill>
                  <a:schemeClr val="bg1"/>
                </a:solidFill>
              </a:rPr>
              <a:t> de </a:t>
            </a:r>
            <a:r>
              <a:rPr lang="en-US" sz="1600" dirty="0" err="1">
                <a:solidFill>
                  <a:schemeClr val="bg1"/>
                </a:solidFill>
              </a:rPr>
              <a:t>Salud</a:t>
            </a:r>
            <a:r>
              <a:rPr lang="en-US" sz="1600" dirty="0">
                <a:solidFill>
                  <a:schemeClr val="bg1"/>
                </a:solidFill>
              </a:rPr>
              <a:t> </a:t>
            </a:r>
            <a:r>
              <a:rPr lang="en-US" sz="1600" dirty="0" err="1">
                <a:solidFill>
                  <a:schemeClr val="bg1"/>
                </a:solidFill>
              </a:rPr>
              <a:t>Pública</a:t>
            </a:r>
            <a:r>
              <a:rPr lang="en-US" sz="1600" dirty="0">
                <a:solidFill>
                  <a:schemeClr val="bg1"/>
                </a:solidFill>
              </a:rPr>
              <a:t>, Grupo ASIS - FEM.</a:t>
            </a:r>
          </a:p>
          <a:p>
            <a:pPr marL="285750" indent="-228600" algn="just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 b="1" dirty="0" err="1">
                <a:solidFill>
                  <a:schemeClr val="bg1"/>
                </a:solidFill>
              </a:rPr>
              <a:t>Necesidad</a:t>
            </a:r>
            <a:r>
              <a:rPr lang="en-US" sz="1600" b="1" dirty="0">
                <a:solidFill>
                  <a:schemeClr val="bg1"/>
                </a:solidFill>
              </a:rPr>
              <a:t>:</a:t>
            </a:r>
            <a:r>
              <a:rPr lang="en-US" sz="1600" dirty="0">
                <a:solidFill>
                  <a:schemeClr val="bg1"/>
                </a:solidFill>
              </a:rPr>
              <a:t> </a:t>
            </a:r>
            <a:r>
              <a:rPr lang="en-US" sz="1600" dirty="0" err="1">
                <a:solidFill>
                  <a:schemeClr val="bg1"/>
                </a:solidFill>
              </a:rPr>
              <a:t>Proyección</a:t>
            </a:r>
            <a:r>
              <a:rPr lang="en-US" sz="1600" dirty="0">
                <a:solidFill>
                  <a:schemeClr val="bg1"/>
                </a:solidFill>
              </a:rPr>
              <a:t> de la </a:t>
            </a:r>
            <a:r>
              <a:rPr lang="en-US" sz="1600" dirty="0" err="1">
                <a:solidFill>
                  <a:schemeClr val="bg1"/>
                </a:solidFill>
              </a:rPr>
              <a:t>ocupación</a:t>
            </a:r>
            <a:r>
              <a:rPr lang="en-US" sz="1600" dirty="0">
                <a:solidFill>
                  <a:schemeClr val="bg1"/>
                </a:solidFill>
              </a:rPr>
              <a:t> de </a:t>
            </a:r>
            <a:r>
              <a:rPr lang="en-US" sz="1600" dirty="0" err="1">
                <a:solidFill>
                  <a:schemeClr val="bg1"/>
                </a:solidFill>
              </a:rPr>
              <a:t>hospitalización</a:t>
            </a:r>
            <a:r>
              <a:rPr lang="en-US" sz="1600" dirty="0">
                <a:solidFill>
                  <a:schemeClr val="bg1"/>
                </a:solidFill>
              </a:rPr>
              <a:t> general o UCI a </a:t>
            </a:r>
            <a:r>
              <a:rPr lang="en-US" sz="1600" dirty="0" err="1">
                <a:solidFill>
                  <a:schemeClr val="bg1"/>
                </a:solidFill>
              </a:rPr>
              <a:t>nivel</a:t>
            </a:r>
            <a:r>
              <a:rPr lang="en-US" sz="1600" dirty="0">
                <a:solidFill>
                  <a:schemeClr val="bg1"/>
                </a:solidFill>
              </a:rPr>
              <a:t> </a:t>
            </a:r>
            <a:r>
              <a:rPr lang="en-US" sz="1600" dirty="0" err="1">
                <a:solidFill>
                  <a:schemeClr val="bg1"/>
                </a:solidFill>
              </a:rPr>
              <a:t>distrital</a:t>
            </a:r>
            <a:r>
              <a:rPr lang="en-US" sz="1600" dirty="0">
                <a:solidFill>
                  <a:schemeClr val="bg1"/>
                </a:solidFill>
              </a:rPr>
              <a:t> que </a:t>
            </a:r>
            <a:r>
              <a:rPr lang="en-US" sz="1600" dirty="0" err="1">
                <a:solidFill>
                  <a:schemeClr val="bg1"/>
                </a:solidFill>
              </a:rPr>
              <a:t>contemple</a:t>
            </a:r>
            <a:r>
              <a:rPr lang="en-US" sz="1600" dirty="0">
                <a:solidFill>
                  <a:schemeClr val="bg1"/>
                </a:solidFill>
              </a:rPr>
              <a:t> </a:t>
            </a:r>
            <a:r>
              <a:rPr lang="en-US" sz="1600" dirty="0" err="1">
                <a:solidFill>
                  <a:schemeClr val="bg1"/>
                </a:solidFill>
              </a:rPr>
              <a:t>vacunación</a:t>
            </a:r>
            <a:r>
              <a:rPr lang="en-US" sz="1600" dirty="0">
                <a:solidFill>
                  <a:schemeClr val="bg1"/>
                </a:solidFill>
              </a:rPr>
              <a:t> </a:t>
            </a:r>
            <a:r>
              <a:rPr lang="en-US" sz="1600" dirty="0" err="1">
                <a:solidFill>
                  <a:schemeClr val="bg1"/>
                </a:solidFill>
              </a:rPr>
              <a:t>masiva</a:t>
            </a:r>
            <a:r>
              <a:rPr lang="en-US" sz="1600" dirty="0">
                <a:solidFill>
                  <a:schemeClr val="bg1"/>
                </a:solidFill>
              </a:rPr>
              <a:t> y </a:t>
            </a:r>
            <a:r>
              <a:rPr lang="en-US" sz="1600" dirty="0" err="1">
                <a:solidFill>
                  <a:schemeClr val="bg1"/>
                </a:solidFill>
              </a:rPr>
              <a:t>variantes</a:t>
            </a:r>
            <a:r>
              <a:rPr lang="en-US" sz="1600" dirty="0">
                <a:solidFill>
                  <a:schemeClr val="bg1"/>
                </a:solidFill>
              </a:rPr>
              <a:t> </a:t>
            </a:r>
            <a:r>
              <a:rPr lang="en-US" sz="1600" dirty="0" err="1">
                <a:solidFill>
                  <a:schemeClr val="bg1"/>
                </a:solidFill>
              </a:rPr>
              <a:t>biológicas</a:t>
            </a:r>
            <a:r>
              <a:rPr lang="en-US" sz="1600" dirty="0">
                <a:solidFill>
                  <a:schemeClr val="bg1"/>
                </a:solidFill>
              </a:rPr>
              <a:t>.</a:t>
            </a:r>
          </a:p>
          <a:p>
            <a:pPr marL="285750" indent="-228600" algn="just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 b="1" dirty="0" err="1">
                <a:solidFill>
                  <a:schemeClr val="bg1"/>
                </a:solidFill>
              </a:rPr>
              <a:t>Situación</a:t>
            </a:r>
            <a:r>
              <a:rPr lang="en-US" sz="1600" b="1" dirty="0">
                <a:solidFill>
                  <a:schemeClr val="bg1"/>
                </a:solidFill>
              </a:rPr>
              <a:t> actual:</a:t>
            </a:r>
            <a:r>
              <a:rPr lang="en-US" sz="1600" dirty="0">
                <a:solidFill>
                  <a:schemeClr val="bg1"/>
                </a:solidFill>
              </a:rPr>
              <a:t> 1.444.000 </a:t>
            </a:r>
            <a:r>
              <a:rPr lang="en-US" sz="1600" dirty="0" err="1">
                <a:solidFill>
                  <a:schemeClr val="bg1"/>
                </a:solidFill>
              </a:rPr>
              <a:t>casos</a:t>
            </a:r>
            <a:r>
              <a:rPr lang="en-US" sz="1600" dirty="0">
                <a:solidFill>
                  <a:schemeClr val="bg1"/>
                </a:solidFill>
              </a:rPr>
              <a:t> </a:t>
            </a:r>
            <a:r>
              <a:rPr lang="en-US" sz="1600" dirty="0" err="1">
                <a:solidFill>
                  <a:schemeClr val="bg1"/>
                </a:solidFill>
              </a:rPr>
              <a:t>confirmados</a:t>
            </a:r>
            <a:r>
              <a:rPr lang="en-US" sz="1600" dirty="0">
                <a:solidFill>
                  <a:schemeClr val="bg1"/>
                </a:solidFill>
              </a:rPr>
              <a:t> de SARS-CoV-2/Covid-19 </a:t>
            </a:r>
            <a:r>
              <a:rPr lang="en-US" sz="1600" dirty="0" err="1">
                <a:solidFill>
                  <a:schemeClr val="bg1"/>
                </a:solidFill>
              </a:rPr>
              <a:t>en</a:t>
            </a:r>
            <a:r>
              <a:rPr lang="en-US" sz="1600" dirty="0">
                <a:solidFill>
                  <a:schemeClr val="bg1"/>
                </a:solidFill>
              </a:rPr>
              <a:t> Bogotá (</a:t>
            </a:r>
            <a:r>
              <a:rPr lang="en-US" sz="1600" dirty="0" err="1">
                <a:solidFill>
                  <a:schemeClr val="bg1"/>
                </a:solidFill>
              </a:rPr>
              <a:t>dato</a:t>
            </a:r>
            <a:r>
              <a:rPr lang="en-US" sz="1600" dirty="0">
                <a:solidFill>
                  <a:schemeClr val="bg1"/>
                </a:solidFill>
              </a:rPr>
              <a:t> </a:t>
            </a:r>
            <a:r>
              <a:rPr lang="en-US" sz="1600" dirty="0" err="1">
                <a:solidFill>
                  <a:schemeClr val="bg1"/>
                </a:solidFill>
              </a:rPr>
              <a:t>tomado</a:t>
            </a:r>
            <a:r>
              <a:rPr lang="en-US" sz="1600" dirty="0">
                <a:solidFill>
                  <a:schemeClr val="bg1"/>
                </a:solidFill>
              </a:rPr>
              <a:t> al 8 de </a:t>
            </a:r>
            <a:r>
              <a:rPr lang="en-US" sz="1600" dirty="0" err="1">
                <a:solidFill>
                  <a:schemeClr val="bg1"/>
                </a:solidFill>
              </a:rPr>
              <a:t>septiembre</a:t>
            </a:r>
            <a:r>
              <a:rPr lang="en-US" sz="1600" dirty="0">
                <a:solidFill>
                  <a:schemeClr val="bg1"/>
                </a:solidFill>
              </a:rPr>
              <a:t> de 2021).</a:t>
            </a:r>
          </a:p>
          <a:p>
            <a:pPr marL="285750" indent="-228600" algn="just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chemeClr val="bg1"/>
                </a:solidFill>
              </a:rPr>
              <a:t>Estado del </a:t>
            </a:r>
            <a:r>
              <a:rPr lang="en-US" sz="1600" b="1" dirty="0" err="1">
                <a:solidFill>
                  <a:schemeClr val="bg1"/>
                </a:solidFill>
              </a:rPr>
              <a:t>arte</a:t>
            </a:r>
            <a:r>
              <a:rPr lang="en-US" sz="1600" b="1" dirty="0">
                <a:solidFill>
                  <a:schemeClr val="bg1"/>
                </a:solidFill>
              </a:rPr>
              <a:t>: </a:t>
            </a:r>
            <a:r>
              <a:rPr lang="en-US" sz="1600" dirty="0" err="1">
                <a:solidFill>
                  <a:schemeClr val="bg1"/>
                </a:solidFill>
              </a:rPr>
              <a:t>Modelos</a:t>
            </a:r>
            <a:r>
              <a:rPr lang="en-US" sz="1600" dirty="0">
                <a:solidFill>
                  <a:schemeClr val="bg1"/>
                </a:solidFill>
              </a:rPr>
              <a:t> </a:t>
            </a:r>
            <a:r>
              <a:rPr lang="en-US" sz="1600" dirty="0" err="1">
                <a:solidFill>
                  <a:schemeClr val="bg1"/>
                </a:solidFill>
              </a:rPr>
              <a:t>matemáticos</a:t>
            </a:r>
            <a:r>
              <a:rPr lang="en-US" sz="1600" dirty="0">
                <a:solidFill>
                  <a:schemeClr val="bg1"/>
                </a:solidFill>
              </a:rPr>
              <a:t> </a:t>
            </a:r>
            <a:r>
              <a:rPr lang="en-US" sz="1600" dirty="0" err="1">
                <a:solidFill>
                  <a:schemeClr val="bg1"/>
                </a:solidFill>
              </a:rPr>
              <a:t>compartimentales</a:t>
            </a:r>
            <a:r>
              <a:rPr lang="en-US" sz="1600" dirty="0">
                <a:solidFill>
                  <a:schemeClr val="bg1"/>
                </a:solidFill>
              </a:rPr>
              <a:t> con </a:t>
            </a:r>
            <a:r>
              <a:rPr lang="en-US" sz="1600" dirty="0" err="1">
                <a:solidFill>
                  <a:schemeClr val="bg1"/>
                </a:solidFill>
              </a:rPr>
              <a:t>heterogeneidad</a:t>
            </a:r>
            <a:r>
              <a:rPr lang="en-US" sz="1600" dirty="0">
                <a:solidFill>
                  <a:schemeClr val="bg1"/>
                </a:solidFill>
              </a:rPr>
              <a:t> </a:t>
            </a:r>
            <a:r>
              <a:rPr lang="en-US" sz="1600" dirty="0" err="1">
                <a:solidFill>
                  <a:schemeClr val="bg1"/>
                </a:solidFill>
              </a:rPr>
              <a:t>en</a:t>
            </a:r>
            <a:r>
              <a:rPr lang="en-US" sz="1600" dirty="0">
                <a:solidFill>
                  <a:schemeClr val="bg1"/>
                </a:solidFill>
              </a:rPr>
              <a:t> </a:t>
            </a:r>
            <a:r>
              <a:rPr lang="en-US" sz="1600" dirty="0" err="1">
                <a:solidFill>
                  <a:schemeClr val="bg1"/>
                </a:solidFill>
              </a:rPr>
              <a:t>el</a:t>
            </a:r>
            <a:r>
              <a:rPr lang="en-US" sz="1600" dirty="0">
                <a:solidFill>
                  <a:schemeClr val="bg1"/>
                </a:solidFill>
              </a:rPr>
              <a:t> </a:t>
            </a:r>
            <a:r>
              <a:rPr lang="en-US" sz="1600" dirty="0" err="1">
                <a:solidFill>
                  <a:schemeClr val="bg1"/>
                </a:solidFill>
              </a:rPr>
              <a:t>contacto</a:t>
            </a:r>
            <a:r>
              <a:rPr lang="en-US" sz="1600" dirty="0">
                <a:solidFill>
                  <a:schemeClr val="bg1"/>
                </a:solidFill>
              </a:rPr>
              <a:t>.</a:t>
            </a:r>
          </a:p>
          <a:p>
            <a:pPr marL="285750" indent="-228600" algn="just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 b="1" dirty="0" err="1">
                <a:solidFill>
                  <a:schemeClr val="bg1"/>
                </a:solidFill>
              </a:rPr>
              <a:t>Modelos</a:t>
            </a:r>
            <a:r>
              <a:rPr lang="en-US" sz="1600" b="1" dirty="0">
                <a:solidFill>
                  <a:schemeClr val="bg1"/>
                </a:solidFill>
              </a:rPr>
              <a:t>: </a:t>
            </a:r>
            <a:r>
              <a:rPr lang="en-US" sz="1600" dirty="0" err="1">
                <a:solidFill>
                  <a:schemeClr val="bg1"/>
                </a:solidFill>
              </a:rPr>
              <a:t>Modelo</a:t>
            </a:r>
            <a:r>
              <a:rPr lang="en-US" sz="1600" dirty="0">
                <a:solidFill>
                  <a:schemeClr val="bg1"/>
                </a:solidFill>
              </a:rPr>
              <a:t> Squire y </a:t>
            </a:r>
            <a:r>
              <a:rPr lang="en-US" sz="1600" dirty="0" err="1">
                <a:solidFill>
                  <a:schemeClr val="bg1"/>
                </a:solidFill>
              </a:rPr>
              <a:t>modelo</a:t>
            </a:r>
            <a:r>
              <a:rPr lang="en-US" sz="1600" dirty="0">
                <a:solidFill>
                  <a:schemeClr val="bg1"/>
                </a:solidFill>
              </a:rPr>
              <a:t> FRED.</a:t>
            </a:r>
          </a:p>
        </p:txBody>
      </p:sp>
      <p:pic>
        <p:nvPicPr>
          <p:cNvPr id="5" name="Imagen 4" descr="Diagrama&#10;&#10;Descripción generada automáticamente">
            <a:extLst>
              <a:ext uri="{FF2B5EF4-FFF2-40B4-BE49-F238E27FC236}">
                <a16:creationId xmlns:a16="http://schemas.microsoft.com/office/drawing/2014/main" id="{C235CF92-6D51-4C1A-9DC6-B9E4F5AF310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27252" y="1037006"/>
            <a:ext cx="7136471" cy="46922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91434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4C608BEB-860E-4094-8511-78603564A7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059050" cy="6858000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88AA075-5706-4979-A078-46B4006459F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4566" y="1618583"/>
            <a:ext cx="3909918" cy="3245409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s-ES" sz="3200" b="1" dirty="0">
                <a:solidFill>
                  <a:schemeClr val="bg1"/>
                </a:solidFill>
                <a:latin typeface="Helvetica Neue"/>
              </a:rPr>
              <a:t>Objetivo principal</a:t>
            </a:r>
          </a:p>
          <a:p>
            <a:pPr marL="0" indent="0">
              <a:buNone/>
            </a:pPr>
            <a:r>
              <a:rPr lang="es-ES" b="1" dirty="0">
                <a:solidFill>
                  <a:schemeClr val="bg1"/>
                </a:solidFill>
                <a:latin typeface="Helvetica Neue"/>
              </a:rPr>
              <a:t> </a:t>
            </a:r>
          </a:p>
          <a:p>
            <a:pPr marL="0" indent="0" algn="just">
              <a:buNone/>
            </a:pPr>
            <a:r>
              <a:rPr lang="es-ES" sz="2000" b="0" i="0" dirty="0">
                <a:solidFill>
                  <a:schemeClr val="bg1"/>
                </a:solidFill>
                <a:effectLst/>
                <a:latin typeface="Helvetica Neue"/>
              </a:rPr>
              <a:t>Diseñar e implementar modelos matemáticos que permita realizar proyecciones de potenciales escenarios futuros de la ocupación de hospitalización general</a:t>
            </a:r>
            <a:endParaRPr lang="es-CO" sz="2000" dirty="0">
              <a:solidFill>
                <a:schemeClr val="bg1"/>
              </a:solidFill>
            </a:endParaRP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1F16A8D4-FE87-4604-88B2-394B5D1EB4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129871" y="1412488"/>
            <a:ext cx="0" cy="3657600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9ABADC84-FF9C-41B6-9AA3-60279308421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202899" y="1412489"/>
            <a:ext cx="3762273" cy="36576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ES" b="1" dirty="0"/>
              <a:t>Criterios de éxito</a:t>
            </a:r>
            <a:endParaRPr lang="es-ES" dirty="0"/>
          </a:p>
          <a:p>
            <a:pPr algn="just">
              <a:buFont typeface="Arial" panose="020B0604020202020204" pitchFamily="34" charset="0"/>
              <a:buChar char="•"/>
            </a:pPr>
            <a:r>
              <a:rPr lang="es-ES" sz="1500" b="0" i="0" dirty="0">
                <a:effectLst/>
                <a:latin typeface="Helvetica Neue"/>
              </a:rPr>
              <a:t>La revisión e implementación de los modelos finalice a tiempo y sin sobrecostos. 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s-ES" sz="1500" b="0" i="0" dirty="0">
                <a:effectLst/>
                <a:latin typeface="Helvetica Neue"/>
              </a:rPr>
              <a:t>Lograr una correcta calibración de los modelos que pueda ponderarse cuantitativamente.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s-ES" sz="1500" b="0" i="0" dirty="0">
                <a:effectLst/>
                <a:latin typeface="Helvetica Neue"/>
              </a:rPr>
              <a:t>Realizar por lo menos una proyección de la ocupación de hospitalización general antes de la finalización de la tercera ola de </a:t>
            </a:r>
            <a:r>
              <a:rPr lang="es-ES" sz="1500" b="0" i="1" dirty="0">
                <a:effectLst/>
                <a:latin typeface="Helvetica Neue"/>
              </a:rPr>
              <a:t>SARS-CoV-2</a:t>
            </a:r>
            <a:r>
              <a:rPr lang="es-ES" sz="1500" b="0" i="0" dirty="0">
                <a:effectLst/>
                <a:latin typeface="Helvetica Neue"/>
              </a:rPr>
              <a:t> en la ciudad.</a:t>
            </a:r>
          </a:p>
          <a:p>
            <a:pPr marL="0" indent="0">
              <a:buNone/>
            </a:pPr>
            <a:endParaRPr lang="es-CO" sz="1400" b="1" dirty="0"/>
          </a:p>
        </p:txBody>
      </p:sp>
      <p:sp>
        <p:nvSpPr>
          <p:cNvPr id="8" name="Marcador de contenido 3">
            <a:extLst>
              <a:ext uri="{FF2B5EF4-FFF2-40B4-BE49-F238E27FC236}">
                <a16:creationId xmlns:a16="http://schemas.microsoft.com/office/drawing/2014/main" id="{E10B58FD-218D-4309-883D-748DC26F318D}"/>
              </a:ext>
            </a:extLst>
          </p:cNvPr>
          <p:cNvSpPr txBox="1">
            <a:spLocks/>
          </p:cNvSpPr>
          <p:nvPr/>
        </p:nvSpPr>
        <p:spPr>
          <a:xfrm>
            <a:off x="4135156" y="1412489"/>
            <a:ext cx="3921688" cy="3657600"/>
          </a:xfrm>
          <a:prstGeom prst="rect">
            <a:avLst/>
          </a:prstGeom>
        </p:spPr>
        <p:txBody>
          <a:bodyPr vert="horz" lIns="91440" tIns="45720" rIns="91440" bIns="45720" rtlCol="0">
            <a:normAutofit fontScale="55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s-ES" sz="5100" b="1" dirty="0"/>
              <a:t>Objetivos específicos</a:t>
            </a:r>
            <a:endParaRPr lang="es-ES" sz="5100" dirty="0"/>
          </a:p>
          <a:p>
            <a:pPr algn="just"/>
            <a:r>
              <a:rPr lang="es-ES" dirty="0">
                <a:solidFill>
                  <a:srgbClr val="000000"/>
                </a:solidFill>
                <a:latin typeface="Helvetica Neue"/>
              </a:rPr>
              <a:t>Desarrollar o implementar modelos epidemiológicos que permita desagregar la población por grupos etarios para la ciudad de Bogotá D. C. </a:t>
            </a:r>
          </a:p>
          <a:p>
            <a:pPr algn="just"/>
            <a:r>
              <a:rPr lang="es-ES" dirty="0">
                <a:solidFill>
                  <a:srgbClr val="000000"/>
                </a:solidFill>
                <a:latin typeface="Helvetica Neue"/>
              </a:rPr>
              <a:t>Calibrar las proyecciones de los modelos utilizando los reportes de muerte en Bogotá y datos de ocupación de hospitalización.</a:t>
            </a:r>
          </a:p>
          <a:p>
            <a:pPr algn="just"/>
            <a:r>
              <a:rPr lang="es-ES" dirty="0">
                <a:solidFill>
                  <a:srgbClr val="000000"/>
                </a:solidFill>
                <a:latin typeface="Helvetica Neue"/>
              </a:rPr>
              <a:t>Realizar proyecciones de potenciales escenarios futuros de la ocupación de hospitalización general que sirvan como insumo a las subredes y entidades locales de salud para la generación de conocimiento.</a:t>
            </a:r>
          </a:p>
        </p:txBody>
      </p:sp>
    </p:spTree>
    <p:extLst>
      <p:ext uri="{BB962C8B-B14F-4D97-AF65-F5344CB8AC3E}">
        <p14:creationId xmlns:p14="http://schemas.microsoft.com/office/powerpoint/2010/main" val="163668535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Rectangle 38">
            <a:extLst>
              <a:ext uri="{FF2B5EF4-FFF2-40B4-BE49-F238E27FC236}">
                <a16:creationId xmlns:a16="http://schemas.microsoft.com/office/drawing/2014/main" id="{0DE6A193-4755-479A-BC6F-A7EBCA73BE1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Freeform: Shape 40">
            <a:extLst>
              <a:ext uri="{FF2B5EF4-FFF2-40B4-BE49-F238E27FC236}">
                <a16:creationId xmlns:a16="http://schemas.microsoft.com/office/drawing/2014/main" id="{5A55B759-31A7-423C-9BC2-A8BC09FE98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0" y="-478"/>
            <a:ext cx="6754318" cy="6858478"/>
          </a:xfrm>
          <a:custGeom>
            <a:avLst/>
            <a:gdLst>
              <a:gd name="connsiteX0" fmla="*/ 0 w 6754318"/>
              <a:gd name="connsiteY0" fmla="*/ 6858478 h 6858478"/>
              <a:gd name="connsiteX1" fmla="*/ 6754318 w 6754318"/>
              <a:gd name="connsiteY1" fmla="*/ 6858478 h 6858478"/>
              <a:gd name="connsiteX2" fmla="*/ 3577943 w 6754318"/>
              <a:gd name="connsiteY2" fmla="*/ 0 h 6858478"/>
              <a:gd name="connsiteX3" fmla="*/ 3572366 w 6754318"/>
              <a:gd name="connsiteY3" fmla="*/ 0 h 6858478"/>
              <a:gd name="connsiteX4" fmla="*/ 2506138 w 6754318"/>
              <a:gd name="connsiteY4" fmla="*/ 0 h 6858478"/>
              <a:gd name="connsiteX5" fmla="*/ 0 w 6754318"/>
              <a:gd name="connsiteY5" fmla="*/ 0 h 68584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754318" h="6858478">
                <a:moveTo>
                  <a:pt x="0" y="6858478"/>
                </a:moveTo>
                <a:lnTo>
                  <a:pt x="6754318" y="6858478"/>
                </a:lnTo>
                <a:lnTo>
                  <a:pt x="3577943" y="0"/>
                </a:lnTo>
                <a:lnTo>
                  <a:pt x="3572366" y="0"/>
                </a:lnTo>
                <a:lnTo>
                  <a:pt x="2506138" y="0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9" name="Freeform: Shape 42">
            <a:extLst>
              <a:ext uri="{FF2B5EF4-FFF2-40B4-BE49-F238E27FC236}">
                <a16:creationId xmlns:a16="http://schemas.microsoft.com/office/drawing/2014/main" id="{F78796AF-79A0-47AC-BEFD-BFFC00F968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1" y="-478"/>
            <a:ext cx="5953780" cy="6858478"/>
          </a:xfrm>
          <a:custGeom>
            <a:avLst/>
            <a:gdLst>
              <a:gd name="connsiteX0" fmla="*/ 0 w 5953780"/>
              <a:gd name="connsiteY0" fmla="*/ 6858478 h 6858478"/>
              <a:gd name="connsiteX1" fmla="*/ 5953780 w 5953780"/>
              <a:gd name="connsiteY1" fmla="*/ 6858478 h 6858478"/>
              <a:gd name="connsiteX2" fmla="*/ 2777405 w 5953780"/>
              <a:gd name="connsiteY2" fmla="*/ 0 h 6858478"/>
              <a:gd name="connsiteX3" fmla="*/ 2771828 w 5953780"/>
              <a:gd name="connsiteY3" fmla="*/ 0 h 6858478"/>
              <a:gd name="connsiteX4" fmla="*/ 1705600 w 5953780"/>
              <a:gd name="connsiteY4" fmla="*/ 0 h 6858478"/>
              <a:gd name="connsiteX5" fmla="*/ 0 w 5953780"/>
              <a:gd name="connsiteY5" fmla="*/ 0 h 68584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953780" h="6858478">
                <a:moveTo>
                  <a:pt x="0" y="6858478"/>
                </a:moveTo>
                <a:lnTo>
                  <a:pt x="5953780" y="6858478"/>
                </a:lnTo>
                <a:lnTo>
                  <a:pt x="2777405" y="0"/>
                </a:lnTo>
                <a:lnTo>
                  <a:pt x="2771828" y="0"/>
                </a:lnTo>
                <a:lnTo>
                  <a:pt x="1705600" y="0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Título 1">
            <a:extLst>
              <a:ext uri="{FF2B5EF4-FFF2-40B4-BE49-F238E27FC236}">
                <a16:creationId xmlns:a16="http://schemas.microsoft.com/office/drawing/2014/main" id="{F430BA5C-AF6F-4757-ABF0-FF357B03FD0D}"/>
              </a:ext>
            </a:extLst>
          </p:cNvPr>
          <p:cNvSpPr txBox="1">
            <a:spLocks/>
          </p:cNvSpPr>
          <p:nvPr/>
        </p:nvSpPr>
        <p:spPr>
          <a:xfrm>
            <a:off x="804672" y="338328"/>
            <a:ext cx="3877056" cy="224942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Aft>
                <a:spcPts val="600"/>
              </a:spcAft>
            </a:pPr>
            <a:r>
              <a:rPr lang="en-US" sz="5000" b="1"/>
              <a:t>Arquitectura Google Cloud Platform</a:t>
            </a:r>
            <a:endParaRPr lang="en-US" sz="5000"/>
          </a:p>
        </p:txBody>
      </p:sp>
      <p:pic>
        <p:nvPicPr>
          <p:cNvPr id="4" name="Imagen 3" descr="Pantalla de un celular con la imagen de un video juego&#10;&#10;Descripción generada automáticamente con confianza media">
            <a:extLst>
              <a:ext uri="{FF2B5EF4-FFF2-40B4-BE49-F238E27FC236}">
                <a16:creationId xmlns:a16="http://schemas.microsoft.com/office/drawing/2014/main" id="{ADC63C88-09B5-470D-87BE-31478E38459E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739"/>
          <a:stretch/>
        </p:blipFill>
        <p:spPr>
          <a:xfrm>
            <a:off x="6754318" y="113866"/>
            <a:ext cx="5000718" cy="2774894"/>
          </a:xfrm>
          <a:prstGeom prst="rect">
            <a:avLst/>
          </a:prstGeom>
        </p:spPr>
      </p:pic>
      <p:pic>
        <p:nvPicPr>
          <p:cNvPr id="10" name="Imagen 9">
            <a:extLst>
              <a:ext uri="{FF2B5EF4-FFF2-40B4-BE49-F238E27FC236}">
                <a16:creationId xmlns:a16="http://schemas.microsoft.com/office/drawing/2014/main" id="{0346E374-003A-4225-A2FD-1C40FD3D58E4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9622" r="25577" b="13008"/>
          <a:stretch/>
        </p:blipFill>
        <p:spPr>
          <a:xfrm>
            <a:off x="5562557" y="2888760"/>
            <a:ext cx="6192479" cy="3621199"/>
          </a:xfrm>
          <a:prstGeom prst="rect">
            <a:avLst/>
          </a:prstGeom>
        </p:spPr>
      </p:pic>
      <p:sp>
        <p:nvSpPr>
          <p:cNvPr id="35" name="CuadroTexto 34">
            <a:extLst>
              <a:ext uri="{FF2B5EF4-FFF2-40B4-BE49-F238E27FC236}">
                <a16:creationId xmlns:a16="http://schemas.microsoft.com/office/drawing/2014/main" id="{92A95FE0-0338-40A7-988F-55BDB8C50104}"/>
              </a:ext>
            </a:extLst>
          </p:cNvPr>
          <p:cNvSpPr txBox="1"/>
          <p:nvPr/>
        </p:nvSpPr>
        <p:spPr>
          <a:xfrm>
            <a:off x="804672" y="3100698"/>
            <a:ext cx="3193773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ES" sz="1400" dirty="0"/>
              <a:t>El servicio de Google Cloud </a:t>
            </a:r>
            <a:r>
              <a:rPr lang="es-ES" sz="1400" dirty="0" err="1"/>
              <a:t>Platform</a:t>
            </a:r>
            <a:r>
              <a:rPr lang="es-ES" sz="1400" dirty="0"/>
              <a:t> (GCP) es un servicio en la nube que reúne múltiples aplicaciones de desarrollo web para la gestión y almacenamiento de datos. </a:t>
            </a:r>
          </a:p>
        </p:txBody>
      </p:sp>
    </p:spTree>
    <p:extLst>
      <p:ext uri="{BB962C8B-B14F-4D97-AF65-F5344CB8AC3E}">
        <p14:creationId xmlns:p14="http://schemas.microsoft.com/office/powerpoint/2010/main" val="358864637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Rectangle 38">
            <a:extLst>
              <a:ext uri="{FF2B5EF4-FFF2-40B4-BE49-F238E27FC236}">
                <a16:creationId xmlns:a16="http://schemas.microsoft.com/office/drawing/2014/main" id="{0DE6A193-4755-479A-BC6F-A7EBCA73BE1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Freeform: Shape 40">
            <a:extLst>
              <a:ext uri="{FF2B5EF4-FFF2-40B4-BE49-F238E27FC236}">
                <a16:creationId xmlns:a16="http://schemas.microsoft.com/office/drawing/2014/main" id="{5A55B759-31A7-423C-9BC2-A8BC09FE98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0" y="-478"/>
            <a:ext cx="6754318" cy="6858478"/>
          </a:xfrm>
          <a:custGeom>
            <a:avLst/>
            <a:gdLst>
              <a:gd name="connsiteX0" fmla="*/ 0 w 6754318"/>
              <a:gd name="connsiteY0" fmla="*/ 6858478 h 6858478"/>
              <a:gd name="connsiteX1" fmla="*/ 6754318 w 6754318"/>
              <a:gd name="connsiteY1" fmla="*/ 6858478 h 6858478"/>
              <a:gd name="connsiteX2" fmla="*/ 3577943 w 6754318"/>
              <a:gd name="connsiteY2" fmla="*/ 0 h 6858478"/>
              <a:gd name="connsiteX3" fmla="*/ 3572366 w 6754318"/>
              <a:gd name="connsiteY3" fmla="*/ 0 h 6858478"/>
              <a:gd name="connsiteX4" fmla="*/ 2506138 w 6754318"/>
              <a:gd name="connsiteY4" fmla="*/ 0 h 6858478"/>
              <a:gd name="connsiteX5" fmla="*/ 0 w 6754318"/>
              <a:gd name="connsiteY5" fmla="*/ 0 h 68584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754318" h="6858478">
                <a:moveTo>
                  <a:pt x="0" y="6858478"/>
                </a:moveTo>
                <a:lnTo>
                  <a:pt x="6754318" y="6858478"/>
                </a:lnTo>
                <a:lnTo>
                  <a:pt x="3577943" y="0"/>
                </a:lnTo>
                <a:lnTo>
                  <a:pt x="3572366" y="0"/>
                </a:lnTo>
                <a:lnTo>
                  <a:pt x="2506138" y="0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3" name="Freeform: Shape 42">
            <a:extLst>
              <a:ext uri="{FF2B5EF4-FFF2-40B4-BE49-F238E27FC236}">
                <a16:creationId xmlns:a16="http://schemas.microsoft.com/office/drawing/2014/main" id="{F78796AF-79A0-47AC-BEFD-BFFC00F968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1" y="-478"/>
            <a:ext cx="5953780" cy="6858478"/>
          </a:xfrm>
          <a:custGeom>
            <a:avLst/>
            <a:gdLst>
              <a:gd name="connsiteX0" fmla="*/ 0 w 5953780"/>
              <a:gd name="connsiteY0" fmla="*/ 6858478 h 6858478"/>
              <a:gd name="connsiteX1" fmla="*/ 5953780 w 5953780"/>
              <a:gd name="connsiteY1" fmla="*/ 6858478 h 6858478"/>
              <a:gd name="connsiteX2" fmla="*/ 2777405 w 5953780"/>
              <a:gd name="connsiteY2" fmla="*/ 0 h 6858478"/>
              <a:gd name="connsiteX3" fmla="*/ 2771828 w 5953780"/>
              <a:gd name="connsiteY3" fmla="*/ 0 h 6858478"/>
              <a:gd name="connsiteX4" fmla="*/ 1705600 w 5953780"/>
              <a:gd name="connsiteY4" fmla="*/ 0 h 6858478"/>
              <a:gd name="connsiteX5" fmla="*/ 0 w 5953780"/>
              <a:gd name="connsiteY5" fmla="*/ 0 h 68584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953780" h="6858478">
                <a:moveTo>
                  <a:pt x="0" y="6858478"/>
                </a:moveTo>
                <a:lnTo>
                  <a:pt x="5953780" y="6858478"/>
                </a:lnTo>
                <a:lnTo>
                  <a:pt x="2777405" y="0"/>
                </a:lnTo>
                <a:lnTo>
                  <a:pt x="2771828" y="0"/>
                </a:lnTo>
                <a:lnTo>
                  <a:pt x="1705600" y="0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Título 1">
            <a:extLst>
              <a:ext uri="{FF2B5EF4-FFF2-40B4-BE49-F238E27FC236}">
                <a16:creationId xmlns:a16="http://schemas.microsoft.com/office/drawing/2014/main" id="{F430BA5C-AF6F-4757-ABF0-FF357B03FD0D}"/>
              </a:ext>
            </a:extLst>
          </p:cNvPr>
          <p:cNvSpPr txBox="1">
            <a:spLocks/>
          </p:cNvSpPr>
          <p:nvPr/>
        </p:nvSpPr>
        <p:spPr>
          <a:xfrm>
            <a:off x="804672" y="338328"/>
            <a:ext cx="3877056" cy="224942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Aft>
                <a:spcPts val="600"/>
              </a:spcAft>
            </a:pPr>
            <a:r>
              <a:rPr lang="en-US" sz="5000" b="1"/>
              <a:t>Arquitectura Google Cloud Platform</a:t>
            </a:r>
            <a:endParaRPr lang="en-US" sz="5000"/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D56A5615-0CEC-4A10-9507-5779196CAB9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416" b="12802"/>
          <a:stretch/>
        </p:blipFill>
        <p:spPr>
          <a:xfrm>
            <a:off x="6754317" y="496792"/>
            <a:ext cx="5262983" cy="2302679"/>
          </a:xfrm>
          <a:prstGeom prst="rect">
            <a:avLst/>
          </a:prstGeom>
        </p:spPr>
      </p:pic>
      <p:pic>
        <p:nvPicPr>
          <p:cNvPr id="12" name="Imagen 11" descr="Interfaz de usuario gráfica, Texto, Aplicación, Correo electrónico&#10;&#10;Descripción generada automáticamente">
            <a:extLst>
              <a:ext uri="{FF2B5EF4-FFF2-40B4-BE49-F238E27FC236}">
                <a16:creationId xmlns:a16="http://schemas.microsoft.com/office/drawing/2014/main" id="{E238FB77-8848-4D74-9699-ED23791B72D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05141" y="3086253"/>
            <a:ext cx="6612159" cy="3223427"/>
          </a:xfrm>
          <a:prstGeom prst="rect">
            <a:avLst/>
          </a:prstGeom>
        </p:spPr>
      </p:pic>
      <p:sp>
        <p:nvSpPr>
          <p:cNvPr id="15" name="CuadroTexto 14">
            <a:extLst>
              <a:ext uri="{FF2B5EF4-FFF2-40B4-BE49-F238E27FC236}">
                <a16:creationId xmlns:a16="http://schemas.microsoft.com/office/drawing/2014/main" id="{FB55586C-48D9-4B5E-B730-90F1226DD8B6}"/>
              </a:ext>
            </a:extLst>
          </p:cNvPr>
          <p:cNvSpPr txBox="1"/>
          <p:nvPr/>
        </p:nvSpPr>
        <p:spPr>
          <a:xfrm>
            <a:off x="804672" y="3086253"/>
            <a:ext cx="3170980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ES" sz="1400" dirty="0"/>
              <a:t>Actualmente, la SDS utiliza estos servicios con un convenio con las Tecnologías de la información y la comunicación (TIC) de pago mensual para la gestión de datos de la pandemia y diferentes análisis realizados dentro de la misma institución.</a:t>
            </a:r>
          </a:p>
        </p:txBody>
      </p:sp>
    </p:spTree>
    <p:extLst>
      <p:ext uri="{BB962C8B-B14F-4D97-AF65-F5344CB8AC3E}">
        <p14:creationId xmlns:p14="http://schemas.microsoft.com/office/powerpoint/2010/main" val="380190083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33CD251C-A887-4D2F-925B-FC09719853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B19D093C-27FB-4032-B282-42C4563F2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694548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56368A20-7BBF-4424-88B1-617D54A72E1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67290" y="1780661"/>
            <a:ext cx="3582073" cy="807794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l"/>
            <a:r>
              <a:rPr lang="en-US" sz="3600" b="1" i="0" kern="1200" dirty="0" err="1">
                <a:solidFill>
                  <a:schemeClr val="bg1"/>
                </a:solidFill>
                <a:effectLst/>
                <a:latin typeface="+mj-lt"/>
                <a:ea typeface="+mj-ea"/>
                <a:cs typeface="+mj-cs"/>
              </a:rPr>
              <a:t>Analítica</a:t>
            </a:r>
            <a:r>
              <a:rPr lang="en-US" sz="3600" b="1" i="0" kern="1200" dirty="0">
                <a:solidFill>
                  <a:schemeClr val="bg1"/>
                </a:solidFill>
                <a:effectLst/>
                <a:latin typeface="+mj-lt"/>
                <a:ea typeface="+mj-ea"/>
                <a:cs typeface="+mj-cs"/>
              </a:rPr>
              <a:t> de </a:t>
            </a:r>
            <a:r>
              <a:rPr lang="en-US" sz="3600" b="1" i="0" kern="1200" dirty="0" err="1">
                <a:solidFill>
                  <a:schemeClr val="bg1"/>
                </a:solidFill>
                <a:effectLst/>
                <a:latin typeface="+mj-lt"/>
                <a:ea typeface="+mj-ea"/>
                <a:cs typeface="+mj-cs"/>
              </a:rPr>
              <a:t>datos</a:t>
            </a:r>
            <a:endParaRPr lang="en-US" sz="3600" kern="1200" dirty="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35EE815E-1BD3-4777-B652-6D98825BF6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767290" y="681628"/>
            <a:ext cx="1128382" cy="847206"/>
            <a:chOff x="668003" y="1684057"/>
            <a:chExt cx="1128382" cy="847206"/>
          </a:xfrm>
        </p:grpSpPr>
        <p:sp>
          <p:nvSpPr>
            <p:cNvPr id="19" name="Freeform 5">
              <a:extLst>
                <a:ext uri="{FF2B5EF4-FFF2-40B4-BE49-F238E27FC236}">
                  <a16:creationId xmlns:a16="http://schemas.microsoft.com/office/drawing/2014/main" id="{E6692982-4A7D-4392-87CD-F0CD4B027DD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8003" y="1935883"/>
              <a:ext cx="675351" cy="595380"/>
            </a:xfrm>
            <a:custGeom>
              <a:avLst/>
              <a:gdLst>
                <a:gd name="T0" fmla="*/ 225 w 785"/>
                <a:gd name="T1" fmla="*/ 692 h 692"/>
                <a:gd name="T2" fmla="*/ 177 w 785"/>
                <a:gd name="T3" fmla="*/ 665 h 692"/>
                <a:gd name="T4" fmla="*/ 9 w 785"/>
                <a:gd name="T5" fmla="*/ 374 h 692"/>
                <a:gd name="T6" fmla="*/ 9 w 785"/>
                <a:gd name="T7" fmla="*/ 318 h 692"/>
                <a:gd name="T8" fmla="*/ 177 w 785"/>
                <a:gd name="T9" fmla="*/ 27 h 692"/>
                <a:gd name="T10" fmla="*/ 225 w 785"/>
                <a:gd name="T11" fmla="*/ 0 h 692"/>
                <a:gd name="T12" fmla="*/ 561 w 785"/>
                <a:gd name="T13" fmla="*/ 0 h 692"/>
                <a:gd name="T14" fmla="*/ 609 w 785"/>
                <a:gd name="T15" fmla="*/ 27 h 692"/>
                <a:gd name="T16" fmla="*/ 777 w 785"/>
                <a:gd name="T17" fmla="*/ 318 h 692"/>
                <a:gd name="T18" fmla="*/ 777 w 785"/>
                <a:gd name="T19" fmla="*/ 374 h 692"/>
                <a:gd name="T20" fmla="*/ 609 w 785"/>
                <a:gd name="T21" fmla="*/ 665 h 692"/>
                <a:gd name="T22" fmla="*/ 561 w 785"/>
                <a:gd name="T23" fmla="*/ 692 h 692"/>
                <a:gd name="T24" fmla="*/ 225 w 785"/>
                <a:gd name="T25" fmla="*/ 692 h 6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85" h="692">
                  <a:moveTo>
                    <a:pt x="225" y="692"/>
                  </a:moveTo>
                  <a:cubicBezTo>
                    <a:pt x="207" y="692"/>
                    <a:pt x="185" y="680"/>
                    <a:pt x="177" y="665"/>
                  </a:cubicBezTo>
                  <a:cubicBezTo>
                    <a:pt x="9" y="374"/>
                    <a:pt x="9" y="374"/>
                    <a:pt x="9" y="374"/>
                  </a:cubicBezTo>
                  <a:cubicBezTo>
                    <a:pt x="0" y="358"/>
                    <a:pt x="0" y="334"/>
                    <a:pt x="9" y="318"/>
                  </a:cubicBezTo>
                  <a:cubicBezTo>
                    <a:pt x="177" y="27"/>
                    <a:pt x="177" y="27"/>
                    <a:pt x="177" y="27"/>
                  </a:cubicBezTo>
                  <a:cubicBezTo>
                    <a:pt x="185" y="12"/>
                    <a:pt x="207" y="0"/>
                    <a:pt x="225" y="0"/>
                  </a:cubicBezTo>
                  <a:cubicBezTo>
                    <a:pt x="561" y="0"/>
                    <a:pt x="561" y="0"/>
                    <a:pt x="561" y="0"/>
                  </a:cubicBezTo>
                  <a:cubicBezTo>
                    <a:pt x="578" y="0"/>
                    <a:pt x="600" y="12"/>
                    <a:pt x="609" y="27"/>
                  </a:cubicBezTo>
                  <a:cubicBezTo>
                    <a:pt x="777" y="318"/>
                    <a:pt x="777" y="318"/>
                    <a:pt x="777" y="318"/>
                  </a:cubicBezTo>
                  <a:cubicBezTo>
                    <a:pt x="785" y="334"/>
                    <a:pt x="785" y="358"/>
                    <a:pt x="777" y="374"/>
                  </a:cubicBezTo>
                  <a:cubicBezTo>
                    <a:pt x="609" y="665"/>
                    <a:pt x="609" y="665"/>
                    <a:pt x="609" y="665"/>
                  </a:cubicBezTo>
                  <a:cubicBezTo>
                    <a:pt x="600" y="680"/>
                    <a:pt x="578" y="692"/>
                    <a:pt x="561" y="692"/>
                  </a:cubicBezTo>
                  <a:lnTo>
                    <a:pt x="225" y="692"/>
                  </a:lnTo>
                  <a:close/>
                </a:path>
              </a:pathLst>
            </a:custGeom>
            <a:noFill/>
            <a:ln w="28575" cmpd="sng">
              <a:solidFill>
                <a:schemeClr val="bg1"/>
              </a:solidFill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" name="Freeform 5">
              <a:extLst>
                <a:ext uri="{FF2B5EF4-FFF2-40B4-BE49-F238E27FC236}">
                  <a16:creationId xmlns:a16="http://schemas.microsoft.com/office/drawing/2014/main" id="{196485F7-F277-4123-AC53-98EA4C85877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45893" y="1684057"/>
              <a:ext cx="550492" cy="485306"/>
            </a:xfrm>
            <a:custGeom>
              <a:avLst/>
              <a:gdLst>
                <a:gd name="T0" fmla="*/ 225 w 785"/>
                <a:gd name="T1" fmla="*/ 692 h 692"/>
                <a:gd name="T2" fmla="*/ 177 w 785"/>
                <a:gd name="T3" fmla="*/ 665 h 692"/>
                <a:gd name="T4" fmla="*/ 9 w 785"/>
                <a:gd name="T5" fmla="*/ 374 h 692"/>
                <a:gd name="T6" fmla="*/ 9 w 785"/>
                <a:gd name="T7" fmla="*/ 318 h 692"/>
                <a:gd name="T8" fmla="*/ 177 w 785"/>
                <a:gd name="T9" fmla="*/ 27 h 692"/>
                <a:gd name="T10" fmla="*/ 225 w 785"/>
                <a:gd name="T11" fmla="*/ 0 h 692"/>
                <a:gd name="T12" fmla="*/ 561 w 785"/>
                <a:gd name="T13" fmla="*/ 0 h 692"/>
                <a:gd name="T14" fmla="*/ 609 w 785"/>
                <a:gd name="T15" fmla="*/ 27 h 692"/>
                <a:gd name="T16" fmla="*/ 777 w 785"/>
                <a:gd name="T17" fmla="*/ 318 h 692"/>
                <a:gd name="T18" fmla="*/ 777 w 785"/>
                <a:gd name="T19" fmla="*/ 374 h 692"/>
                <a:gd name="T20" fmla="*/ 609 w 785"/>
                <a:gd name="T21" fmla="*/ 665 h 692"/>
                <a:gd name="T22" fmla="*/ 561 w 785"/>
                <a:gd name="T23" fmla="*/ 692 h 692"/>
                <a:gd name="T24" fmla="*/ 225 w 785"/>
                <a:gd name="T25" fmla="*/ 692 h 6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85" h="692">
                  <a:moveTo>
                    <a:pt x="225" y="692"/>
                  </a:moveTo>
                  <a:cubicBezTo>
                    <a:pt x="207" y="692"/>
                    <a:pt x="185" y="680"/>
                    <a:pt x="177" y="665"/>
                  </a:cubicBezTo>
                  <a:cubicBezTo>
                    <a:pt x="9" y="374"/>
                    <a:pt x="9" y="374"/>
                    <a:pt x="9" y="374"/>
                  </a:cubicBezTo>
                  <a:cubicBezTo>
                    <a:pt x="0" y="358"/>
                    <a:pt x="0" y="334"/>
                    <a:pt x="9" y="318"/>
                  </a:cubicBezTo>
                  <a:cubicBezTo>
                    <a:pt x="177" y="27"/>
                    <a:pt x="177" y="27"/>
                    <a:pt x="177" y="27"/>
                  </a:cubicBezTo>
                  <a:cubicBezTo>
                    <a:pt x="185" y="12"/>
                    <a:pt x="207" y="0"/>
                    <a:pt x="225" y="0"/>
                  </a:cubicBezTo>
                  <a:cubicBezTo>
                    <a:pt x="561" y="0"/>
                    <a:pt x="561" y="0"/>
                    <a:pt x="561" y="0"/>
                  </a:cubicBezTo>
                  <a:cubicBezTo>
                    <a:pt x="578" y="0"/>
                    <a:pt x="600" y="12"/>
                    <a:pt x="609" y="27"/>
                  </a:cubicBezTo>
                  <a:cubicBezTo>
                    <a:pt x="777" y="318"/>
                    <a:pt x="777" y="318"/>
                    <a:pt x="777" y="318"/>
                  </a:cubicBezTo>
                  <a:cubicBezTo>
                    <a:pt x="785" y="334"/>
                    <a:pt x="785" y="358"/>
                    <a:pt x="777" y="374"/>
                  </a:cubicBezTo>
                  <a:cubicBezTo>
                    <a:pt x="609" y="665"/>
                    <a:pt x="609" y="665"/>
                    <a:pt x="609" y="665"/>
                  </a:cubicBezTo>
                  <a:cubicBezTo>
                    <a:pt x="600" y="680"/>
                    <a:pt x="578" y="692"/>
                    <a:pt x="561" y="692"/>
                  </a:cubicBezTo>
                  <a:lnTo>
                    <a:pt x="225" y="692"/>
                  </a:lnTo>
                  <a:close/>
                </a:path>
              </a:pathLst>
            </a:custGeom>
            <a:noFill/>
            <a:ln w="28575" cmpd="sng">
              <a:solidFill>
                <a:schemeClr val="bg1"/>
              </a:solidFill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9" name="CuadroTexto 8">
            <a:extLst>
              <a:ext uri="{FF2B5EF4-FFF2-40B4-BE49-F238E27FC236}">
                <a16:creationId xmlns:a16="http://schemas.microsoft.com/office/drawing/2014/main" id="{10F5E596-0A21-4BD5-9464-D8C819411B0C}"/>
              </a:ext>
            </a:extLst>
          </p:cNvPr>
          <p:cNvSpPr txBox="1"/>
          <p:nvPr/>
        </p:nvSpPr>
        <p:spPr>
          <a:xfrm>
            <a:off x="767290" y="2588455"/>
            <a:ext cx="3582072" cy="3798277"/>
          </a:xfrm>
          <a:prstGeom prst="rect">
            <a:avLst/>
          </a:prstGeom>
        </p:spPr>
        <p:txBody>
          <a:bodyPr vert="horz" lIns="91440" tIns="45720" rIns="91440" bIns="45720" rtlCol="0" anchor="t">
            <a:normAutofit lnSpcReduction="10000"/>
          </a:bodyPr>
          <a:lstStyle/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 b="1" dirty="0" err="1">
                <a:solidFill>
                  <a:schemeClr val="bg1"/>
                </a:solidFill>
              </a:rPr>
              <a:t>Problema</a:t>
            </a:r>
            <a:r>
              <a:rPr lang="en-US" sz="1400" b="1" dirty="0">
                <a:solidFill>
                  <a:schemeClr val="bg1"/>
                </a:solidFill>
              </a:rPr>
              <a:t>: </a:t>
            </a:r>
            <a:r>
              <a:rPr lang="en-US" sz="1400" dirty="0" err="1">
                <a:solidFill>
                  <a:schemeClr val="bg1"/>
                </a:solidFill>
              </a:rPr>
              <a:t>Implementar</a:t>
            </a:r>
            <a:r>
              <a:rPr lang="en-US" sz="1400" dirty="0">
                <a:solidFill>
                  <a:schemeClr val="bg1"/>
                </a:solidFill>
              </a:rPr>
              <a:t> los </a:t>
            </a:r>
            <a:r>
              <a:rPr lang="en-US" sz="1400" dirty="0" err="1">
                <a:solidFill>
                  <a:schemeClr val="bg1"/>
                </a:solidFill>
              </a:rPr>
              <a:t>modelos</a:t>
            </a:r>
            <a:r>
              <a:rPr lang="en-US" sz="1400" dirty="0">
                <a:solidFill>
                  <a:schemeClr val="bg1"/>
                </a:solidFill>
              </a:rPr>
              <a:t> Squire y FRED </a:t>
            </a:r>
            <a:r>
              <a:rPr lang="en-US" sz="1400" dirty="0" err="1">
                <a:solidFill>
                  <a:schemeClr val="bg1"/>
                </a:solidFill>
              </a:rPr>
              <a:t>adaptado</a:t>
            </a:r>
            <a:r>
              <a:rPr lang="en-US" sz="1400" dirty="0">
                <a:solidFill>
                  <a:schemeClr val="bg1"/>
                </a:solidFill>
              </a:rPr>
              <a:t> a Bogotá para </a:t>
            </a:r>
            <a:r>
              <a:rPr lang="en-US" sz="1400" dirty="0" err="1">
                <a:solidFill>
                  <a:schemeClr val="bg1"/>
                </a:solidFill>
              </a:rPr>
              <a:t>poder</a:t>
            </a:r>
            <a:r>
              <a:rPr lang="en-US" sz="1400" dirty="0">
                <a:solidFill>
                  <a:schemeClr val="bg1"/>
                </a:solidFill>
              </a:rPr>
              <a:t> </a:t>
            </a:r>
            <a:r>
              <a:rPr lang="en-US" sz="1400" dirty="0" err="1">
                <a:solidFill>
                  <a:schemeClr val="bg1"/>
                </a:solidFill>
              </a:rPr>
              <a:t>proyectar</a:t>
            </a:r>
            <a:r>
              <a:rPr lang="en-US" sz="1400" dirty="0">
                <a:solidFill>
                  <a:schemeClr val="bg1"/>
                </a:solidFill>
              </a:rPr>
              <a:t> </a:t>
            </a:r>
            <a:r>
              <a:rPr lang="en-US" sz="1400" dirty="0" err="1">
                <a:solidFill>
                  <a:schemeClr val="bg1"/>
                </a:solidFill>
              </a:rPr>
              <a:t>escenarios</a:t>
            </a:r>
            <a:r>
              <a:rPr lang="en-US" sz="1400" dirty="0">
                <a:solidFill>
                  <a:schemeClr val="bg1"/>
                </a:solidFill>
              </a:rPr>
              <a:t> de </a:t>
            </a:r>
            <a:r>
              <a:rPr lang="en-US" sz="1400" dirty="0" err="1">
                <a:solidFill>
                  <a:schemeClr val="bg1"/>
                </a:solidFill>
              </a:rPr>
              <a:t>ocupación</a:t>
            </a:r>
            <a:r>
              <a:rPr lang="en-US" sz="1400" dirty="0">
                <a:solidFill>
                  <a:schemeClr val="bg1"/>
                </a:solidFill>
              </a:rPr>
              <a:t> de </a:t>
            </a:r>
            <a:r>
              <a:rPr lang="en-US" sz="1400" dirty="0" err="1">
                <a:solidFill>
                  <a:schemeClr val="bg1"/>
                </a:solidFill>
              </a:rPr>
              <a:t>hospitalización</a:t>
            </a:r>
            <a:r>
              <a:rPr lang="en-US" sz="1400" dirty="0">
                <a:solidFill>
                  <a:schemeClr val="bg1"/>
                </a:solidFill>
              </a:rPr>
              <a:t> general o UCI que </a:t>
            </a:r>
            <a:r>
              <a:rPr lang="en-US" sz="1400" dirty="0" err="1">
                <a:solidFill>
                  <a:schemeClr val="bg1"/>
                </a:solidFill>
              </a:rPr>
              <a:t>sirvan</a:t>
            </a:r>
            <a:r>
              <a:rPr lang="en-US" sz="1400" dirty="0">
                <a:solidFill>
                  <a:schemeClr val="bg1"/>
                </a:solidFill>
              </a:rPr>
              <a:t> </a:t>
            </a:r>
            <a:r>
              <a:rPr lang="en-US" sz="1400" dirty="0" err="1">
                <a:solidFill>
                  <a:schemeClr val="bg1"/>
                </a:solidFill>
              </a:rPr>
              <a:t>en</a:t>
            </a:r>
            <a:r>
              <a:rPr lang="en-US" sz="1400" dirty="0">
                <a:solidFill>
                  <a:schemeClr val="bg1"/>
                </a:solidFill>
              </a:rPr>
              <a:t> las </a:t>
            </a:r>
            <a:r>
              <a:rPr lang="en-US" sz="1400" dirty="0" err="1">
                <a:solidFill>
                  <a:schemeClr val="bg1"/>
                </a:solidFill>
              </a:rPr>
              <a:t>medidas</a:t>
            </a:r>
            <a:r>
              <a:rPr lang="en-US" sz="1400" dirty="0">
                <a:solidFill>
                  <a:schemeClr val="bg1"/>
                </a:solidFill>
              </a:rPr>
              <a:t> de </a:t>
            </a:r>
            <a:r>
              <a:rPr lang="en-US" sz="1400" dirty="0" err="1">
                <a:solidFill>
                  <a:schemeClr val="bg1"/>
                </a:solidFill>
              </a:rPr>
              <a:t>mitigación</a:t>
            </a:r>
            <a:r>
              <a:rPr lang="en-US" sz="1400" dirty="0">
                <a:solidFill>
                  <a:schemeClr val="bg1"/>
                </a:solidFill>
              </a:rPr>
              <a:t> del Covid -19 a los </a:t>
            </a:r>
            <a:r>
              <a:rPr lang="en-US" sz="1400" dirty="0" err="1">
                <a:solidFill>
                  <a:schemeClr val="bg1"/>
                </a:solidFill>
              </a:rPr>
              <a:t>tomadores</a:t>
            </a:r>
            <a:r>
              <a:rPr lang="en-US" sz="1400" dirty="0">
                <a:solidFill>
                  <a:schemeClr val="bg1"/>
                </a:solidFill>
              </a:rPr>
              <a:t> de </a:t>
            </a:r>
            <a:r>
              <a:rPr lang="en-US" sz="1400" dirty="0" err="1">
                <a:solidFill>
                  <a:schemeClr val="bg1"/>
                </a:solidFill>
              </a:rPr>
              <a:t>decisiones</a:t>
            </a:r>
            <a:r>
              <a:rPr lang="en-US" sz="1400" dirty="0">
                <a:solidFill>
                  <a:schemeClr val="bg1"/>
                </a:solidFill>
              </a:rPr>
              <a:t>.</a:t>
            </a: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 b="1" dirty="0" err="1">
                <a:solidFill>
                  <a:schemeClr val="bg1"/>
                </a:solidFill>
              </a:rPr>
              <a:t>Elección</a:t>
            </a:r>
            <a:r>
              <a:rPr lang="en-US" sz="1400" b="1" dirty="0">
                <a:solidFill>
                  <a:schemeClr val="bg1"/>
                </a:solidFill>
              </a:rPr>
              <a:t> de </a:t>
            </a:r>
            <a:r>
              <a:rPr lang="en-US" sz="1400" b="1" dirty="0" err="1">
                <a:solidFill>
                  <a:schemeClr val="bg1"/>
                </a:solidFill>
              </a:rPr>
              <a:t>modelos</a:t>
            </a:r>
            <a:r>
              <a:rPr lang="en-US" sz="1400" b="1" dirty="0">
                <a:solidFill>
                  <a:schemeClr val="bg1"/>
                </a:solidFill>
              </a:rPr>
              <a:t>:</a:t>
            </a:r>
            <a:r>
              <a:rPr lang="en-US" sz="1400" dirty="0">
                <a:solidFill>
                  <a:schemeClr val="bg1"/>
                </a:solidFill>
              </a:rPr>
              <a:t> </a:t>
            </a:r>
          </a:p>
          <a:p>
            <a:pPr marL="742950" lvl="1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 dirty="0" err="1">
                <a:solidFill>
                  <a:schemeClr val="bg1"/>
                </a:solidFill>
              </a:rPr>
              <a:t>Heterogeneidad</a:t>
            </a:r>
            <a:r>
              <a:rPr lang="en-US" sz="1400" dirty="0">
                <a:solidFill>
                  <a:schemeClr val="bg1"/>
                </a:solidFill>
              </a:rPr>
              <a:t> </a:t>
            </a:r>
            <a:r>
              <a:rPr lang="en-US" sz="1400" dirty="0" err="1">
                <a:solidFill>
                  <a:schemeClr val="bg1"/>
                </a:solidFill>
              </a:rPr>
              <a:t>en</a:t>
            </a:r>
            <a:r>
              <a:rPr lang="en-US" sz="1400" dirty="0">
                <a:solidFill>
                  <a:schemeClr val="bg1"/>
                </a:solidFill>
              </a:rPr>
              <a:t> </a:t>
            </a:r>
            <a:r>
              <a:rPr lang="en-US" sz="1400" dirty="0" err="1">
                <a:solidFill>
                  <a:schemeClr val="bg1"/>
                </a:solidFill>
              </a:rPr>
              <a:t>el</a:t>
            </a:r>
            <a:r>
              <a:rPr lang="en-US" sz="1400" dirty="0">
                <a:solidFill>
                  <a:schemeClr val="bg1"/>
                </a:solidFill>
              </a:rPr>
              <a:t> </a:t>
            </a:r>
            <a:r>
              <a:rPr lang="en-US" sz="1400" dirty="0" err="1">
                <a:solidFill>
                  <a:schemeClr val="bg1"/>
                </a:solidFill>
              </a:rPr>
              <a:t>contacto</a:t>
            </a:r>
            <a:r>
              <a:rPr lang="en-US" sz="1400" dirty="0">
                <a:solidFill>
                  <a:schemeClr val="bg1"/>
                </a:solidFill>
              </a:rPr>
              <a:t>.</a:t>
            </a:r>
          </a:p>
          <a:p>
            <a:pPr marL="742950" lvl="1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 dirty="0" err="1">
                <a:solidFill>
                  <a:schemeClr val="bg1"/>
                </a:solidFill>
              </a:rPr>
              <a:t>Vacunación</a:t>
            </a:r>
            <a:r>
              <a:rPr lang="en-US" sz="1400" dirty="0">
                <a:solidFill>
                  <a:schemeClr val="bg1"/>
                </a:solidFill>
              </a:rPr>
              <a:t> </a:t>
            </a:r>
            <a:r>
              <a:rPr lang="en-US" sz="1400" dirty="0" err="1">
                <a:solidFill>
                  <a:schemeClr val="bg1"/>
                </a:solidFill>
              </a:rPr>
              <a:t>masiva</a:t>
            </a:r>
            <a:r>
              <a:rPr lang="en-US" sz="1400" dirty="0">
                <a:solidFill>
                  <a:schemeClr val="bg1"/>
                </a:solidFill>
              </a:rPr>
              <a:t>.</a:t>
            </a:r>
          </a:p>
          <a:p>
            <a:pPr marL="742950" lvl="1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 dirty="0" err="1">
                <a:solidFill>
                  <a:schemeClr val="bg1"/>
                </a:solidFill>
              </a:rPr>
              <a:t>Variantes</a:t>
            </a:r>
            <a:r>
              <a:rPr lang="en-US" sz="1400" dirty="0">
                <a:solidFill>
                  <a:schemeClr val="bg1"/>
                </a:solidFill>
              </a:rPr>
              <a:t> </a:t>
            </a:r>
            <a:r>
              <a:rPr lang="en-US" sz="1400" dirty="0" err="1">
                <a:solidFill>
                  <a:schemeClr val="bg1"/>
                </a:solidFill>
              </a:rPr>
              <a:t>biológicas</a:t>
            </a:r>
            <a:r>
              <a:rPr lang="en-US" sz="1400" dirty="0">
                <a:solidFill>
                  <a:schemeClr val="bg1"/>
                </a:solidFill>
              </a:rPr>
              <a:t>.</a:t>
            </a:r>
          </a:p>
          <a:p>
            <a:pPr marL="742950" lvl="1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 dirty="0" err="1">
                <a:solidFill>
                  <a:schemeClr val="bg1"/>
                </a:solidFill>
              </a:rPr>
              <a:t>Cambios</a:t>
            </a:r>
            <a:r>
              <a:rPr lang="en-US" sz="1400" dirty="0">
                <a:solidFill>
                  <a:schemeClr val="bg1"/>
                </a:solidFill>
              </a:rPr>
              <a:t> de </a:t>
            </a:r>
            <a:r>
              <a:rPr lang="en-US" sz="1400" dirty="0" err="1">
                <a:solidFill>
                  <a:schemeClr val="bg1"/>
                </a:solidFill>
              </a:rPr>
              <a:t>movilidad</a:t>
            </a:r>
            <a:r>
              <a:rPr lang="en-US" sz="1400" dirty="0">
                <a:solidFill>
                  <a:schemeClr val="bg1"/>
                </a:solidFill>
              </a:rPr>
              <a:t>.</a:t>
            </a:r>
          </a:p>
          <a:p>
            <a:pPr marL="742950" lvl="1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 dirty="0" err="1">
                <a:solidFill>
                  <a:schemeClr val="bg1"/>
                </a:solidFill>
              </a:rPr>
              <a:t>Efectividad</a:t>
            </a:r>
            <a:r>
              <a:rPr lang="en-US" sz="1400" dirty="0">
                <a:solidFill>
                  <a:schemeClr val="bg1"/>
                </a:solidFill>
              </a:rPr>
              <a:t> de </a:t>
            </a:r>
            <a:r>
              <a:rPr lang="en-US" sz="1400" dirty="0" err="1">
                <a:solidFill>
                  <a:schemeClr val="bg1"/>
                </a:solidFill>
              </a:rPr>
              <a:t>tapabocas</a:t>
            </a:r>
            <a:r>
              <a:rPr lang="en-US" sz="1400" dirty="0">
                <a:solidFill>
                  <a:schemeClr val="bg1"/>
                </a:solidFill>
              </a:rPr>
              <a:t>.</a:t>
            </a:r>
          </a:p>
          <a:p>
            <a:pPr marL="742950" lvl="1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 dirty="0" err="1">
                <a:solidFill>
                  <a:schemeClr val="bg1"/>
                </a:solidFill>
              </a:rPr>
              <a:t>Estrategia</a:t>
            </a:r>
            <a:r>
              <a:rPr lang="en-US" sz="1400" dirty="0">
                <a:solidFill>
                  <a:schemeClr val="bg1"/>
                </a:solidFill>
              </a:rPr>
              <a:t> </a:t>
            </a:r>
            <a:r>
              <a:rPr lang="en-US" sz="1400" dirty="0" err="1">
                <a:solidFill>
                  <a:schemeClr val="bg1"/>
                </a:solidFill>
              </a:rPr>
              <a:t>detección</a:t>
            </a:r>
            <a:r>
              <a:rPr lang="en-US" sz="1400" dirty="0">
                <a:solidFill>
                  <a:schemeClr val="bg1"/>
                </a:solidFill>
              </a:rPr>
              <a:t>, </a:t>
            </a:r>
            <a:r>
              <a:rPr lang="en-US" sz="1400" dirty="0" err="1">
                <a:solidFill>
                  <a:schemeClr val="bg1"/>
                </a:solidFill>
              </a:rPr>
              <a:t>aisló</a:t>
            </a:r>
            <a:r>
              <a:rPr lang="en-US" sz="1400" dirty="0">
                <a:solidFill>
                  <a:schemeClr val="bg1"/>
                </a:solidFill>
              </a:rPr>
              <a:t> y </a:t>
            </a:r>
            <a:r>
              <a:rPr lang="en-US" sz="1400" dirty="0" err="1">
                <a:solidFill>
                  <a:schemeClr val="bg1"/>
                </a:solidFill>
              </a:rPr>
              <a:t>reporto</a:t>
            </a:r>
            <a:r>
              <a:rPr lang="en-US" sz="1400" dirty="0">
                <a:solidFill>
                  <a:schemeClr val="bg1"/>
                </a:solidFill>
              </a:rPr>
              <a:t> (DAR).</a:t>
            </a: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 b="1" dirty="0" err="1">
                <a:solidFill>
                  <a:schemeClr val="bg1"/>
                </a:solidFill>
              </a:rPr>
              <a:t>Limitaciones</a:t>
            </a:r>
            <a:r>
              <a:rPr lang="en-US" sz="1400" b="1" dirty="0">
                <a:solidFill>
                  <a:schemeClr val="bg1"/>
                </a:solidFill>
              </a:rPr>
              <a:t>: </a:t>
            </a:r>
            <a:r>
              <a:rPr lang="en-US" sz="1400" dirty="0">
                <a:solidFill>
                  <a:schemeClr val="bg1"/>
                </a:solidFill>
              </a:rPr>
              <a:t>El </a:t>
            </a:r>
            <a:r>
              <a:rPr lang="en-US" sz="1400" dirty="0" err="1">
                <a:solidFill>
                  <a:schemeClr val="bg1"/>
                </a:solidFill>
              </a:rPr>
              <a:t>modelo</a:t>
            </a:r>
            <a:r>
              <a:rPr lang="en-US" sz="1400" dirty="0">
                <a:solidFill>
                  <a:schemeClr val="bg1"/>
                </a:solidFill>
              </a:rPr>
              <a:t> Squire no </a:t>
            </a:r>
            <a:r>
              <a:rPr lang="en-US" sz="1400" dirty="0" err="1">
                <a:solidFill>
                  <a:schemeClr val="bg1"/>
                </a:solidFill>
              </a:rPr>
              <a:t>incluye</a:t>
            </a:r>
            <a:r>
              <a:rPr lang="en-US" sz="1400" dirty="0">
                <a:solidFill>
                  <a:schemeClr val="bg1"/>
                </a:solidFill>
              </a:rPr>
              <a:t> </a:t>
            </a:r>
            <a:r>
              <a:rPr lang="en-US" sz="1400" dirty="0" err="1">
                <a:solidFill>
                  <a:schemeClr val="bg1"/>
                </a:solidFill>
              </a:rPr>
              <a:t>aspectos</a:t>
            </a:r>
            <a:r>
              <a:rPr lang="en-US" sz="1400" dirty="0">
                <a:solidFill>
                  <a:schemeClr val="bg1"/>
                </a:solidFill>
              </a:rPr>
              <a:t> </a:t>
            </a:r>
            <a:r>
              <a:rPr lang="en-US" sz="1400" dirty="0" err="1">
                <a:solidFill>
                  <a:schemeClr val="bg1"/>
                </a:solidFill>
              </a:rPr>
              <a:t>como</a:t>
            </a:r>
            <a:r>
              <a:rPr lang="en-US" sz="1400" dirty="0">
                <a:solidFill>
                  <a:schemeClr val="bg1"/>
                </a:solidFill>
              </a:rPr>
              <a:t> </a:t>
            </a:r>
            <a:r>
              <a:rPr lang="en-US" sz="1400" dirty="0" err="1">
                <a:solidFill>
                  <a:schemeClr val="bg1"/>
                </a:solidFill>
              </a:rPr>
              <a:t>vacunación</a:t>
            </a:r>
            <a:r>
              <a:rPr lang="en-US" sz="1400" dirty="0">
                <a:solidFill>
                  <a:schemeClr val="bg1"/>
                </a:solidFill>
              </a:rPr>
              <a:t> </a:t>
            </a:r>
            <a:r>
              <a:rPr lang="en-US" sz="1400" dirty="0" err="1">
                <a:solidFill>
                  <a:schemeClr val="bg1"/>
                </a:solidFill>
              </a:rPr>
              <a:t>masiva</a:t>
            </a:r>
            <a:r>
              <a:rPr lang="en-US" sz="1400" dirty="0">
                <a:solidFill>
                  <a:schemeClr val="bg1"/>
                </a:solidFill>
              </a:rPr>
              <a:t>, </a:t>
            </a:r>
            <a:r>
              <a:rPr lang="en-US" sz="1400" dirty="0" err="1">
                <a:solidFill>
                  <a:schemeClr val="bg1"/>
                </a:solidFill>
              </a:rPr>
              <a:t>variantes</a:t>
            </a:r>
            <a:r>
              <a:rPr lang="en-US" sz="1400" dirty="0">
                <a:solidFill>
                  <a:schemeClr val="bg1"/>
                </a:solidFill>
              </a:rPr>
              <a:t> </a:t>
            </a:r>
            <a:r>
              <a:rPr lang="en-US" sz="1400" dirty="0" err="1">
                <a:solidFill>
                  <a:schemeClr val="bg1"/>
                </a:solidFill>
              </a:rPr>
              <a:t>biológicas</a:t>
            </a:r>
            <a:r>
              <a:rPr lang="en-US" sz="1400" dirty="0">
                <a:solidFill>
                  <a:schemeClr val="bg1"/>
                </a:solidFill>
              </a:rPr>
              <a:t> y la </a:t>
            </a:r>
            <a:r>
              <a:rPr lang="en-US" sz="1400" dirty="0" err="1">
                <a:solidFill>
                  <a:schemeClr val="bg1"/>
                </a:solidFill>
              </a:rPr>
              <a:t>estrategia</a:t>
            </a:r>
            <a:r>
              <a:rPr lang="en-US" sz="1400" dirty="0">
                <a:solidFill>
                  <a:schemeClr val="bg1"/>
                </a:solidFill>
              </a:rPr>
              <a:t> DAR.</a:t>
            </a:r>
            <a:endParaRPr lang="en-US" sz="1400" b="1" dirty="0">
              <a:solidFill>
                <a:schemeClr val="bg1"/>
              </a:solidFill>
            </a:endParaRPr>
          </a:p>
        </p:txBody>
      </p:sp>
      <p:graphicFrame>
        <p:nvGraphicFramePr>
          <p:cNvPr id="6" name="Gráfico 5">
            <a:extLst>
              <a:ext uri="{FF2B5EF4-FFF2-40B4-BE49-F238E27FC236}">
                <a16:creationId xmlns:a16="http://schemas.microsoft.com/office/drawing/2014/main" id="{5A24219F-029C-42B1-A0C6-BA986878756D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708215735"/>
              </p:ext>
            </p:extLst>
          </p:nvPr>
        </p:nvGraphicFramePr>
        <p:xfrm>
          <a:off x="4933274" y="1166934"/>
          <a:ext cx="7020000" cy="504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35747803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chart seriesIdx="-3" categoryIdx="-3" bldStep="gridLegend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6">
                                            <p:graphicEl>
                                              <a:chart seriesIdx="-3" categoryIdx="-3" bldStep="gridLegend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chart seriesIdx="0" categoryIdx="-4" bldStep="series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6">
                                            <p:graphicEl>
                                              <a:chart seriesIdx="0" categoryIdx="-4" bldStep="series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chart seriesIdx="1" categoryIdx="-4" bldStep="series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6">
                                            <p:graphicEl>
                                              <a:chart seriesIdx="1" categoryIdx="-4" bldStep="series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chart seriesIdx="2" categoryIdx="-4" bldStep="series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6">
                                            <p:graphicEl>
                                              <a:chart seriesIdx="2" categoryIdx="-4" bldStep="series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6" grpId="0" uiExpand="1">
        <p:bldSub>
          <a:bldChart bld="series"/>
        </p:bldSub>
      </p:bldGraphic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5" name="Rectangle 24">
            <a:extLst>
              <a:ext uri="{FF2B5EF4-FFF2-40B4-BE49-F238E27FC236}">
                <a16:creationId xmlns:a16="http://schemas.microsoft.com/office/drawing/2014/main" id="{33CD251C-A887-4D2F-925B-FC09719853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B19D093C-27FB-4032-B282-42C4563F2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694548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56368A20-7BBF-4424-88B1-617D54A72E1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67290" y="1780661"/>
            <a:ext cx="3582073" cy="681627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l"/>
            <a:r>
              <a:rPr lang="en-US" sz="3600" b="1" i="0" kern="1200" dirty="0" err="1">
                <a:solidFill>
                  <a:schemeClr val="bg1"/>
                </a:solidFill>
                <a:effectLst/>
                <a:latin typeface="+mj-lt"/>
                <a:ea typeface="+mj-ea"/>
                <a:cs typeface="+mj-cs"/>
              </a:rPr>
              <a:t>Analítica</a:t>
            </a:r>
            <a:r>
              <a:rPr lang="en-US" sz="3600" b="1" i="0" kern="1200" dirty="0">
                <a:solidFill>
                  <a:schemeClr val="bg1"/>
                </a:solidFill>
                <a:effectLst/>
                <a:latin typeface="+mj-lt"/>
                <a:ea typeface="+mj-ea"/>
                <a:cs typeface="+mj-cs"/>
              </a:rPr>
              <a:t> de </a:t>
            </a:r>
            <a:r>
              <a:rPr lang="en-US" sz="3600" b="1" i="0" kern="1200" dirty="0" err="1">
                <a:solidFill>
                  <a:schemeClr val="bg1"/>
                </a:solidFill>
                <a:effectLst/>
                <a:latin typeface="+mj-lt"/>
                <a:ea typeface="+mj-ea"/>
                <a:cs typeface="+mj-cs"/>
              </a:rPr>
              <a:t>datos</a:t>
            </a:r>
            <a:endParaRPr lang="en-US" sz="3600" kern="1200" dirty="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35EE815E-1BD3-4777-B652-6D98825BF6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767290" y="681628"/>
            <a:ext cx="1128382" cy="847206"/>
            <a:chOff x="668003" y="1684057"/>
            <a:chExt cx="1128382" cy="847206"/>
          </a:xfrm>
        </p:grpSpPr>
        <p:sp>
          <p:nvSpPr>
            <p:cNvPr id="30" name="Freeform 5">
              <a:extLst>
                <a:ext uri="{FF2B5EF4-FFF2-40B4-BE49-F238E27FC236}">
                  <a16:creationId xmlns:a16="http://schemas.microsoft.com/office/drawing/2014/main" id="{E6692982-4A7D-4392-87CD-F0CD4B027DD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8003" y="1935883"/>
              <a:ext cx="675351" cy="595380"/>
            </a:xfrm>
            <a:custGeom>
              <a:avLst/>
              <a:gdLst>
                <a:gd name="T0" fmla="*/ 225 w 785"/>
                <a:gd name="T1" fmla="*/ 692 h 692"/>
                <a:gd name="T2" fmla="*/ 177 w 785"/>
                <a:gd name="T3" fmla="*/ 665 h 692"/>
                <a:gd name="T4" fmla="*/ 9 w 785"/>
                <a:gd name="T5" fmla="*/ 374 h 692"/>
                <a:gd name="T6" fmla="*/ 9 w 785"/>
                <a:gd name="T7" fmla="*/ 318 h 692"/>
                <a:gd name="T8" fmla="*/ 177 w 785"/>
                <a:gd name="T9" fmla="*/ 27 h 692"/>
                <a:gd name="T10" fmla="*/ 225 w 785"/>
                <a:gd name="T11" fmla="*/ 0 h 692"/>
                <a:gd name="T12" fmla="*/ 561 w 785"/>
                <a:gd name="T13" fmla="*/ 0 h 692"/>
                <a:gd name="T14" fmla="*/ 609 w 785"/>
                <a:gd name="T15" fmla="*/ 27 h 692"/>
                <a:gd name="T16" fmla="*/ 777 w 785"/>
                <a:gd name="T17" fmla="*/ 318 h 692"/>
                <a:gd name="T18" fmla="*/ 777 w 785"/>
                <a:gd name="T19" fmla="*/ 374 h 692"/>
                <a:gd name="T20" fmla="*/ 609 w 785"/>
                <a:gd name="T21" fmla="*/ 665 h 692"/>
                <a:gd name="T22" fmla="*/ 561 w 785"/>
                <a:gd name="T23" fmla="*/ 692 h 692"/>
                <a:gd name="T24" fmla="*/ 225 w 785"/>
                <a:gd name="T25" fmla="*/ 692 h 6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85" h="692">
                  <a:moveTo>
                    <a:pt x="225" y="692"/>
                  </a:moveTo>
                  <a:cubicBezTo>
                    <a:pt x="207" y="692"/>
                    <a:pt x="185" y="680"/>
                    <a:pt x="177" y="665"/>
                  </a:cubicBezTo>
                  <a:cubicBezTo>
                    <a:pt x="9" y="374"/>
                    <a:pt x="9" y="374"/>
                    <a:pt x="9" y="374"/>
                  </a:cubicBezTo>
                  <a:cubicBezTo>
                    <a:pt x="0" y="358"/>
                    <a:pt x="0" y="334"/>
                    <a:pt x="9" y="318"/>
                  </a:cubicBezTo>
                  <a:cubicBezTo>
                    <a:pt x="177" y="27"/>
                    <a:pt x="177" y="27"/>
                    <a:pt x="177" y="27"/>
                  </a:cubicBezTo>
                  <a:cubicBezTo>
                    <a:pt x="185" y="12"/>
                    <a:pt x="207" y="0"/>
                    <a:pt x="225" y="0"/>
                  </a:cubicBezTo>
                  <a:cubicBezTo>
                    <a:pt x="561" y="0"/>
                    <a:pt x="561" y="0"/>
                    <a:pt x="561" y="0"/>
                  </a:cubicBezTo>
                  <a:cubicBezTo>
                    <a:pt x="578" y="0"/>
                    <a:pt x="600" y="12"/>
                    <a:pt x="609" y="27"/>
                  </a:cubicBezTo>
                  <a:cubicBezTo>
                    <a:pt x="777" y="318"/>
                    <a:pt x="777" y="318"/>
                    <a:pt x="777" y="318"/>
                  </a:cubicBezTo>
                  <a:cubicBezTo>
                    <a:pt x="785" y="334"/>
                    <a:pt x="785" y="358"/>
                    <a:pt x="777" y="374"/>
                  </a:cubicBezTo>
                  <a:cubicBezTo>
                    <a:pt x="609" y="665"/>
                    <a:pt x="609" y="665"/>
                    <a:pt x="609" y="665"/>
                  </a:cubicBezTo>
                  <a:cubicBezTo>
                    <a:pt x="600" y="680"/>
                    <a:pt x="578" y="692"/>
                    <a:pt x="561" y="692"/>
                  </a:cubicBezTo>
                  <a:lnTo>
                    <a:pt x="225" y="692"/>
                  </a:lnTo>
                  <a:close/>
                </a:path>
              </a:pathLst>
            </a:custGeom>
            <a:noFill/>
            <a:ln w="28575" cmpd="sng">
              <a:solidFill>
                <a:schemeClr val="bg1"/>
              </a:solidFill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1" name="Freeform 5">
              <a:extLst>
                <a:ext uri="{FF2B5EF4-FFF2-40B4-BE49-F238E27FC236}">
                  <a16:creationId xmlns:a16="http://schemas.microsoft.com/office/drawing/2014/main" id="{196485F7-F277-4123-AC53-98EA4C85877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45893" y="1684057"/>
              <a:ext cx="550492" cy="485306"/>
            </a:xfrm>
            <a:custGeom>
              <a:avLst/>
              <a:gdLst>
                <a:gd name="T0" fmla="*/ 225 w 785"/>
                <a:gd name="T1" fmla="*/ 692 h 692"/>
                <a:gd name="T2" fmla="*/ 177 w 785"/>
                <a:gd name="T3" fmla="*/ 665 h 692"/>
                <a:gd name="T4" fmla="*/ 9 w 785"/>
                <a:gd name="T5" fmla="*/ 374 h 692"/>
                <a:gd name="T6" fmla="*/ 9 w 785"/>
                <a:gd name="T7" fmla="*/ 318 h 692"/>
                <a:gd name="T8" fmla="*/ 177 w 785"/>
                <a:gd name="T9" fmla="*/ 27 h 692"/>
                <a:gd name="T10" fmla="*/ 225 w 785"/>
                <a:gd name="T11" fmla="*/ 0 h 692"/>
                <a:gd name="T12" fmla="*/ 561 w 785"/>
                <a:gd name="T13" fmla="*/ 0 h 692"/>
                <a:gd name="T14" fmla="*/ 609 w 785"/>
                <a:gd name="T15" fmla="*/ 27 h 692"/>
                <a:gd name="T16" fmla="*/ 777 w 785"/>
                <a:gd name="T17" fmla="*/ 318 h 692"/>
                <a:gd name="T18" fmla="*/ 777 w 785"/>
                <a:gd name="T19" fmla="*/ 374 h 692"/>
                <a:gd name="T20" fmla="*/ 609 w 785"/>
                <a:gd name="T21" fmla="*/ 665 h 692"/>
                <a:gd name="T22" fmla="*/ 561 w 785"/>
                <a:gd name="T23" fmla="*/ 692 h 692"/>
                <a:gd name="T24" fmla="*/ 225 w 785"/>
                <a:gd name="T25" fmla="*/ 692 h 6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85" h="692">
                  <a:moveTo>
                    <a:pt x="225" y="692"/>
                  </a:moveTo>
                  <a:cubicBezTo>
                    <a:pt x="207" y="692"/>
                    <a:pt x="185" y="680"/>
                    <a:pt x="177" y="665"/>
                  </a:cubicBezTo>
                  <a:cubicBezTo>
                    <a:pt x="9" y="374"/>
                    <a:pt x="9" y="374"/>
                    <a:pt x="9" y="374"/>
                  </a:cubicBezTo>
                  <a:cubicBezTo>
                    <a:pt x="0" y="358"/>
                    <a:pt x="0" y="334"/>
                    <a:pt x="9" y="318"/>
                  </a:cubicBezTo>
                  <a:cubicBezTo>
                    <a:pt x="177" y="27"/>
                    <a:pt x="177" y="27"/>
                    <a:pt x="177" y="27"/>
                  </a:cubicBezTo>
                  <a:cubicBezTo>
                    <a:pt x="185" y="12"/>
                    <a:pt x="207" y="0"/>
                    <a:pt x="225" y="0"/>
                  </a:cubicBezTo>
                  <a:cubicBezTo>
                    <a:pt x="561" y="0"/>
                    <a:pt x="561" y="0"/>
                    <a:pt x="561" y="0"/>
                  </a:cubicBezTo>
                  <a:cubicBezTo>
                    <a:pt x="578" y="0"/>
                    <a:pt x="600" y="12"/>
                    <a:pt x="609" y="27"/>
                  </a:cubicBezTo>
                  <a:cubicBezTo>
                    <a:pt x="777" y="318"/>
                    <a:pt x="777" y="318"/>
                    <a:pt x="777" y="318"/>
                  </a:cubicBezTo>
                  <a:cubicBezTo>
                    <a:pt x="785" y="334"/>
                    <a:pt x="785" y="358"/>
                    <a:pt x="777" y="374"/>
                  </a:cubicBezTo>
                  <a:cubicBezTo>
                    <a:pt x="609" y="665"/>
                    <a:pt x="609" y="665"/>
                    <a:pt x="609" y="665"/>
                  </a:cubicBezTo>
                  <a:cubicBezTo>
                    <a:pt x="600" y="680"/>
                    <a:pt x="578" y="692"/>
                    <a:pt x="561" y="692"/>
                  </a:cubicBezTo>
                  <a:lnTo>
                    <a:pt x="225" y="692"/>
                  </a:lnTo>
                  <a:close/>
                </a:path>
              </a:pathLst>
            </a:custGeom>
            <a:noFill/>
            <a:ln w="28575" cmpd="sng">
              <a:solidFill>
                <a:schemeClr val="bg1"/>
              </a:solidFill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graphicFrame>
        <p:nvGraphicFramePr>
          <p:cNvPr id="10" name="Gráfico 9">
            <a:extLst>
              <a:ext uri="{FF2B5EF4-FFF2-40B4-BE49-F238E27FC236}">
                <a16:creationId xmlns:a16="http://schemas.microsoft.com/office/drawing/2014/main" id="{C871DADB-D8E2-4BAF-B8A4-67DA2CF9DB6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884659027"/>
              </p:ext>
            </p:extLst>
          </p:nvPr>
        </p:nvGraphicFramePr>
        <p:xfrm>
          <a:off x="4933274" y="1231144"/>
          <a:ext cx="7020000" cy="504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7" name="CuadroTexto 16">
            <a:extLst>
              <a:ext uri="{FF2B5EF4-FFF2-40B4-BE49-F238E27FC236}">
                <a16:creationId xmlns:a16="http://schemas.microsoft.com/office/drawing/2014/main" id="{A3EF7A98-547E-4134-A18E-9E2E9DFA6F81}"/>
              </a:ext>
            </a:extLst>
          </p:cNvPr>
          <p:cNvSpPr txBox="1"/>
          <p:nvPr/>
        </p:nvSpPr>
        <p:spPr>
          <a:xfrm>
            <a:off x="767290" y="2588455"/>
            <a:ext cx="3582072" cy="3798277"/>
          </a:xfrm>
          <a:prstGeom prst="rect">
            <a:avLst/>
          </a:prstGeom>
        </p:spPr>
        <p:txBody>
          <a:bodyPr vert="horz" lIns="91440" tIns="45720" rIns="91440" bIns="45720" rtlCol="0" anchor="t">
            <a:normAutofit lnSpcReduction="10000"/>
          </a:bodyPr>
          <a:lstStyle/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 b="1" dirty="0" err="1">
                <a:solidFill>
                  <a:schemeClr val="bg1"/>
                </a:solidFill>
              </a:rPr>
              <a:t>Problema</a:t>
            </a:r>
            <a:r>
              <a:rPr lang="en-US" sz="1400" b="1" dirty="0">
                <a:solidFill>
                  <a:schemeClr val="bg1"/>
                </a:solidFill>
              </a:rPr>
              <a:t>: </a:t>
            </a:r>
            <a:r>
              <a:rPr lang="en-US" sz="1400" dirty="0" err="1">
                <a:solidFill>
                  <a:schemeClr val="bg1"/>
                </a:solidFill>
              </a:rPr>
              <a:t>Implementar</a:t>
            </a:r>
            <a:r>
              <a:rPr lang="en-US" sz="1400" dirty="0">
                <a:solidFill>
                  <a:schemeClr val="bg1"/>
                </a:solidFill>
              </a:rPr>
              <a:t> los </a:t>
            </a:r>
            <a:r>
              <a:rPr lang="en-US" sz="1400" dirty="0" err="1">
                <a:solidFill>
                  <a:schemeClr val="bg1"/>
                </a:solidFill>
              </a:rPr>
              <a:t>modelos</a:t>
            </a:r>
            <a:r>
              <a:rPr lang="en-US" sz="1400" dirty="0">
                <a:solidFill>
                  <a:schemeClr val="bg1"/>
                </a:solidFill>
              </a:rPr>
              <a:t> Squire y FRED </a:t>
            </a:r>
            <a:r>
              <a:rPr lang="en-US" sz="1400" dirty="0" err="1">
                <a:solidFill>
                  <a:schemeClr val="bg1"/>
                </a:solidFill>
              </a:rPr>
              <a:t>adaptado</a:t>
            </a:r>
            <a:r>
              <a:rPr lang="en-US" sz="1400" dirty="0">
                <a:solidFill>
                  <a:schemeClr val="bg1"/>
                </a:solidFill>
              </a:rPr>
              <a:t> a Bogotá para </a:t>
            </a:r>
            <a:r>
              <a:rPr lang="en-US" sz="1400" dirty="0" err="1">
                <a:solidFill>
                  <a:schemeClr val="bg1"/>
                </a:solidFill>
              </a:rPr>
              <a:t>poder</a:t>
            </a:r>
            <a:r>
              <a:rPr lang="en-US" sz="1400" dirty="0">
                <a:solidFill>
                  <a:schemeClr val="bg1"/>
                </a:solidFill>
              </a:rPr>
              <a:t> </a:t>
            </a:r>
            <a:r>
              <a:rPr lang="en-US" sz="1400" dirty="0" err="1">
                <a:solidFill>
                  <a:schemeClr val="bg1"/>
                </a:solidFill>
              </a:rPr>
              <a:t>proyectar</a:t>
            </a:r>
            <a:r>
              <a:rPr lang="en-US" sz="1400" dirty="0">
                <a:solidFill>
                  <a:schemeClr val="bg1"/>
                </a:solidFill>
              </a:rPr>
              <a:t> </a:t>
            </a:r>
            <a:r>
              <a:rPr lang="en-US" sz="1400" dirty="0" err="1">
                <a:solidFill>
                  <a:schemeClr val="bg1"/>
                </a:solidFill>
              </a:rPr>
              <a:t>escenarios</a:t>
            </a:r>
            <a:r>
              <a:rPr lang="en-US" sz="1400" dirty="0">
                <a:solidFill>
                  <a:schemeClr val="bg1"/>
                </a:solidFill>
              </a:rPr>
              <a:t> de </a:t>
            </a:r>
            <a:r>
              <a:rPr lang="en-US" sz="1400" dirty="0" err="1">
                <a:solidFill>
                  <a:schemeClr val="bg1"/>
                </a:solidFill>
              </a:rPr>
              <a:t>ocupación</a:t>
            </a:r>
            <a:r>
              <a:rPr lang="en-US" sz="1400" dirty="0">
                <a:solidFill>
                  <a:schemeClr val="bg1"/>
                </a:solidFill>
              </a:rPr>
              <a:t> de </a:t>
            </a:r>
            <a:r>
              <a:rPr lang="en-US" sz="1400" dirty="0" err="1">
                <a:solidFill>
                  <a:schemeClr val="bg1"/>
                </a:solidFill>
              </a:rPr>
              <a:t>hospitalización</a:t>
            </a:r>
            <a:r>
              <a:rPr lang="en-US" sz="1400" dirty="0">
                <a:solidFill>
                  <a:schemeClr val="bg1"/>
                </a:solidFill>
              </a:rPr>
              <a:t> general o UCI que </a:t>
            </a:r>
            <a:r>
              <a:rPr lang="en-US" sz="1400" dirty="0" err="1">
                <a:solidFill>
                  <a:schemeClr val="bg1"/>
                </a:solidFill>
              </a:rPr>
              <a:t>sirvan</a:t>
            </a:r>
            <a:r>
              <a:rPr lang="en-US" sz="1400" dirty="0">
                <a:solidFill>
                  <a:schemeClr val="bg1"/>
                </a:solidFill>
              </a:rPr>
              <a:t> </a:t>
            </a:r>
            <a:r>
              <a:rPr lang="en-US" sz="1400" dirty="0" err="1">
                <a:solidFill>
                  <a:schemeClr val="bg1"/>
                </a:solidFill>
              </a:rPr>
              <a:t>en</a:t>
            </a:r>
            <a:r>
              <a:rPr lang="en-US" sz="1400" dirty="0">
                <a:solidFill>
                  <a:schemeClr val="bg1"/>
                </a:solidFill>
              </a:rPr>
              <a:t> las </a:t>
            </a:r>
            <a:r>
              <a:rPr lang="en-US" sz="1400" dirty="0" err="1">
                <a:solidFill>
                  <a:schemeClr val="bg1"/>
                </a:solidFill>
              </a:rPr>
              <a:t>medidas</a:t>
            </a:r>
            <a:r>
              <a:rPr lang="en-US" sz="1400" dirty="0">
                <a:solidFill>
                  <a:schemeClr val="bg1"/>
                </a:solidFill>
              </a:rPr>
              <a:t> de </a:t>
            </a:r>
            <a:r>
              <a:rPr lang="en-US" sz="1400" dirty="0" err="1">
                <a:solidFill>
                  <a:schemeClr val="bg1"/>
                </a:solidFill>
              </a:rPr>
              <a:t>mitigación</a:t>
            </a:r>
            <a:r>
              <a:rPr lang="en-US" sz="1400" dirty="0">
                <a:solidFill>
                  <a:schemeClr val="bg1"/>
                </a:solidFill>
              </a:rPr>
              <a:t> del Covid -19 a los </a:t>
            </a:r>
            <a:r>
              <a:rPr lang="en-US" sz="1400" dirty="0" err="1">
                <a:solidFill>
                  <a:schemeClr val="bg1"/>
                </a:solidFill>
              </a:rPr>
              <a:t>tomadores</a:t>
            </a:r>
            <a:r>
              <a:rPr lang="en-US" sz="1400" dirty="0">
                <a:solidFill>
                  <a:schemeClr val="bg1"/>
                </a:solidFill>
              </a:rPr>
              <a:t> de </a:t>
            </a:r>
            <a:r>
              <a:rPr lang="en-US" sz="1400" dirty="0" err="1">
                <a:solidFill>
                  <a:schemeClr val="bg1"/>
                </a:solidFill>
              </a:rPr>
              <a:t>decisiones</a:t>
            </a:r>
            <a:r>
              <a:rPr lang="en-US" sz="1400" dirty="0">
                <a:solidFill>
                  <a:schemeClr val="bg1"/>
                </a:solidFill>
              </a:rPr>
              <a:t>.</a:t>
            </a: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 b="1" dirty="0" err="1">
                <a:solidFill>
                  <a:schemeClr val="bg1"/>
                </a:solidFill>
              </a:rPr>
              <a:t>Elección</a:t>
            </a:r>
            <a:r>
              <a:rPr lang="en-US" sz="1400" b="1" dirty="0">
                <a:solidFill>
                  <a:schemeClr val="bg1"/>
                </a:solidFill>
              </a:rPr>
              <a:t> de </a:t>
            </a:r>
            <a:r>
              <a:rPr lang="en-US" sz="1400" b="1" dirty="0" err="1">
                <a:solidFill>
                  <a:schemeClr val="bg1"/>
                </a:solidFill>
              </a:rPr>
              <a:t>modelos</a:t>
            </a:r>
            <a:r>
              <a:rPr lang="en-US" sz="1400" b="1" dirty="0">
                <a:solidFill>
                  <a:schemeClr val="bg1"/>
                </a:solidFill>
              </a:rPr>
              <a:t>:</a:t>
            </a:r>
            <a:r>
              <a:rPr lang="en-US" sz="1400" dirty="0">
                <a:solidFill>
                  <a:schemeClr val="bg1"/>
                </a:solidFill>
              </a:rPr>
              <a:t> </a:t>
            </a:r>
          </a:p>
          <a:p>
            <a:pPr marL="742950" lvl="1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 dirty="0" err="1">
                <a:solidFill>
                  <a:schemeClr val="bg1"/>
                </a:solidFill>
              </a:rPr>
              <a:t>Heterogeneidad</a:t>
            </a:r>
            <a:r>
              <a:rPr lang="en-US" sz="1400" dirty="0">
                <a:solidFill>
                  <a:schemeClr val="bg1"/>
                </a:solidFill>
              </a:rPr>
              <a:t> </a:t>
            </a:r>
            <a:r>
              <a:rPr lang="en-US" sz="1400" dirty="0" err="1">
                <a:solidFill>
                  <a:schemeClr val="bg1"/>
                </a:solidFill>
              </a:rPr>
              <a:t>en</a:t>
            </a:r>
            <a:r>
              <a:rPr lang="en-US" sz="1400" dirty="0">
                <a:solidFill>
                  <a:schemeClr val="bg1"/>
                </a:solidFill>
              </a:rPr>
              <a:t> </a:t>
            </a:r>
            <a:r>
              <a:rPr lang="en-US" sz="1400" dirty="0" err="1">
                <a:solidFill>
                  <a:schemeClr val="bg1"/>
                </a:solidFill>
              </a:rPr>
              <a:t>el</a:t>
            </a:r>
            <a:r>
              <a:rPr lang="en-US" sz="1400" dirty="0">
                <a:solidFill>
                  <a:schemeClr val="bg1"/>
                </a:solidFill>
              </a:rPr>
              <a:t> </a:t>
            </a:r>
            <a:r>
              <a:rPr lang="en-US" sz="1400" dirty="0" err="1">
                <a:solidFill>
                  <a:schemeClr val="bg1"/>
                </a:solidFill>
              </a:rPr>
              <a:t>contacto</a:t>
            </a:r>
            <a:r>
              <a:rPr lang="en-US" sz="1400" dirty="0">
                <a:solidFill>
                  <a:schemeClr val="bg1"/>
                </a:solidFill>
              </a:rPr>
              <a:t>.</a:t>
            </a:r>
          </a:p>
          <a:p>
            <a:pPr marL="742950" lvl="1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 dirty="0" err="1">
                <a:solidFill>
                  <a:schemeClr val="bg1"/>
                </a:solidFill>
              </a:rPr>
              <a:t>Vacunación</a:t>
            </a:r>
            <a:r>
              <a:rPr lang="en-US" sz="1400" dirty="0">
                <a:solidFill>
                  <a:schemeClr val="bg1"/>
                </a:solidFill>
              </a:rPr>
              <a:t> </a:t>
            </a:r>
            <a:r>
              <a:rPr lang="en-US" sz="1400" dirty="0" err="1">
                <a:solidFill>
                  <a:schemeClr val="bg1"/>
                </a:solidFill>
              </a:rPr>
              <a:t>masiva</a:t>
            </a:r>
            <a:r>
              <a:rPr lang="en-US" sz="1400" dirty="0">
                <a:solidFill>
                  <a:schemeClr val="bg1"/>
                </a:solidFill>
              </a:rPr>
              <a:t>.</a:t>
            </a:r>
          </a:p>
          <a:p>
            <a:pPr marL="742950" lvl="1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 dirty="0" err="1">
                <a:solidFill>
                  <a:schemeClr val="bg1"/>
                </a:solidFill>
              </a:rPr>
              <a:t>Variantes</a:t>
            </a:r>
            <a:r>
              <a:rPr lang="en-US" sz="1400" dirty="0">
                <a:solidFill>
                  <a:schemeClr val="bg1"/>
                </a:solidFill>
              </a:rPr>
              <a:t> </a:t>
            </a:r>
            <a:r>
              <a:rPr lang="en-US" sz="1400" dirty="0" err="1">
                <a:solidFill>
                  <a:schemeClr val="bg1"/>
                </a:solidFill>
              </a:rPr>
              <a:t>biológicas</a:t>
            </a:r>
            <a:r>
              <a:rPr lang="en-US" sz="1400" dirty="0">
                <a:solidFill>
                  <a:schemeClr val="bg1"/>
                </a:solidFill>
              </a:rPr>
              <a:t>.</a:t>
            </a:r>
          </a:p>
          <a:p>
            <a:pPr marL="742950" lvl="1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 dirty="0" err="1">
                <a:solidFill>
                  <a:schemeClr val="bg1"/>
                </a:solidFill>
              </a:rPr>
              <a:t>Cambios</a:t>
            </a:r>
            <a:r>
              <a:rPr lang="en-US" sz="1400" dirty="0">
                <a:solidFill>
                  <a:schemeClr val="bg1"/>
                </a:solidFill>
              </a:rPr>
              <a:t> de </a:t>
            </a:r>
            <a:r>
              <a:rPr lang="en-US" sz="1400" dirty="0" err="1">
                <a:solidFill>
                  <a:schemeClr val="bg1"/>
                </a:solidFill>
              </a:rPr>
              <a:t>movilidad</a:t>
            </a:r>
            <a:r>
              <a:rPr lang="en-US" sz="1400" dirty="0">
                <a:solidFill>
                  <a:schemeClr val="bg1"/>
                </a:solidFill>
              </a:rPr>
              <a:t>.</a:t>
            </a:r>
          </a:p>
          <a:p>
            <a:pPr marL="742950" lvl="1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 dirty="0" err="1">
                <a:solidFill>
                  <a:schemeClr val="bg1"/>
                </a:solidFill>
              </a:rPr>
              <a:t>Efectividad</a:t>
            </a:r>
            <a:r>
              <a:rPr lang="en-US" sz="1400" dirty="0">
                <a:solidFill>
                  <a:schemeClr val="bg1"/>
                </a:solidFill>
              </a:rPr>
              <a:t> de </a:t>
            </a:r>
            <a:r>
              <a:rPr lang="en-US" sz="1400" dirty="0" err="1">
                <a:solidFill>
                  <a:schemeClr val="bg1"/>
                </a:solidFill>
              </a:rPr>
              <a:t>tapabocas</a:t>
            </a:r>
            <a:r>
              <a:rPr lang="en-US" sz="1400" dirty="0">
                <a:solidFill>
                  <a:schemeClr val="bg1"/>
                </a:solidFill>
              </a:rPr>
              <a:t>.</a:t>
            </a:r>
          </a:p>
          <a:p>
            <a:pPr marL="742950" lvl="1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 dirty="0" err="1">
                <a:solidFill>
                  <a:schemeClr val="bg1"/>
                </a:solidFill>
              </a:rPr>
              <a:t>Estrategia</a:t>
            </a:r>
            <a:r>
              <a:rPr lang="en-US" sz="1400" dirty="0">
                <a:solidFill>
                  <a:schemeClr val="bg1"/>
                </a:solidFill>
              </a:rPr>
              <a:t> </a:t>
            </a:r>
            <a:r>
              <a:rPr lang="en-US" sz="1400" dirty="0" err="1">
                <a:solidFill>
                  <a:schemeClr val="bg1"/>
                </a:solidFill>
              </a:rPr>
              <a:t>detección</a:t>
            </a:r>
            <a:r>
              <a:rPr lang="en-US" sz="1400" dirty="0">
                <a:solidFill>
                  <a:schemeClr val="bg1"/>
                </a:solidFill>
              </a:rPr>
              <a:t>, </a:t>
            </a:r>
            <a:r>
              <a:rPr lang="en-US" sz="1400" dirty="0" err="1">
                <a:solidFill>
                  <a:schemeClr val="bg1"/>
                </a:solidFill>
              </a:rPr>
              <a:t>aisló</a:t>
            </a:r>
            <a:r>
              <a:rPr lang="en-US" sz="1400" dirty="0">
                <a:solidFill>
                  <a:schemeClr val="bg1"/>
                </a:solidFill>
              </a:rPr>
              <a:t> y </a:t>
            </a:r>
            <a:r>
              <a:rPr lang="en-US" sz="1400" dirty="0" err="1">
                <a:solidFill>
                  <a:schemeClr val="bg1"/>
                </a:solidFill>
              </a:rPr>
              <a:t>reporto</a:t>
            </a:r>
            <a:r>
              <a:rPr lang="en-US" sz="1400" dirty="0">
                <a:solidFill>
                  <a:schemeClr val="bg1"/>
                </a:solidFill>
              </a:rPr>
              <a:t> (DAR).</a:t>
            </a: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 b="1" dirty="0" err="1">
                <a:solidFill>
                  <a:schemeClr val="bg1"/>
                </a:solidFill>
              </a:rPr>
              <a:t>Limitaciones</a:t>
            </a:r>
            <a:r>
              <a:rPr lang="en-US" sz="1400" b="1" dirty="0">
                <a:solidFill>
                  <a:schemeClr val="bg1"/>
                </a:solidFill>
              </a:rPr>
              <a:t>: </a:t>
            </a:r>
            <a:r>
              <a:rPr lang="en-US" sz="1400" dirty="0">
                <a:solidFill>
                  <a:schemeClr val="bg1"/>
                </a:solidFill>
              </a:rPr>
              <a:t>El </a:t>
            </a:r>
            <a:r>
              <a:rPr lang="en-US" sz="1400" dirty="0" err="1">
                <a:solidFill>
                  <a:schemeClr val="bg1"/>
                </a:solidFill>
              </a:rPr>
              <a:t>modelo</a:t>
            </a:r>
            <a:r>
              <a:rPr lang="en-US" sz="1400" dirty="0">
                <a:solidFill>
                  <a:schemeClr val="bg1"/>
                </a:solidFill>
              </a:rPr>
              <a:t> Squire no </a:t>
            </a:r>
            <a:r>
              <a:rPr lang="en-US" sz="1400" dirty="0" err="1">
                <a:solidFill>
                  <a:schemeClr val="bg1"/>
                </a:solidFill>
              </a:rPr>
              <a:t>incluye</a:t>
            </a:r>
            <a:r>
              <a:rPr lang="en-US" sz="1400" dirty="0">
                <a:solidFill>
                  <a:schemeClr val="bg1"/>
                </a:solidFill>
              </a:rPr>
              <a:t> </a:t>
            </a:r>
            <a:r>
              <a:rPr lang="en-US" sz="1400" dirty="0" err="1">
                <a:solidFill>
                  <a:schemeClr val="bg1"/>
                </a:solidFill>
              </a:rPr>
              <a:t>aspectos</a:t>
            </a:r>
            <a:r>
              <a:rPr lang="en-US" sz="1400" dirty="0">
                <a:solidFill>
                  <a:schemeClr val="bg1"/>
                </a:solidFill>
              </a:rPr>
              <a:t> </a:t>
            </a:r>
            <a:r>
              <a:rPr lang="en-US" sz="1400" dirty="0" err="1">
                <a:solidFill>
                  <a:schemeClr val="bg1"/>
                </a:solidFill>
              </a:rPr>
              <a:t>como</a:t>
            </a:r>
            <a:r>
              <a:rPr lang="en-US" sz="1400" dirty="0">
                <a:solidFill>
                  <a:schemeClr val="bg1"/>
                </a:solidFill>
              </a:rPr>
              <a:t> </a:t>
            </a:r>
            <a:r>
              <a:rPr lang="en-US" sz="1400" dirty="0" err="1">
                <a:solidFill>
                  <a:schemeClr val="bg1"/>
                </a:solidFill>
              </a:rPr>
              <a:t>vacunación</a:t>
            </a:r>
            <a:r>
              <a:rPr lang="en-US" sz="1400" dirty="0">
                <a:solidFill>
                  <a:schemeClr val="bg1"/>
                </a:solidFill>
              </a:rPr>
              <a:t> </a:t>
            </a:r>
            <a:r>
              <a:rPr lang="en-US" sz="1400" dirty="0" err="1">
                <a:solidFill>
                  <a:schemeClr val="bg1"/>
                </a:solidFill>
              </a:rPr>
              <a:t>masiva</a:t>
            </a:r>
            <a:r>
              <a:rPr lang="en-US" sz="1400" dirty="0">
                <a:solidFill>
                  <a:schemeClr val="bg1"/>
                </a:solidFill>
              </a:rPr>
              <a:t>, </a:t>
            </a:r>
            <a:r>
              <a:rPr lang="en-US" sz="1400" dirty="0" err="1">
                <a:solidFill>
                  <a:schemeClr val="bg1"/>
                </a:solidFill>
              </a:rPr>
              <a:t>variantes</a:t>
            </a:r>
            <a:r>
              <a:rPr lang="en-US" sz="1400" dirty="0">
                <a:solidFill>
                  <a:schemeClr val="bg1"/>
                </a:solidFill>
              </a:rPr>
              <a:t> </a:t>
            </a:r>
            <a:r>
              <a:rPr lang="en-US" sz="1400" dirty="0" err="1">
                <a:solidFill>
                  <a:schemeClr val="bg1"/>
                </a:solidFill>
              </a:rPr>
              <a:t>biológicas</a:t>
            </a:r>
            <a:r>
              <a:rPr lang="en-US" sz="1400" dirty="0">
                <a:solidFill>
                  <a:schemeClr val="bg1"/>
                </a:solidFill>
              </a:rPr>
              <a:t> y la </a:t>
            </a:r>
            <a:r>
              <a:rPr lang="en-US" sz="1400" dirty="0" err="1">
                <a:solidFill>
                  <a:schemeClr val="bg1"/>
                </a:solidFill>
              </a:rPr>
              <a:t>estrategia</a:t>
            </a:r>
            <a:r>
              <a:rPr lang="en-US" sz="1400" dirty="0">
                <a:solidFill>
                  <a:schemeClr val="bg1"/>
                </a:solidFill>
              </a:rPr>
              <a:t> DAR.</a:t>
            </a:r>
            <a:endParaRPr lang="en-US" sz="14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26791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graphicEl>
                                              <a:chart seriesIdx="-3" categoryIdx="-3" bldStep="gridLegend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0">
                                            <p:graphicEl>
                                              <a:chart seriesIdx="-3" categoryIdx="-3" bldStep="gridLegend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graphicEl>
                                              <a:chart seriesIdx="0" categoryIdx="-4" bldStep="series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10">
                                            <p:graphicEl>
                                              <a:chart seriesIdx="0" categoryIdx="-4" bldStep="series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graphicEl>
                                              <a:chart seriesIdx="1" categoryIdx="-4" bldStep="series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10">
                                            <p:graphicEl>
                                              <a:chart seriesIdx="1" categoryIdx="-4" bldStep="series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graphicEl>
                                              <a:chart seriesIdx="2" categoryIdx="-4" bldStep="series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10">
                                            <p:graphicEl>
                                              <a:chart seriesIdx="2" categoryIdx="-4" bldStep="series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10" grpId="0">
        <p:bldSub>
          <a:bldChart bld="series"/>
        </p:bldSub>
      </p:bldGraphic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5" name="Rectangle 24">
            <a:extLst>
              <a:ext uri="{FF2B5EF4-FFF2-40B4-BE49-F238E27FC236}">
                <a16:creationId xmlns:a16="http://schemas.microsoft.com/office/drawing/2014/main" id="{33CD251C-A887-4D2F-925B-FC09719853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B19D093C-27FB-4032-B282-42C4563F2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694548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56368A20-7BBF-4424-88B1-617D54A72E1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67290" y="1780661"/>
            <a:ext cx="3582073" cy="821862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l"/>
            <a:r>
              <a:rPr lang="en-US" sz="3600" b="1" i="0" kern="1200" dirty="0" err="1">
                <a:solidFill>
                  <a:schemeClr val="bg1"/>
                </a:solidFill>
                <a:effectLst/>
                <a:latin typeface="+mj-lt"/>
                <a:ea typeface="+mj-ea"/>
                <a:cs typeface="+mj-cs"/>
              </a:rPr>
              <a:t>Analítica</a:t>
            </a:r>
            <a:r>
              <a:rPr lang="en-US" sz="3600" b="1" i="0" kern="1200" dirty="0">
                <a:solidFill>
                  <a:schemeClr val="bg1"/>
                </a:solidFill>
                <a:effectLst/>
                <a:latin typeface="+mj-lt"/>
                <a:ea typeface="+mj-ea"/>
                <a:cs typeface="+mj-cs"/>
              </a:rPr>
              <a:t> de </a:t>
            </a:r>
            <a:r>
              <a:rPr lang="en-US" sz="3600" b="1" i="0" kern="1200" dirty="0" err="1">
                <a:solidFill>
                  <a:schemeClr val="bg1"/>
                </a:solidFill>
                <a:effectLst/>
                <a:latin typeface="+mj-lt"/>
                <a:ea typeface="+mj-ea"/>
                <a:cs typeface="+mj-cs"/>
              </a:rPr>
              <a:t>datos</a:t>
            </a:r>
            <a:endParaRPr lang="en-US" sz="3600" kern="1200" dirty="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35EE815E-1BD3-4777-B652-6D98825BF6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767290" y="681628"/>
            <a:ext cx="1128382" cy="847206"/>
            <a:chOff x="668003" y="1684057"/>
            <a:chExt cx="1128382" cy="847206"/>
          </a:xfrm>
        </p:grpSpPr>
        <p:sp>
          <p:nvSpPr>
            <p:cNvPr id="22" name="Freeform 5">
              <a:extLst>
                <a:ext uri="{FF2B5EF4-FFF2-40B4-BE49-F238E27FC236}">
                  <a16:creationId xmlns:a16="http://schemas.microsoft.com/office/drawing/2014/main" id="{E6692982-4A7D-4392-87CD-F0CD4B027DD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8003" y="1935883"/>
              <a:ext cx="675351" cy="595380"/>
            </a:xfrm>
            <a:custGeom>
              <a:avLst/>
              <a:gdLst>
                <a:gd name="T0" fmla="*/ 225 w 785"/>
                <a:gd name="T1" fmla="*/ 692 h 692"/>
                <a:gd name="T2" fmla="*/ 177 w 785"/>
                <a:gd name="T3" fmla="*/ 665 h 692"/>
                <a:gd name="T4" fmla="*/ 9 w 785"/>
                <a:gd name="T5" fmla="*/ 374 h 692"/>
                <a:gd name="T6" fmla="*/ 9 w 785"/>
                <a:gd name="T7" fmla="*/ 318 h 692"/>
                <a:gd name="T8" fmla="*/ 177 w 785"/>
                <a:gd name="T9" fmla="*/ 27 h 692"/>
                <a:gd name="T10" fmla="*/ 225 w 785"/>
                <a:gd name="T11" fmla="*/ 0 h 692"/>
                <a:gd name="T12" fmla="*/ 561 w 785"/>
                <a:gd name="T13" fmla="*/ 0 h 692"/>
                <a:gd name="T14" fmla="*/ 609 w 785"/>
                <a:gd name="T15" fmla="*/ 27 h 692"/>
                <a:gd name="T16" fmla="*/ 777 w 785"/>
                <a:gd name="T17" fmla="*/ 318 h 692"/>
                <a:gd name="T18" fmla="*/ 777 w 785"/>
                <a:gd name="T19" fmla="*/ 374 h 692"/>
                <a:gd name="T20" fmla="*/ 609 w 785"/>
                <a:gd name="T21" fmla="*/ 665 h 692"/>
                <a:gd name="T22" fmla="*/ 561 w 785"/>
                <a:gd name="T23" fmla="*/ 692 h 692"/>
                <a:gd name="T24" fmla="*/ 225 w 785"/>
                <a:gd name="T25" fmla="*/ 692 h 6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85" h="692">
                  <a:moveTo>
                    <a:pt x="225" y="692"/>
                  </a:moveTo>
                  <a:cubicBezTo>
                    <a:pt x="207" y="692"/>
                    <a:pt x="185" y="680"/>
                    <a:pt x="177" y="665"/>
                  </a:cubicBezTo>
                  <a:cubicBezTo>
                    <a:pt x="9" y="374"/>
                    <a:pt x="9" y="374"/>
                    <a:pt x="9" y="374"/>
                  </a:cubicBezTo>
                  <a:cubicBezTo>
                    <a:pt x="0" y="358"/>
                    <a:pt x="0" y="334"/>
                    <a:pt x="9" y="318"/>
                  </a:cubicBezTo>
                  <a:cubicBezTo>
                    <a:pt x="177" y="27"/>
                    <a:pt x="177" y="27"/>
                    <a:pt x="177" y="27"/>
                  </a:cubicBezTo>
                  <a:cubicBezTo>
                    <a:pt x="185" y="12"/>
                    <a:pt x="207" y="0"/>
                    <a:pt x="225" y="0"/>
                  </a:cubicBezTo>
                  <a:cubicBezTo>
                    <a:pt x="561" y="0"/>
                    <a:pt x="561" y="0"/>
                    <a:pt x="561" y="0"/>
                  </a:cubicBezTo>
                  <a:cubicBezTo>
                    <a:pt x="578" y="0"/>
                    <a:pt x="600" y="12"/>
                    <a:pt x="609" y="27"/>
                  </a:cubicBezTo>
                  <a:cubicBezTo>
                    <a:pt x="777" y="318"/>
                    <a:pt x="777" y="318"/>
                    <a:pt x="777" y="318"/>
                  </a:cubicBezTo>
                  <a:cubicBezTo>
                    <a:pt x="785" y="334"/>
                    <a:pt x="785" y="358"/>
                    <a:pt x="777" y="374"/>
                  </a:cubicBezTo>
                  <a:cubicBezTo>
                    <a:pt x="609" y="665"/>
                    <a:pt x="609" y="665"/>
                    <a:pt x="609" y="665"/>
                  </a:cubicBezTo>
                  <a:cubicBezTo>
                    <a:pt x="600" y="680"/>
                    <a:pt x="578" y="692"/>
                    <a:pt x="561" y="692"/>
                  </a:cubicBezTo>
                  <a:lnTo>
                    <a:pt x="225" y="692"/>
                  </a:lnTo>
                  <a:close/>
                </a:path>
              </a:pathLst>
            </a:custGeom>
            <a:noFill/>
            <a:ln w="28575" cmpd="sng">
              <a:solidFill>
                <a:schemeClr val="bg1"/>
              </a:solidFill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3" name="Freeform 5">
              <a:extLst>
                <a:ext uri="{FF2B5EF4-FFF2-40B4-BE49-F238E27FC236}">
                  <a16:creationId xmlns:a16="http://schemas.microsoft.com/office/drawing/2014/main" id="{196485F7-F277-4123-AC53-98EA4C85877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45893" y="1684057"/>
              <a:ext cx="550492" cy="485306"/>
            </a:xfrm>
            <a:custGeom>
              <a:avLst/>
              <a:gdLst>
                <a:gd name="T0" fmla="*/ 225 w 785"/>
                <a:gd name="T1" fmla="*/ 692 h 692"/>
                <a:gd name="T2" fmla="*/ 177 w 785"/>
                <a:gd name="T3" fmla="*/ 665 h 692"/>
                <a:gd name="T4" fmla="*/ 9 w 785"/>
                <a:gd name="T5" fmla="*/ 374 h 692"/>
                <a:gd name="T6" fmla="*/ 9 w 785"/>
                <a:gd name="T7" fmla="*/ 318 h 692"/>
                <a:gd name="T8" fmla="*/ 177 w 785"/>
                <a:gd name="T9" fmla="*/ 27 h 692"/>
                <a:gd name="T10" fmla="*/ 225 w 785"/>
                <a:gd name="T11" fmla="*/ 0 h 692"/>
                <a:gd name="T12" fmla="*/ 561 w 785"/>
                <a:gd name="T13" fmla="*/ 0 h 692"/>
                <a:gd name="T14" fmla="*/ 609 w 785"/>
                <a:gd name="T15" fmla="*/ 27 h 692"/>
                <a:gd name="T16" fmla="*/ 777 w 785"/>
                <a:gd name="T17" fmla="*/ 318 h 692"/>
                <a:gd name="T18" fmla="*/ 777 w 785"/>
                <a:gd name="T19" fmla="*/ 374 h 692"/>
                <a:gd name="T20" fmla="*/ 609 w 785"/>
                <a:gd name="T21" fmla="*/ 665 h 692"/>
                <a:gd name="T22" fmla="*/ 561 w 785"/>
                <a:gd name="T23" fmla="*/ 692 h 692"/>
                <a:gd name="T24" fmla="*/ 225 w 785"/>
                <a:gd name="T25" fmla="*/ 692 h 6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85" h="692">
                  <a:moveTo>
                    <a:pt x="225" y="692"/>
                  </a:moveTo>
                  <a:cubicBezTo>
                    <a:pt x="207" y="692"/>
                    <a:pt x="185" y="680"/>
                    <a:pt x="177" y="665"/>
                  </a:cubicBezTo>
                  <a:cubicBezTo>
                    <a:pt x="9" y="374"/>
                    <a:pt x="9" y="374"/>
                    <a:pt x="9" y="374"/>
                  </a:cubicBezTo>
                  <a:cubicBezTo>
                    <a:pt x="0" y="358"/>
                    <a:pt x="0" y="334"/>
                    <a:pt x="9" y="318"/>
                  </a:cubicBezTo>
                  <a:cubicBezTo>
                    <a:pt x="177" y="27"/>
                    <a:pt x="177" y="27"/>
                    <a:pt x="177" y="27"/>
                  </a:cubicBezTo>
                  <a:cubicBezTo>
                    <a:pt x="185" y="12"/>
                    <a:pt x="207" y="0"/>
                    <a:pt x="225" y="0"/>
                  </a:cubicBezTo>
                  <a:cubicBezTo>
                    <a:pt x="561" y="0"/>
                    <a:pt x="561" y="0"/>
                    <a:pt x="561" y="0"/>
                  </a:cubicBezTo>
                  <a:cubicBezTo>
                    <a:pt x="578" y="0"/>
                    <a:pt x="600" y="12"/>
                    <a:pt x="609" y="27"/>
                  </a:cubicBezTo>
                  <a:cubicBezTo>
                    <a:pt x="777" y="318"/>
                    <a:pt x="777" y="318"/>
                    <a:pt x="777" y="318"/>
                  </a:cubicBezTo>
                  <a:cubicBezTo>
                    <a:pt x="785" y="334"/>
                    <a:pt x="785" y="358"/>
                    <a:pt x="777" y="374"/>
                  </a:cubicBezTo>
                  <a:cubicBezTo>
                    <a:pt x="609" y="665"/>
                    <a:pt x="609" y="665"/>
                    <a:pt x="609" y="665"/>
                  </a:cubicBezTo>
                  <a:cubicBezTo>
                    <a:pt x="600" y="680"/>
                    <a:pt x="578" y="692"/>
                    <a:pt x="561" y="692"/>
                  </a:cubicBezTo>
                  <a:lnTo>
                    <a:pt x="225" y="692"/>
                  </a:lnTo>
                  <a:close/>
                </a:path>
              </a:pathLst>
            </a:custGeom>
            <a:noFill/>
            <a:ln w="28575" cmpd="sng">
              <a:solidFill>
                <a:schemeClr val="bg1"/>
              </a:solidFill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graphicFrame>
        <p:nvGraphicFramePr>
          <p:cNvPr id="10" name="Gráfico 9">
            <a:extLst>
              <a:ext uri="{FF2B5EF4-FFF2-40B4-BE49-F238E27FC236}">
                <a16:creationId xmlns:a16="http://schemas.microsoft.com/office/drawing/2014/main" id="{4EE2735B-A102-4AF6-8326-B30C0980B2A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246984251"/>
              </p:ext>
            </p:extLst>
          </p:nvPr>
        </p:nvGraphicFramePr>
        <p:xfrm>
          <a:off x="4933274" y="1166934"/>
          <a:ext cx="7020000" cy="4464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21" name="CuadroTexto 20">
            <a:extLst>
              <a:ext uri="{FF2B5EF4-FFF2-40B4-BE49-F238E27FC236}">
                <a16:creationId xmlns:a16="http://schemas.microsoft.com/office/drawing/2014/main" id="{CDEE7103-6D6D-447A-86B2-976B561057E6}"/>
              </a:ext>
            </a:extLst>
          </p:cNvPr>
          <p:cNvSpPr txBox="1"/>
          <p:nvPr/>
        </p:nvSpPr>
        <p:spPr>
          <a:xfrm>
            <a:off x="767290" y="2588455"/>
            <a:ext cx="3582072" cy="3798277"/>
          </a:xfrm>
          <a:prstGeom prst="rect">
            <a:avLst/>
          </a:prstGeom>
        </p:spPr>
        <p:txBody>
          <a:bodyPr vert="horz" lIns="91440" tIns="45720" rIns="91440" bIns="45720" rtlCol="0" anchor="t">
            <a:normAutofit lnSpcReduction="10000"/>
          </a:bodyPr>
          <a:lstStyle/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 b="1" dirty="0" err="1">
                <a:solidFill>
                  <a:schemeClr val="bg1"/>
                </a:solidFill>
              </a:rPr>
              <a:t>Problema</a:t>
            </a:r>
            <a:r>
              <a:rPr lang="en-US" sz="1400" b="1" dirty="0">
                <a:solidFill>
                  <a:schemeClr val="bg1"/>
                </a:solidFill>
              </a:rPr>
              <a:t>: </a:t>
            </a:r>
            <a:r>
              <a:rPr lang="en-US" sz="1400" dirty="0" err="1">
                <a:solidFill>
                  <a:schemeClr val="bg1"/>
                </a:solidFill>
              </a:rPr>
              <a:t>Implementar</a:t>
            </a:r>
            <a:r>
              <a:rPr lang="en-US" sz="1400" dirty="0">
                <a:solidFill>
                  <a:schemeClr val="bg1"/>
                </a:solidFill>
              </a:rPr>
              <a:t> los </a:t>
            </a:r>
            <a:r>
              <a:rPr lang="en-US" sz="1400" dirty="0" err="1">
                <a:solidFill>
                  <a:schemeClr val="bg1"/>
                </a:solidFill>
              </a:rPr>
              <a:t>modelos</a:t>
            </a:r>
            <a:r>
              <a:rPr lang="en-US" sz="1400" dirty="0">
                <a:solidFill>
                  <a:schemeClr val="bg1"/>
                </a:solidFill>
              </a:rPr>
              <a:t> Squire y FRED </a:t>
            </a:r>
            <a:r>
              <a:rPr lang="en-US" sz="1400" dirty="0" err="1">
                <a:solidFill>
                  <a:schemeClr val="bg1"/>
                </a:solidFill>
              </a:rPr>
              <a:t>adaptado</a:t>
            </a:r>
            <a:r>
              <a:rPr lang="en-US" sz="1400" dirty="0">
                <a:solidFill>
                  <a:schemeClr val="bg1"/>
                </a:solidFill>
              </a:rPr>
              <a:t> a Bogotá para </a:t>
            </a:r>
            <a:r>
              <a:rPr lang="en-US" sz="1400" dirty="0" err="1">
                <a:solidFill>
                  <a:schemeClr val="bg1"/>
                </a:solidFill>
              </a:rPr>
              <a:t>poder</a:t>
            </a:r>
            <a:r>
              <a:rPr lang="en-US" sz="1400" dirty="0">
                <a:solidFill>
                  <a:schemeClr val="bg1"/>
                </a:solidFill>
              </a:rPr>
              <a:t> </a:t>
            </a:r>
            <a:r>
              <a:rPr lang="en-US" sz="1400" dirty="0" err="1">
                <a:solidFill>
                  <a:schemeClr val="bg1"/>
                </a:solidFill>
              </a:rPr>
              <a:t>proyectar</a:t>
            </a:r>
            <a:r>
              <a:rPr lang="en-US" sz="1400" dirty="0">
                <a:solidFill>
                  <a:schemeClr val="bg1"/>
                </a:solidFill>
              </a:rPr>
              <a:t> </a:t>
            </a:r>
            <a:r>
              <a:rPr lang="en-US" sz="1400" dirty="0" err="1">
                <a:solidFill>
                  <a:schemeClr val="bg1"/>
                </a:solidFill>
              </a:rPr>
              <a:t>escenarios</a:t>
            </a:r>
            <a:r>
              <a:rPr lang="en-US" sz="1400" dirty="0">
                <a:solidFill>
                  <a:schemeClr val="bg1"/>
                </a:solidFill>
              </a:rPr>
              <a:t> de </a:t>
            </a:r>
            <a:r>
              <a:rPr lang="en-US" sz="1400" dirty="0" err="1">
                <a:solidFill>
                  <a:schemeClr val="bg1"/>
                </a:solidFill>
              </a:rPr>
              <a:t>ocupación</a:t>
            </a:r>
            <a:r>
              <a:rPr lang="en-US" sz="1400" dirty="0">
                <a:solidFill>
                  <a:schemeClr val="bg1"/>
                </a:solidFill>
              </a:rPr>
              <a:t> de </a:t>
            </a:r>
            <a:r>
              <a:rPr lang="en-US" sz="1400" dirty="0" err="1">
                <a:solidFill>
                  <a:schemeClr val="bg1"/>
                </a:solidFill>
              </a:rPr>
              <a:t>hospitalización</a:t>
            </a:r>
            <a:r>
              <a:rPr lang="en-US" sz="1400" dirty="0">
                <a:solidFill>
                  <a:schemeClr val="bg1"/>
                </a:solidFill>
              </a:rPr>
              <a:t> general o UCI que </a:t>
            </a:r>
            <a:r>
              <a:rPr lang="en-US" sz="1400" dirty="0" err="1">
                <a:solidFill>
                  <a:schemeClr val="bg1"/>
                </a:solidFill>
              </a:rPr>
              <a:t>sirvan</a:t>
            </a:r>
            <a:r>
              <a:rPr lang="en-US" sz="1400" dirty="0">
                <a:solidFill>
                  <a:schemeClr val="bg1"/>
                </a:solidFill>
              </a:rPr>
              <a:t> </a:t>
            </a:r>
            <a:r>
              <a:rPr lang="en-US" sz="1400" dirty="0" err="1">
                <a:solidFill>
                  <a:schemeClr val="bg1"/>
                </a:solidFill>
              </a:rPr>
              <a:t>en</a:t>
            </a:r>
            <a:r>
              <a:rPr lang="en-US" sz="1400" dirty="0">
                <a:solidFill>
                  <a:schemeClr val="bg1"/>
                </a:solidFill>
              </a:rPr>
              <a:t> las </a:t>
            </a:r>
            <a:r>
              <a:rPr lang="en-US" sz="1400" dirty="0" err="1">
                <a:solidFill>
                  <a:schemeClr val="bg1"/>
                </a:solidFill>
              </a:rPr>
              <a:t>medidas</a:t>
            </a:r>
            <a:r>
              <a:rPr lang="en-US" sz="1400" dirty="0">
                <a:solidFill>
                  <a:schemeClr val="bg1"/>
                </a:solidFill>
              </a:rPr>
              <a:t> de </a:t>
            </a:r>
            <a:r>
              <a:rPr lang="en-US" sz="1400" dirty="0" err="1">
                <a:solidFill>
                  <a:schemeClr val="bg1"/>
                </a:solidFill>
              </a:rPr>
              <a:t>mitigación</a:t>
            </a:r>
            <a:r>
              <a:rPr lang="en-US" sz="1400" dirty="0">
                <a:solidFill>
                  <a:schemeClr val="bg1"/>
                </a:solidFill>
              </a:rPr>
              <a:t> del Covid -19 a los </a:t>
            </a:r>
            <a:r>
              <a:rPr lang="en-US" sz="1400" dirty="0" err="1">
                <a:solidFill>
                  <a:schemeClr val="bg1"/>
                </a:solidFill>
              </a:rPr>
              <a:t>tomadores</a:t>
            </a:r>
            <a:r>
              <a:rPr lang="en-US" sz="1400" dirty="0">
                <a:solidFill>
                  <a:schemeClr val="bg1"/>
                </a:solidFill>
              </a:rPr>
              <a:t> de </a:t>
            </a:r>
            <a:r>
              <a:rPr lang="en-US" sz="1400" dirty="0" err="1">
                <a:solidFill>
                  <a:schemeClr val="bg1"/>
                </a:solidFill>
              </a:rPr>
              <a:t>decisiones</a:t>
            </a:r>
            <a:r>
              <a:rPr lang="en-US" sz="1400" dirty="0">
                <a:solidFill>
                  <a:schemeClr val="bg1"/>
                </a:solidFill>
              </a:rPr>
              <a:t>.</a:t>
            </a: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 b="1" dirty="0" err="1">
                <a:solidFill>
                  <a:schemeClr val="bg1"/>
                </a:solidFill>
              </a:rPr>
              <a:t>Elección</a:t>
            </a:r>
            <a:r>
              <a:rPr lang="en-US" sz="1400" b="1" dirty="0">
                <a:solidFill>
                  <a:schemeClr val="bg1"/>
                </a:solidFill>
              </a:rPr>
              <a:t> de </a:t>
            </a:r>
            <a:r>
              <a:rPr lang="en-US" sz="1400" b="1" dirty="0" err="1">
                <a:solidFill>
                  <a:schemeClr val="bg1"/>
                </a:solidFill>
              </a:rPr>
              <a:t>modelos</a:t>
            </a:r>
            <a:r>
              <a:rPr lang="en-US" sz="1400" b="1" dirty="0">
                <a:solidFill>
                  <a:schemeClr val="bg1"/>
                </a:solidFill>
              </a:rPr>
              <a:t>:</a:t>
            </a:r>
            <a:r>
              <a:rPr lang="en-US" sz="1400" dirty="0">
                <a:solidFill>
                  <a:schemeClr val="bg1"/>
                </a:solidFill>
              </a:rPr>
              <a:t> </a:t>
            </a:r>
          </a:p>
          <a:p>
            <a:pPr marL="742950" lvl="1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 dirty="0" err="1">
                <a:solidFill>
                  <a:schemeClr val="bg1"/>
                </a:solidFill>
              </a:rPr>
              <a:t>Heterogeneidad</a:t>
            </a:r>
            <a:r>
              <a:rPr lang="en-US" sz="1400" dirty="0">
                <a:solidFill>
                  <a:schemeClr val="bg1"/>
                </a:solidFill>
              </a:rPr>
              <a:t> </a:t>
            </a:r>
            <a:r>
              <a:rPr lang="en-US" sz="1400" dirty="0" err="1">
                <a:solidFill>
                  <a:schemeClr val="bg1"/>
                </a:solidFill>
              </a:rPr>
              <a:t>en</a:t>
            </a:r>
            <a:r>
              <a:rPr lang="en-US" sz="1400" dirty="0">
                <a:solidFill>
                  <a:schemeClr val="bg1"/>
                </a:solidFill>
              </a:rPr>
              <a:t> </a:t>
            </a:r>
            <a:r>
              <a:rPr lang="en-US" sz="1400" dirty="0" err="1">
                <a:solidFill>
                  <a:schemeClr val="bg1"/>
                </a:solidFill>
              </a:rPr>
              <a:t>el</a:t>
            </a:r>
            <a:r>
              <a:rPr lang="en-US" sz="1400" dirty="0">
                <a:solidFill>
                  <a:schemeClr val="bg1"/>
                </a:solidFill>
              </a:rPr>
              <a:t> </a:t>
            </a:r>
            <a:r>
              <a:rPr lang="en-US" sz="1400" dirty="0" err="1">
                <a:solidFill>
                  <a:schemeClr val="bg1"/>
                </a:solidFill>
              </a:rPr>
              <a:t>contacto</a:t>
            </a:r>
            <a:r>
              <a:rPr lang="en-US" sz="1400" dirty="0">
                <a:solidFill>
                  <a:schemeClr val="bg1"/>
                </a:solidFill>
              </a:rPr>
              <a:t>.</a:t>
            </a:r>
          </a:p>
          <a:p>
            <a:pPr marL="742950" lvl="1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 dirty="0" err="1">
                <a:solidFill>
                  <a:schemeClr val="bg1"/>
                </a:solidFill>
              </a:rPr>
              <a:t>Vacunación</a:t>
            </a:r>
            <a:r>
              <a:rPr lang="en-US" sz="1400" dirty="0">
                <a:solidFill>
                  <a:schemeClr val="bg1"/>
                </a:solidFill>
              </a:rPr>
              <a:t> </a:t>
            </a:r>
            <a:r>
              <a:rPr lang="en-US" sz="1400" dirty="0" err="1">
                <a:solidFill>
                  <a:schemeClr val="bg1"/>
                </a:solidFill>
              </a:rPr>
              <a:t>masiva</a:t>
            </a:r>
            <a:r>
              <a:rPr lang="en-US" sz="1400" dirty="0">
                <a:solidFill>
                  <a:schemeClr val="bg1"/>
                </a:solidFill>
              </a:rPr>
              <a:t>.</a:t>
            </a:r>
          </a:p>
          <a:p>
            <a:pPr marL="742950" lvl="1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 dirty="0" err="1">
                <a:solidFill>
                  <a:schemeClr val="bg1"/>
                </a:solidFill>
              </a:rPr>
              <a:t>Variantes</a:t>
            </a:r>
            <a:r>
              <a:rPr lang="en-US" sz="1400" dirty="0">
                <a:solidFill>
                  <a:schemeClr val="bg1"/>
                </a:solidFill>
              </a:rPr>
              <a:t> </a:t>
            </a:r>
            <a:r>
              <a:rPr lang="en-US" sz="1400" dirty="0" err="1">
                <a:solidFill>
                  <a:schemeClr val="bg1"/>
                </a:solidFill>
              </a:rPr>
              <a:t>biológicas</a:t>
            </a:r>
            <a:r>
              <a:rPr lang="en-US" sz="1400" dirty="0">
                <a:solidFill>
                  <a:schemeClr val="bg1"/>
                </a:solidFill>
              </a:rPr>
              <a:t>.</a:t>
            </a:r>
          </a:p>
          <a:p>
            <a:pPr marL="742950" lvl="1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 dirty="0" err="1">
                <a:solidFill>
                  <a:schemeClr val="bg1"/>
                </a:solidFill>
              </a:rPr>
              <a:t>Cambios</a:t>
            </a:r>
            <a:r>
              <a:rPr lang="en-US" sz="1400" dirty="0">
                <a:solidFill>
                  <a:schemeClr val="bg1"/>
                </a:solidFill>
              </a:rPr>
              <a:t> de </a:t>
            </a:r>
            <a:r>
              <a:rPr lang="en-US" sz="1400" dirty="0" err="1">
                <a:solidFill>
                  <a:schemeClr val="bg1"/>
                </a:solidFill>
              </a:rPr>
              <a:t>movilidad</a:t>
            </a:r>
            <a:r>
              <a:rPr lang="en-US" sz="1400" dirty="0">
                <a:solidFill>
                  <a:schemeClr val="bg1"/>
                </a:solidFill>
              </a:rPr>
              <a:t>.</a:t>
            </a:r>
          </a:p>
          <a:p>
            <a:pPr marL="742950" lvl="1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 dirty="0" err="1">
                <a:solidFill>
                  <a:schemeClr val="bg1"/>
                </a:solidFill>
              </a:rPr>
              <a:t>Efectividad</a:t>
            </a:r>
            <a:r>
              <a:rPr lang="en-US" sz="1400" dirty="0">
                <a:solidFill>
                  <a:schemeClr val="bg1"/>
                </a:solidFill>
              </a:rPr>
              <a:t> de </a:t>
            </a:r>
            <a:r>
              <a:rPr lang="en-US" sz="1400" dirty="0" err="1">
                <a:solidFill>
                  <a:schemeClr val="bg1"/>
                </a:solidFill>
              </a:rPr>
              <a:t>tapabocas</a:t>
            </a:r>
            <a:r>
              <a:rPr lang="en-US" sz="1400" dirty="0">
                <a:solidFill>
                  <a:schemeClr val="bg1"/>
                </a:solidFill>
              </a:rPr>
              <a:t>.</a:t>
            </a:r>
          </a:p>
          <a:p>
            <a:pPr marL="742950" lvl="1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 dirty="0" err="1">
                <a:solidFill>
                  <a:schemeClr val="bg1"/>
                </a:solidFill>
              </a:rPr>
              <a:t>Estrategia</a:t>
            </a:r>
            <a:r>
              <a:rPr lang="en-US" sz="1400" dirty="0">
                <a:solidFill>
                  <a:schemeClr val="bg1"/>
                </a:solidFill>
              </a:rPr>
              <a:t> </a:t>
            </a:r>
            <a:r>
              <a:rPr lang="en-US" sz="1400" dirty="0" err="1">
                <a:solidFill>
                  <a:schemeClr val="bg1"/>
                </a:solidFill>
              </a:rPr>
              <a:t>detección</a:t>
            </a:r>
            <a:r>
              <a:rPr lang="en-US" sz="1400" dirty="0">
                <a:solidFill>
                  <a:schemeClr val="bg1"/>
                </a:solidFill>
              </a:rPr>
              <a:t>, </a:t>
            </a:r>
            <a:r>
              <a:rPr lang="en-US" sz="1400" dirty="0" err="1">
                <a:solidFill>
                  <a:schemeClr val="bg1"/>
                </a:solidFill>
              </a:rPr>
              <a:t>aisló</a:t>
            </a:r>
            <a:r>
              <a:rPr lang="en-US" sz="1400" dirty="0">
                <a:solidFill>
                  <a:schemeClr val="bg1"/>
                </a:solidFill>
              </a:rPr>
              <a:t> y </a:t>
            </a:r>
            <a:r>
              <a:rPr lang="en-US" sz="1400" dirty="0" err="1">
                <a:solidFill>
                  <a:schemeClr val="bg1"/>
                </a:solidFill>
              </a:rPr>
              <a:t>reporto</a:t>
            </a:r>
            <a:r>
              <a:rPr lang="en-US" sz="1400" dirty="0">
                <a:solidFill>
                  <a:schemeClr val="bg1"/>
                </a:solidFill>
              </a:rPr>
              <a:t> (DAR).</a:t>
            </a: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 b="1" dirty="0" err="1">
                <a:solidFill>
                  <a:schemeClr val="bg1"/>
                </a:solidFill>
              </a:rPr>
              <a:t>Limitaciones</a:t>
            </a:r>
            <a:r>
              <a:rPr lang="en-US" sz="1400" b="1" dirty="0">
                <a:solidFill>
                  <a:schemeClr val="bg1"/>
                </a:solidFill>
              </a:rPr>
              <a:t>: </a:t>
            </a:r>
            <a:r>
              <a:rPr lang="en-US" sz="1400" dirty="0">
                <a:solidFill>
                  <a:schemeClr val="bg1"/>
                </a:solidFill>
              </a:rPr>
              <a:t>El </a:t>
            </a:r>
            <a:r>
              <a:rPr lang="en-US" sz="1400" dirty="0" err="1">
                <a:solidFill>
                  <a:schemeClr val="bg1"/>
                </a:solidFill>
              </a:rPr>
              <a:t>modelo</a:t>
            </a:r>
            <a:r>
              <a:rPr lang="en-US" sz="1400" dirty="0">
                <a:solidFill>
                  <a:schemeClr val="bg1"/>
                </a:solidFill>
              </a:rPr>
              <a:t> Squire no </a:t>
            </a:r>
            <a:r>
              <a:rPr lang="en-US" sz="1400" dirty="0" err="1">
                <a:solidFill>
                  <a:schemeClr val="bg1"/>
                </a:solidFill>
              </a:rPr>
              <a:t>incluye</a:t>
            </a:r>
            <a:r>
              <a:rPr lang="en-US" sz="1400" dirty="0">
                <a:solidFill>
                  <a:schemeClr val="bg1"/>
                </a:solidFill>
              </a:rPr>
              <a:t> </a:t>
            </a:r>
            <a:r>
              <a:rPr lang="en-US" sz="1400" dirty="0" err="1">
                <a:solidFill>
                  <a:schemeClr val="bg1"/>
                </a:solidFill>
              </a:rPr>
              <a:t>aspectos</a:t>
            </a:r>
            <a:r>
              <a:rPr lang="en-US" sz="1400" dirty="0">
                <a:solidFill>
                  <a:schemeClr val="bg1"/>
                </a:solidFill>
              </a:rPr>
              <a:t> </a:t>
            </a:r>
            <a:r>
              <a:rPr lang="en-US" sz="1400" dirty="0" err="1">
                <a:solidFill>
                  <a:schemeClr val="bg1"/>
                </a:solidFill>
              </a:rPr>
              <a:t>como</a:t>
            </a:r>
            <a:r>
              <a:rPr lang="en-US" sz="1400" dirty="0">
                <a:solidFill>
                  <a:schemeClr val="bg1"/>
                </a:solidFill>
              </a:rPr>
              <a:t> </a:t>
            </a:r>
            <a:r>
              <a:rPr lang="en-US" sz="1400" dirty="0" err="1">
                <a:solidFill>
                  <a:schemeClr val="bg1"/>
                </a:solidFill>
              </a:rPr>
              <a:t>vacunación</a:t>
            </a:r>
            <a:r>
              <a:rPr lang="en-US" sz="1400" dirty="0">
                <a:solidFill>
                  <a:schemeClr val="bg1"/>
                </a:solidFill>
              </a:rPr>
              <a:t> </a:t>
            </a:r>
            <a:r>
              <a:rPr lang="en-US" sz="1400" dirty="0" err="1">
                <a:solidFill>
                  <a:schemeClr val="bg1"/>
                </a:solidFill>
              </a:rPr>
              <a:t>masiva</a:t>
            </a:r>
            <a:r>
              <a:rPr lang="en-US" sz="1400" dirty="0">
                <a:solidFill>
                  <a:schemeClr val="bg1"/>
                </a:solidFill>
              </a:rPr>
              <a:t>, </a:t>
            </a:r>
            <a:r>
              <a:rPr lang="en-US" sz="1400" dirty="0" err="1">
                <a:solidFill>
                  <a:schemeClr val="bg1"/>
                </a:solidFill>
              </a:rPr>
              <a:t>variantes</a:t>
            </a:r>
            <a:r>
              <a:rPr lang="en-US" sz="1400" dirty="0">
                <a:solidFill>
                  <a:schemeClr val="bg1"/>
                </a:solidFill>
              </a:rPr>
              <a:t> </a:t>
            </a:r>
            <a:r>
              <a:rPr lang="en-US" sz="1400" dirty="0" err="1">
                <a:solidFill>
                  <a:schemeClr val="bg1"/>
                </a:solidFill>
              </a:rPr>
              <a:t>biológicas</a:t>
            </a:r>
            <a:r>
              <a:rPr lang="en-US" sz="1400" dirty="0">
                <a:solidFill>
                  <a:schemeClr val="bg1"/>
                </a:solidFill>
              </a:rPr>
              <a:t> y la </a:t>
            </a:r>
            <a:r>
              <a:rPr lang="en-US" sz="1400" dirty="0" err="1">
                <a:solidFill>
                  <a:schemeClr val="bg1"/>
                </a:solidFill>
              </a:rPr>
              <a:t>estrategia</a:t>
            </a:r>
            <a:r>
              <a:rPr lang="en-US" sz="1400" dirty="0">
                <a:solidFill>
                  <a:schemeClr val="bg1"/>
                </a:solidFill>
              </a:rPr>
              <a:t> DAR.</a:t>
            </a:r>
            <a:endParaRPr lang="en-US" sz="1400" b="1" dirty="0">
              <a:solidFill>
                <a:schemeClr val="bg1"/>
              </a:solidFill>
            </a:endParaRPr>
          </a:p>
        </p:txBody>
      </p:sp>
      <p:sp>
        <p:nvSpPr>
          <p:cNvPr id="24" name="CuadroTexto 23">
            <a:extLst>
              <a:ext uri="{FF2B5EF4-FFF2-40B4-BE49-F238E27FC236}">
                <a16:creationId xmlns:a16="http://schemas.microsoft.com/office/drawing/2014/main" id="{2F4997CF-34A0-4FEE-8507-7F7A2C9ACBD0}"/>
              </a:ext>
            </a:extLst>
          </p:cNvPr>
          <p:cNvSpPr txBox="1"/>
          <p:nvPr/>
        </p:nvSpPr>
        <p:spPr>
          <a:xfrm>
            <a:off x="6889456" y="5872898"/>
            <a:ext cx="310763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 algn="just"/>
            <a:r>
              <a:rPr lang="es-ES" sz="2000" b="1" dirty="0">
                <a:solidFill>
                  <a:srgbClr val="FF0000"/>
                </a:solidFill>
              </a:rPr>
              <a:t>DATOS NO PÚBLICOS</a:t>
            </a:r>
          </a:p>
        </p:txBody>
      </p:sp>
    </p:spTree>
    <p:extLst>
      <p:ext uri="{BB962C8B-B14F-4D97-AF65-F5344CB8AC3E}">
        <p14:creationId xmlns:p14="http://schemas.microsoft.com/office/powerpoint/2010/main" val="6408379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graphicEl>
                                              <a:chart seriesIdx="-3" categoryIdx="-3" bldStep="gridLegend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0">
                                            <p:graphicEl>
                                              <a:chart seriesIdx="-3" categoryIdx="-3" bldStep="gridLegend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graphicEl>
                                              <a:chart seriesIdx="0" categoryIdx="-4" bldStep="series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10">
                                            <p:graphicEl>
                                              <a:chart seriesIdx="0" categoryIdx="-4" bldStep="series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10" grpId="0">
        <p:bldSub>
          <a:bldChart bld="series"/>
        </p:bldSub>
      </p:bldGraphic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C7FA33FF-088D-4F16-95A2-2C64D353DE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376EFB1-01CF-419F-ABF1-2AF02BBFCB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709160" cy="6858000"/>
          </a:xfrm>
          <a:prstGeom prst="rect">
            <a:avLst/>
          </a:prstGeom>
          <a:solidFill>
            <a:schemeClr val="tx1">
              <a:alpha val="81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FF9DEA15-78BD-4750-AA18-B9F28A6D5A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284331" cy="6858000"/>
          </a:xfrm>
          <a:custGeom>
            <a:avLst/>
            <a:gdLst>
              <a:gd name="connsiteX0" fmla="*/ 0 w 4319042"/>
              <a:gd name="connsiteY0" fmla="*/ 0 h 6858000"/>
              <a:gd name="connsiteX1" fmla="*/ 1142888 w 4319042"/>
              <a:gd name="connsiteY1" fmla="*/ 0 h 6858000"/>
              <a:gd name="connsiteX2" fmla="*/ 4319042 w 4319042"/>
              <a:gd name="connsiteY2" fmla="*/ 6858000 h 6858000"/>
              <a:gd name="connsiteX3" fmla="*/ 0 w 4319042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319042" h="6858000">
                <a:moveTo>
                  <a:pt x="0" y="0"/>
                </a:moveTo>
                <a:lnTo>
                  <a:pt x="1142888" y="0"/>
                </a:lnTo>
                <a:lnTo>
                  <a:pt x="4319042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tx1">
              <a:alpha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ítulo 1">
            <a:extLst>
              <a:ext uri="{FF2B5EF4-FFF2-40B4-BE49-F238E27FC236}">
                <a16:creationId xmlns:a16="http://schemas.microsoft.com/office/drawing/2014/main" id="{2B405825-F992-4D11-915C-93BFEAF2EAB4}"/>
              </a:ext>
            </a:extLst>
          </p:cNvPr>
          <p:cNvSpPr txBox="1">
            <a:spLocks/>
          </p:cNvSpPr>
          <p:nvPr/>
        </p:nvSpPr>
        <p:spPr>
          <a:xfrm>
            <a:off x="808962" y="518614"/>
            <a:ext cx="3282696" cy="1257641"/>
          </a:xfrm>
          <a:prstGeom prst="rect">
            <a:avLst/>
          </a:prstGeom>
        </p:spPr>
        <p:txBody>
          <a:bodyPr vert="horz" lIns="91440" tIns="45720" rIns="91440" bIns="45720" rtlCol="0" anchor="ctr">
            <a:normAutofit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Aft>
                <a:spcPts val="600"/>
              </a:spcAft>
            </a:pPr>
            <a:r>
              <a:rPr lang="en-US" b="1" kern="1200" dirty="0" err="1">
                <a:solidFill>
                  <a:schemeClr val="bg1"/>
                </a:solidFill>
                <a:latin typeface="+mj-lt"/>
                <a:ea typeface="+mj-ea"/>
                <a:cs typeface="+mj-cs"/>
              </a:rPr>
              <a:t>Descripción</a:t>
            </a:r>
            <a:r>
              <a:rPr lang="en-US" b="1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 de los </a:t>
            </a:r>
            <a:r>
              <a:rPr lang="en-US" b="1" kern="1200" dirty="0" err="1">
                <a:solidFill>
                  <a:schemeClr val="bg1"/>
                </a:solidFill>
                <a:latin typeface="+mj-lt"/>
                <a:ea typeface="+mj-ea"/>
                <a:cs typeface="+mj-cs"/>
              </a:rPr>
              <a:t>datos</a:t>
            </a:r>
            <a:endParaRPr lang="en-US" kern="1200" dirty="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BC2F25C3-B2AB-4ECB-B707-E015E198EEAA}"/>
              </a:ext>
            </a:extLst>
          </p:cNvPr>
          <p:cNvSpPr txBox="1"/>
          <p:nvPr/>
        </p:nvSpPr>
        <p:spPr>
          <a:xfrm>
            <a:off x="547858" y="2524835"/>
            <a:ext cx="3804903" cy="315468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285750" indent="-228600" algn="just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200" b="1" dirty="0">
                <a:solidFill>
                  <a:schemeClr val="bg1"/>
                </a:solidFill>
              </a:rPr>
              <a:t>Fuente: </a:t>
            </a:r>
            <a:r>
              <a:rPr lang="en-US" sz="2200" dirty="0" err="1">
                <a:solidFill>
                  <a:schemeClr val="bg1"/>
                </a:solidFill>
              </a:rPr>
              <a:t>Recopilación</a:t>
            </a:r>
            <a:r>
              <a:rPr lang="en-US" sz="2200" dirty="0">
                <a:solidFill>
                  <a:schemeClr val="bg1"/>
                </a:solidFill>
              </a:rPr>
              <a:t> de </a:t>
            </a:r>
            <a:r>
              <a:rPr lang="en-US" sz="2200" dirty="0" err="1">
                <a:solidFill>
                  <a:schemeClr val="bg1"/>
                </a:solidFill>
              </a:rPr>
              <a:t>datos</a:t>
            </a:r>
            <a:r>
              <a:rPr lang="en-US" sz="2200" dirty="0">
                <a:solidFill>
                  <a:schemeClr val="bg1"/>
                </a:solidFill>
              </a:rPr>
              <a:t> por </a:t>
            </a:r>
            <a:r>
              <a:rPr lang="en-US" sz="2200" dirty="0" err="1">
                <a:solidFill>
                  <a:schemeClr val="bg1"/>
                </a:solidFill>
              </a:rPr>
              <a:t>parte</a:t>
            </a:r>
            <a:r>
              <a:rPr lang="en-US" sz="2200" dirty="0">
                <a:solidFill>
                  <a:schemeClr val="bg1"/>
                </a:solidFill>
              </a:rPr>
              <a:t> del </a:t>
            </a:r>
            <a:r>
              <a:rPr lang="en-US" sz="2200" dirty="0" err="1">
                <a:solidFill>
                  <a:schemeClr val="bg1"/>
                </a:solidFill>
              </a:rPr>
              <a:t>Observatorio</a:t>
            </a:r>
            <a:r>
              <a:rPr lang="en-US" sz="2200" dirty="0">
                <a:solidFill>
                  <a:schemeClr val="bg1"/>
                </a:solidFill>
              </a:rPr>
              <a:t> de </a:t>
            </a:r>
            <a:r>
              <a:rPr lang="en-US" sz="2200" dirty="0" err="1">
                <a:solidFill>
                  <a:schemeClr val="bg1"/>
                </a:solidFill>
              </a:rPr>
              <a:t>Salud</a:t>
            </a:r>
            <a:r>
              <a:rPr lang="en-US" sz="2200" dirty="0">
                <a:solidFill>
                  <a:schemeClr val="bg1"/>
                </a:solidFill>
              </a:rPr>
              <a:t> </a:t>
            </a:r>
            <a:r>
              <a:rPr lang="en-US" sz="2200" dirty="0" err="1">
                <a:solidFill>
                  <a:schemeClr val="bg1"/>
                </a:solidFill>
              </a:rPr>
              <a:t>Pública</a:t>
            </a:r>
            <a:r>
              <a:rPr lang="en-US" sz="2200" dirty="0">
                <a:solidFill>
                  <a:schemeClr val="bg1"/>
                </a:solidFill>
              </a:rPr>
              <a:t> del </a:t>
            </a:r>
            <a:r>
              <a:rPr lang="en-US" sz="2200" dirty="0" err="1">
                <a:solidFill>
                  <a:schemeClr val="bg1"/>
                </a:solidFill>
              </a:rPr>
              <a:t>aplicativo</a:t>
            </a:r>
            <a:r>
              <a:rPr lang="en-US" sz="2200" dirty="0">
                <a:solidFill>
                  <a:schemeClr val="bg1"/>
                </a:solidFill>
              </a:rPr>
              <a:t> SIRC.</a:t>
            </a:r>
            <a:endParaRPr lang="en-US" sz="2200" b="1" dirty="0">
              <a:solidFill>
                <a:schemeClr val="bg1"/>
              </a:solidFill>
            </a:endParaRPr>
          </a:p>
          <a:p>
            <a:pPr marL="285750" indent="-228600" algn="just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200" b="1" dirty="0" err="1">
                <a:solidFill>
                  <a:schemeClr val="bg1"/>
                </a:solidFill>
              </a:rPr>
              <a:t>Datos</a:t>
            </a:r>
            <a:r>
              <a:rPr lang="en-US" sz="2200" b="1" dirty="0">
                <a:solidFill>
                  <a:schemeClr val="bg1"/>
                </a:solidFill>
              </a:rPr>
              <a:t>: </a:t>
            </a:r>
            <a:r>
              <a:rPr lang="en-US" sz="2200" dirty="0" err="1">
                <a:solidFill>
                  <a:schemeClr val="bg1"/>
                </a:solidFill>
              </a:rPr>
              <a:t>Datos</a:t>
            </a:r>
            <a:r>
              <a:rPr lang="en-US" sz="2200" dirty="0">
                <a:solidFill>
                  <a:schemeClr val="bg1"/>
                </a:solidFill>
              </a:rPr>
              <a:t> </a:t>
            </a:r>
            <a:r>
              <a:rPr lang="en-US" sz="2200" dirty="0" err="1">
                <a:solidFill>
                  <a:schemeClr val="bg1"/>
                </a:solidFill>
              </a:rPr>
              <a:t>públicos</a:t>
            </a:r>
            <a:r>
              <a:rPr lang="en-US" sz="2200" dirty="0">
                <a:solidFill>
                  <a:schemeClr val="bg1"/>
                </a:solidFill>
              </a:rPr>
              <a:t> de camas </a:t>
            </a:r>
            <a:r>
              <a:rPr lang="en-US" sz="2200" dirty="0" err="1">
                <a:solidFill>
                  <a:schemeClr val="bg1"/>
                </a:solidFill>
              </a:rPr>
              <a:t>disponibles</a:t>
            </a:r>
            <a:r>
              <a:rPr lang="en-US" sz="2200" dirty="0">
                <a:solidFill>
                  <a:schemeClr val="bg1"/>
                </a:solidFill>
              </a:rPr>
              <a:t> y </a:t>
            </a:r>
            <a:r>
              <a:rPr lang="en-US" sz="2200" dirty="0" err="1">
                <a:solidFill>
                  <a:schemeClr val="bg1"/>
                </a:solidFill>
              </a:rPr>
              <a:t>ocupadas</a:t>
            </a:r>
            <a:r>
              <a:rPr lang="en-US" sz="2200" dirty="0">
                <a:solidFill>
                  <a:schemeClr val="bg1"/>
                </a:solidFill>
              </a:rPr>
              <a:t> para </a:t>
            </a:r>
            <a:r>
              <a:rPr lang="en-US" sz="2200" dirty="0" err="1">
                <a:solidFill>
                  <a:schemeClr val="bg1"/>
                </a:solidFill>
              </a:rPr>
              <a:t>hospitalización</a:t>
            </a:r>
            <a:r>
              <a:rPr lang="en-US" sz="2200" dirty="0">
                <a:solidFill>
                  <a:schemeClr val="bg1"/>
                </a:solidFill>
              </a:rPr>
              <a:t> general para Covid-19 </a:t>
            </a:r>
            <a:r>
              <a:rPr lang="en-US" sz="2200" dirty="0" err="1">
                <a:solidFill>
                  <a:schemeClr val="bg1"/>
                </a:solidFill>
              </a:rPr>
              <a:t>en</a:t>
            </a:r>
            <a:r>
              <a:rPr lang="en-US" sz="2200" dirty="0">
                <a:solidFill>
                  <a:schemeClr val="bg1"/>
                </a:solidFill>
              </a:rPr>
              <a:t> Bogotá.</a:t>
            </a:r>
          </a:p>
        </p:txBody>
      </p:sp>
      <p:graphicFrame>
        <p:nvGraphicFramePr>
          <p:cNvPr id="13" name="Objeto 12">
            <a:extLst>
              <a:ext uri="{FF2B5EF4-FFF2-40B4-BE49-F238E27FC236}">
                <a16:creationId xmlns:a16="http://schemas.microsoft.com/office/drawing/2014/main" id="{772A263A-1008-4BEE-A13E-987A3C3CB5B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37513750"/>
              </p:ext>
            </p:extLst>
          </p:nvPr>
        </p:nvGraphicFramePr>
        <p:xfrm>
          <a:off x="4899096" y="2320276"/>
          <a:ext cx="7100400" cy="267851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2" imgW="10125247" imgH="3819444" progId="Excel.Sheet.12">
                  <p:embed/>
                </p:oleObj>
              </mc:Choice>
              <mc:Fallback>
                <p:oleObj name="Worksheet" r:id="rId2" imgW="10125247" imgH="3819444" progId="Excel.Sheet.12">
                  <p:embed/>
                  <p:pic>
                    <p:nvPicPr>
                      <p:cNvPr id="3" name="Objeto 2">
                        <a:extLst>
                          <a:ext uri="{FF2B5EF4-FFF2-40B4-BE49-F238E27FC236}">
                            <a16:creationId xmlns:a16="http://schemas.microsoft.com/office/drawing/2014/main" id="{37065ECB-713F-4823-9697-D8723E144CF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4899096" y="2320276"/>
                        <a:ext cx="7100400" cy="267851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97801528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5" name="Rectangle 24">
            <a:extLst>
              <a:ext uri="{FF2B5EF4-FFF2-40B4-BE49-F238E27FC236}">
                <a16:creationId xmlns:a16="http://schemas.microsoft.com/office/drawing/2014/main" id="{65219498-D544-41AC-98FE-8F956EF66A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angle 26">
            <a:extLst>
              <a:ext uri="{FF2B5EF4-FFF2-40B4-BE49-F238E27FC236}">
                <a16:creationId xmlns:a16="http://schemas.microsoft.com/office/drawing/2014/main" id="{F500DBFC-17A9-4E0A-AEE2-A49F9AEEF0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CuadroTexto 17">
            <a:extLst>
              <a:ext uri="{FF2B5EF4-FFF2-40B4-BE49-F238E27FC236}">
                <a16:creationId xmlns:a16="http://schemas.microsoft.com/office/drawing/2014/main" id="{B94B47E6-9607-4D1E-BEC6-83F8774053A5}"/>
              </a:ext>
            </a:extLst>
          </p:cNvPr>
          <p:cNvSpPr txBox="1"/>
          <p:nvPr/>
        </p:nvSpPr>
        <p:spPr>
          <a:xfrm>
            <a:off x="2851903" y="310342"/>
            <a:ext cx="6478146" cy="69389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000" b="1" kern="1200" dirty="0">
                <a:latin typeface="+mj-lt"/>
                <a:ea typeface="+mj-ea"/>
                <a:cs typeface="+mj-cs"/>
              </a:rPr>
              <a:t>WORKFLOW DE LOS MODELOS</a:t>
            </a:r>
          </a:p>
        </p:txBody>
      </p:sp>
      <p:grpSp>
        <p:nvGrpSpPr>
          <p:cNvPr id="35" name="Group 28">
            <a:extLst>
              <a:ext uri="{FF2B5EF4-FFF2-40B4-BE49-F238E27FC236}">
                <a16:creationId xmlns:a16="http://schemas.microsoft.com/office/drawing/2014/main" id="{D74613BB-817C-4C4F-8A24-4936F2F064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101023" y="52996"/>
            <a:ext cx="6093363" cy="6805005"/>
            <a:chOff x="6101023" y="52996"/>
            <a:chExt cx="6093363" cy="6805005"/>
          </a:xfrm>
        </p:grpSpPr>
        <p:sp>
          <p:nvSpPr>
            <p:cNvPr id="36" name="Freeform: Shape 29">
              <a:extLst>
                <a:ext uri="{FF2B5EF4-FFF2-40B4-BE49-F238E27FC236}">
                  <a16:creationId xmlns:a16="http://schemas.microsoft.com/office/drawing/2014/main" id="{926C820D-9A01-44F0-AE18-C2DAB089B8C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01024" y="52997"/>
              <a:ext cx="6093362" cy="6805004"/>
            </a:xfrm>
            <a:custGeom>
              <a:avLst/>
              <a:gdLst>
                <a:gd name="connsiteX0" fmla="*/ 3517682 w 5890490"/>
                <a:gd name="connsiteY0" fmla="*/ 0 h 6578439"/>
                <a:gd name="connsiteX1" fmla="*/ 5849513 w 5890490"/>
                <a:gd name="connsiteY1" fmla="*/ 841730 h 6578439"/>
                <a:gd name="connsiteX2" fmla="*/ 5890490 w 5890490"/>
                <a:gd name="connsiteY2" fmla="*/ 879060 h 6578439"/>
                <a:gd name="connsiteX3" fmla="*/ 5890490 w 5890490"/>
                <a:gd name="connsiteY3" fmla="*/ 1816052 h 6578439"/>
                <a:gd name="connsiteX4" fmla="*/ 5856961 w 5890490"/>
                <a:gd name="connsiteY4" fmla="*/ 1771023 h 6578439"/>
                <a:gd name="connsiteX5" fmla="*/ 5655397 w 5890490"/>
                <a:gd name="connsiteY5" fmla="*/ 1548813 h 6578439"/>
                <a:gd name="connsiteX6" fmla="*/ 3517682 w 5890490"/>
                <a:gd name="connsiteY6" fmla="*/ 658717 h 6578439"/>
                <a:gd name="connsiteX7" fmla="*/ 2395696 w 5890490"/>
                <a:gd name="connsiteY7" fmla="*/ 850721 h 6578439"/>
                <a:gd name="connsiteX8" fmla="*/ 1519955 w 5890490"/>
                <a:gd name="connsiteY8" fmla="*/ 1450441 h 6578439"/>
                <a:gd name="connsiteX9" fmla="*/ 1223630 w 5890490"/>
                <a:gd name="connsiteY9" fmla="*/ 1841430 h 6578439"/>
                <a:gd name="connsiteX10" fmla="*/ 1075857 w 5890490"/>
                <a:gd name="connsiteY10" fmla="*/ 2329343 h 6578439"/>
                <a:gd name="connsiteX11" fmla="*/ 731010 w 5890490"/>
                <a:gd name="connsiteY11" fmla="*/ 3483744 h 6578439"/>
                <a:gd name="connsiteX12" fmla="*/ 741000 w 5890490"/>
                <a:gd name="connsiteY12" fmla="*/ 4479719 h 6578439"/>
                <a:gd name="connsiteX13" fmla="*/ 1315615 w 5890490"/>
                <a:gd name="connsiteY13" fmla="*/ 5443827 h 6578439"/>
                <a:gd name="connsiteX14" fmla="*/ 2277503 w 5890490"/>
                <a:gd name="connsiteY14" fmla="*/ 6259386 h 6578439"/>
                <a:gd name="connsiteX15" fmla="*/ 3439448 w 5890490"/>
                <a:gd name="connsiteY15" fmla="*/ 6551739 h 6578439"/>
                <a:gd name="connsiteX16" fmla="*/ 4408732 w 5890490"/>
                <a:gd name="connsiteY16" fmla="*/ 6255172 h 6578439"/>
                <a:gd name="connsiteX17" fmla="*/ 5343243 w 5890490"/>
                <a:gd name="connsiteY17" fmla="*/ 5442509 h 6578439"/>
                <a:gd name="connsiteX18" fmla="*/ 5745566 w 5890490"/>
                <a:gd name="connsiteY18" fmla="*/ 5056656 h 6578439"/>
                <a:gd name="connsiteX19" fmla="*/ 5890490 w 5890490"/>
                <a:gd name="connsiteY19" fmla="*/ 4920880 h 6578439"/>
                <a:gd name="connsiteX20" fmla="*/ 5890490 w 5890490"/>
                <a:gd name="connsiteY20" fmla="*/ 5821966 h 6578439"/>
                <a:gd name="connsiteX21" fmla="*/ 5802002 w 5890490"/>
                <a:gd name="connsiteY21" fmla="*/ 5907904 h 6578439"/>
                <a:gd name="connsiteX22" fmla="*/ 5294358 w 5890490"/>
                <a:gd name="connsiteY22" fmla="*/ 6397505 h 6578439"/>
                <a:gd name="connsiteX23" fmla="*/ 5077178 w 5890490"/>
                <a:gd name="connsiteY23" fmla="*/ 6578439 h 6578439"/>
                <a:gd name="connsiteX24" fmla="*/ 1567290 w 5890490"/>
                <a:gd name="connsiteY24" fmla="*/ 6578439 h 6578439"/>
                <a:gd name="connsiteX25" fmla="*/ 1508588 w 5890490"/>
                <a:gd name="connsiteY25" fmla="*/ 6535186 h 6578439"/>
                <a:gd name="connsiteX26" fmla="*/ 826498 w 5890490"/>
                <a:gd name="connsiteY26" fmla="*/ 5876034 h 6578439"/>
                <a:gd name="connsiteX27" fmla="*/ 122403 w 5890490"/>
                <a:gd name="connsiteY27" fmla="*/ 3255655 h 6578439"/>
                <a:gd name="connsiteX28" fmla="*/ 1061197 w 5890490"/>
                <a:gd name="connsiteY28" fmla="*/ 984650 h 6578439"/>
                <a:gd name="connsiteX29" fmla="*/ 3517682 w 5890490"/>
                <a:gd name="connsiteY29" fmla="*/ 0 h 65784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890490" h="6578439">
                  <a:moveTo>
                    <a:pt x="3517682" y="0"/>
                  </a:moveTo>
                  <a:cubicBezTo>
                    <a:pt x="4402016" y="0"/>
                    <a:pt x="5213741" y="315483"/>
                    <a:pt x="5849513" y="841730"/>
                  </a:cubicBezTo>
                  <a:lnTo>
                    <a:pt x="5890490" y="879060"/>
                  </a:lnTo>
                  <a:lnTo>
                    <a:pt x="5890490" y="1816052"/>
                  </a:lnTo>
                  <a:lnTo>
                    <a:pt x="5856961" y="1771023"/>
                  </a:lnTo>
                  <a:cubicBezTo>
                    <a:pt x="5793650" y="1694076"/>
                    <a:pt x="5726429" y="1619959"/>
                    <a:pt x="5655397" y="1548813"/>
                  </a:cubicBezTo>
                  <a:cubicBezTo>
                    <a:pt x="5082208" y="974906"/>
                    <a:pt x="4322973" y="658717"/>
                    <a:pt x="3517682" y="658717"/>
                  </a:cubicBezTo>
                  <a:cubicBezTo>
                    <a:pt x="3085520" y="658717"/>
                    <a:pt x="2718488" y="721533"/>
                    <a:pt x="2395696" y="850721"/>
                  </a:cubicBezTo>
                  <a:cubicBezTo>
                    <a:pt x="2079132" y="977407"/>
                    <a:pt x="1792668" y="1173626"/>
                    <a:pt x="1519955" y="1450441"/>
                  </a:cubicBezTo>
                  <a:cubicBezTo>
                    <a:pt x="1330275" y="1642840"/>
                    <a:pt x="1263719" y="1756094"/>
                    <a:pt x="1223630" y="1841430"/>
                  </a:cubicBezTo>
                  <a:cubicBezTo>
                    <a:pt x="1166545" y="1962981"/>
                    <a:pt x="1128532" y="2116663"/>
                    <a:pt x="1075857" y="2329343"/>
                  </a:cubicBezTo>
                  <a:cubicBezTo>
                    <a:pt x="1008652" y="2601153"/>
                    <a:pt x="916537" y="2973574"/>
                    <a:pt x="731010" y="3483744"/>
                  </a:cubicBezTo>
                  <a:cubicBezTo>
                    <a:pt x="617488" y="3795981"/>
                    <a:pt x="620731" y="4121653"/>
                    <a:pt x="741000" y="4479719"/>
                  </a:cubicBezTo>
                  <a:cubicBezTo>
                    <a:pt x="847257" y="4796172"/>
                    <a:pt x="1045888" y="5129481"/>
                    <a:pt x="1315615" y="5443827"/>
                  </a:cubicBezTo>
                  <a:cubicBezTo>
                    <a:pt x="1630753" y="5810980"/>
                    <a:pt x="1945371" y="6077784"/>
                    <a:pt x="2277503" y="6259386"/>
                  </a:cubicBezTo>
                  <a:cubicBezTo>
                    <a:pt x="2637530" y="6456133"/>
                    <a:pt x="3017536" y="6551739"/>
                    <a:pt x="3439448" y="6551739"/>
                  </a:cubicBezTo>
                  <a:cubicBezTo>
                    <a:pt x="3781571" y="6551739"/>
                    <a:pt x="4089573" y="6457449"/>
                    <a:pt x="4408732" y="6255172"/>
                  </a:cubicBezTo>
                  <a:cubicBezTo>
                    <a:pt x="4738010" y="6046310"/>
                    <a:pt x="5050941" y="5739207"/>
                    <a:pt x="5343243" y="5442509"/>
                  </a:cubicBezTo>
                  <a:cubicBezTo>
                    <a:pt x="5479860" y="5303970"/>
                    <a:pt x="5614918" y="5178206"/>
                    <a:pt x="5745566" y="5056656"/>
                  </a:cubicBezTo>
                  <a:lnTo>
                    <a:pt x="5890490" y="4920880"/>
                  </a:lnTo>
                  <a:lnTo>
                    <a:pt x="5890490" y="5821966"/>
                  </a:lnTo>
                  <a:lnTo>
                    <a:pt x="5802002" y="5907904"/>
                  </a:lnTo>
                  <a:cubicBezTo>
                    <a:pt x="5634962" y="6077456"/>
                    <a:pt x="5467509" y="6243625"/>
                    <a:pt x="5294358" y="6397505"/>
                  </a:cubicBezTo>
                  <a:lnTo>
                    <a:pt x="5077178" y="6578439"/>
                  </a:lnTo>
                  <a:lnTo>
                    <a:pt x="1567290" y="6578439"/>
                  </a:lnTo>
                  <a:lnTo>
                    <a:pt x="1508588" y="6535186"/>
                  </a:lnTo>
                  <a:cubicBezTo>
                    <a:pt x="1263991" y="6345442"/>
                    <a:pt x="1038054" y="6122666"/>
                    <a:pt x="826498" y="5876034"/>
                  </a:cubicBezTo>
                  <a:cubicBezTo>
                    <a:pt x="261613" y="5217713"/>
                    <a:pt x="-239182" y="4250314"/>
                    <a:pt x="122403" y="3255655"/>
                  </a:cubicBezTo>
                  <a:cubicBezTo>
                    <a:pt x="607497" y="1921629"/>
                    <a:pt x="393040" y="1662857"/>
                    <a:pt x="1061197" y="984650"/>
                  </a:cubicBezTo>
                  <a:cubicBezTo>
                    <a:pt x="1729484" y="306444"/>
                    <a:pt x="2498060" y="0"/>
                    <a:pt x="3517682" y="0"/>
                  </a:cubicBezTo>
                  <a:close/>
                </a:path>
              </a:pathLst>
            </a:custGeom>
            <a:gradFill flip="none" rotWithShape="1"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5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5000"/>
                  </a:schemeClr>
                </a:gs>
              </a:gsLst>
              <a:lin ang="120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" name="Freeform: Shape 30">
              <a:extLst>
                <a:ext uri="{FF2B5EF4-FFF2-40B4-BE49-F238E27FC236}">
                  <a16:creationId xmlns:a16="http://schemas.microsoft.com/office/drawing/2014/main" id="{458B604F-996E-4349-B131-E04ED285D8D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01025" y="52996"/>
              <a:ext cx="6093361" cy="6805003"/>
            </a:xfrm>
            <a:custGeom>
              <a:avLst/>
              <a:gdLst>
                <a:gd name="connsiteX0" fmla="*/ 3391253 w 5890489"/>
                <a:gd name="connsiteY0" fmla="*/ 0 h 6578438"/>
                <a:gd name="connsiteX1" fmla="*/ 3434974 w 5890489"/>
                <a:gd name="connsiteY1" fmla="*/ 646 h 6578438"/>
                <a:gd name="connsiteX2" fmla="*/ 3522419 w 5890489"/>
                <a:gd name="connsiteY2" fmla="*/ 2712 h 6578438"/>
                <a:gd name="connsiteX3" fmla="*/ 3610261 w 5890489"/>
                <a:gd name="connsiteY3" fmla="*/ 6458 h 6578438"/>
                <a:gd name="connsiteX4" fmla="*/ 3786872 w 5890489"/>
                <a:gd name="connsiteY4" fmla="*/ 20667 h 6578438"/>
                <a:gd name="connsiteX5" fmla="*/ 3962291 w 5890489"/>
                <a:gd name="connsiteY5" fmla="*/ 43530 h 6578438"/>
                <a:gd name="connsiteX6" fmla="*/ 4135855 w 5890489"/>
                <a:gd name="connsiteY6" fmla="*/ 75176 h 6578438"/>
                <a:gd name="connsiteX7" fmla="*/ 4307299 w 5890489"/>
                <a:gd name="connsiteY7" fmla="*/ 114315 h 6578438"/>
                <a:gd name="connsiteX8" fmla="*/ 4476358 w 5890489"/>
                <a:gd name="connsiteY8" fmla="*/ 160816 h 6578438"/>
                <a:gd name="connsiteX9" fmla="*/ 4559829 w 5890489"/>
                <a:gd name="connsiteY9" fmla="*/ 186779 h 6578438"/>
                <a:gd name="connsiteX10" fmla="*/ 4642901 w 5890489"/>
                <a:gd name="connsiteY10" fmla="*/ 213648 h 6578438"/>
                <a:gd name="connsiteX11" fmla="*/ 5280847 w 5890489"/>
                <a:gd name="connsiteY11" fmla="*/ 485936 h 6578438"/>
                <a:gd name="connsiteX12" fmla="*/ 5865400 w 5890489"/>
                <a:gd name="connsiteY12" fmla="*/ 851099 h 6578438"/>
                <a:gd name="connsiteX13" fmla="*/ 5890489 w 5890489"/>
                <a:gd name="connsiteY13" fmla="*/ 870950 h 6578438"/>
                <a:gd name="connsiteX14" fmla="*/ 5890489 w 5890489"/>
                <a:gd name="connsiteY14" fmla="*/ 1321814 h 6578438"/>
                <a:gd name="connsiteX15" fmla="*/ 5887395 w 5890489"/>
                <a:gd name="connsiteY15" fmla="*/ 1318952 h 6578438"/>
                <a:gd name="connsiteX16" fmla="*/ 5830291 w 5890489"/>
                <a:gd name="connsiteY16" fmla="*/ 1265992 h 6578438"/>
                <a:gd name="connsiteX17" fmla="*/ 5815981 w 5890489"/>
                <a:gd name="connsiteY17" fmla="*/ 1252687 h 6578438"/>
                <a:gd name="connsiteX18" fmla="*/ 5801142 w 5890489"/>
                <a:gd name="connsiteY18" fmla="*/ 1240158 h 6578438"/>
                <a:gd name="connsiteX19" fmla="*/ 5771464 w 5890489"/>
                <a:gd name="connsiteY19" fmla="*/ 1214969 h 6578438"/>
                <a:gd name="connsiteX20" fmla="*/ 5651030 w 5890489"/>
                <a:gd name="connsiteY20" fmla="*/ 1115767 h 6578438"/>
                <a:gd name="connsiteX21" fmla="*/ 5123183 w 5890489"/>
                <a:gd name="connsiteY21" fmla="*/ 780443 h 6578438"/>
                <a:gd name="connsiteX22" fmla="*/ 4533860 w 5890489"/>
                <a:gd name="connsiteY22" fmla="*/ 567701 h 6578438"/>
                <a:gd name="connsiteX23" fmla="*/ 4457281 w 5890489"/>
                <a:gd name="connsiteY23" fmla="*/ 550780 h 6578438"/>
                <a:gd name="connsiteX24" fmla="*/ 4380568 w 5890489"/>
                <a:gd name="connsiteY24" fmla="*/ 535279 h 6578438"/>
                <a:gd name="connsiteX25" fmla="*/ 4303325 w 5890489"/>
                <a:gd name="connsiteY25" fmla="*/ 522879 h 6578438"/>
                <a:gd name="connsiteX26" fmla="*/ 4264769 w 5890489"/>
                <a:gd name="connsiteY26" fmla="*/ 516679 h 6578438"/>
                <a:gd name="connsiteX27" fmla="*/ 4226082 w 5890489"/>
                <a:gd name="connsiteY27" fmla="*/ 511253 h 6578438"/>
                <a:gd name="connsiteX28" fmla="*/ 4070934 w 5890489"/>
                <a:gd name="connsiteY28" fmla="*/ 494848 h 6578438"/>
                <a:gd name="connsiteX29" fmla="*/ 3915521 w 5890489"/>
                <a:gd name="connsiteY29" fmla="*/ 486065 h 6578438"/>
                <a:gd name="connsiteX30" fmla="*/ 3760241 w 5890489"/>
                <a:gd name="connsiteY30" fmla="*/ 484257 h 6578438"/>
                <a:gd name="connsiteX31" fmla="*/ 3682734 w 5890489"/>
                <a:gd name="connsiteY31" fmla="*/ 486581 h 6578438"/>
                <a:gd name="connsiteX32" fmla="*/ 3605491 w 5890489"/>
                <a:gd name="connsiteY32" fmla="*/ 488907 h 6578438"/>
                <a:gd name="connsiteX33" fmla="*/ 3527454 w 5890489"/>
                <a:gd name="connsiteY33" fmla="*/ 493169 h 6578438"/>
                <a:gd name="connsiteX34" fmla="*/ 3449151 w 5890489"/>
                <a:gd name="connsiteY34" fmla="*/ 498336 h 6578438"/>
                <a:gd name="connsiteX35" fmla="*/ 3410067 w 5890489"/>
                <a:gd name="connsiteY35" fmla="*/ 500532 h 6578438"/>
                <a:gd name="connsiteX36" fmla="*/ 3371246 w 5890489"/>
                <a:gd name="connsiteY36" fmla="*/ 504279 h 6578438"/>
                <a:gd name="connsiteX37" fmla="*/ 3293739 w 5890489"/>
                <a:gd name="connsiteY37" fmla="*/ 511512 h 6578438"/>
                <a:gd name="connsiteX38" fmla="*/ 2689445 w 5890489"/>
                <a:gd name="connsiteY38" fmla="*/ 610198 h 6578438"/>
                <a:gd name="connsiteX39" fmla="*/ 2117875 w 5890489"/>
                <a:gd name="connsiteY39" fmla="*/ 800335 h 6578438"/>
                <a:gd name="connsiteX40" fmla="*/ 1981276 w 5890489"/>
                <a:gd name="connsiteY40" fmla="*/ 865566 h 6578438"/>
                <a:gd name="connsiteX41" fmla="*/ 1847991 w 5890489"/>
                <a:gd name="connsiteY41" fmla="*/ 938676 h 6578438"/>
                <a:gd name="connsiteX42" fmla="*/ 1783069 w 5890489"/>
                <a:gd name="connsiteY42" fmla="*/ 978718 h 6578438"/>
                <a:gd name="connsiteX43" fmla="*/ 1750609 w 5890489"/>
                <a:gd name="connsiteY43" fmla="*/ 998869 h 6578438"/>
                <a:gd name="connsiteX44" fmla="*/ 1734312 w 5890489"/>
                <a:gd name="connsiteY44" fmla="*/ 1008945 h 6578438"/>
                <a:gd name="connsiteX45" fmla="*/ 1718547 w 5890489"/>
                <a:gd name="connsiteY45" fmla="*/ 1019924 h 6578438"/>
                <a:gd name="connsiteX46" fmla="*/ 1655481 w 5890489"/>
                <a:gd name="connsiteY46" fmla="*/ 1063582 h 6578438"/>
                <a:gd name="connsiteX47" fmla="*/ 1593077 w 5890489"/>
                <a:gd name="connsiteY47" fmla="*/ 1108664 h 6578438"/>
                <a:gd name="connsiteX48" fmla="*/ 1532263 w 5890489"/>
                <a:gd name="connsiteY48" fmla="*/ 1156197 h 6578438"/>
                <a:gd name="connsiteX49" fmla="*/ 1472509 w 5890489"/>
                <a:gd name="connsiteY49" fmla="*/ 1205152 h 6578438"/>
                <a:gd name="connsiteX50" fmla="*/ 1414212 w 5890489"/>
                <a:gd name="connsiteY50" fmla="*/ 1256175 h 6578438"/>
                <a:gd name="connsiteX51" fmla="*/ 1357242 w 5890489"/>
                <a:gd name="connsiteY51" fmla="*/ 1308359 h 6578438"/>
                <a:gd name="connsiteX52" fmla="*/ 1153072 w 5890489"/>
                <a:gd name="connsiteY52" fmla="*/ 1529498 h 6578438"/>
                <a:gd name="connsiteX53" fmla="*/ 1002694 w 5890489"/>
                <a:gd name="connsiteY53" fmla="*/ 1770658 h 6578438"/>
                <a:gd name="connsiteX54" fmla="*/ 974076 w 5890489"/>
                <a:gd name="connsiteY54" fmla="*/ 1835371 h 6578438"/>
                <a:gd name="connsiteX55" fmla="*/ 949564 w 5890489"/>
                <a:gd name="connsiteY55" fmla="*/ 1903573 h 6578438"/>
                <a:gd name="connsiteX56" fmla="*/ 927173 w 5890489"/>
                <a:gd name="connsiteY56" fmla="*/ 1974229 h 6578438"/>
                <a:gd name="connsiteX57" fmla="*/ 906107 w 5890489"/>
                <a:gd name="connsiteY57" fmla="*/ 2046952 h 6578438"/>
                <a:gd name="connsiteX58" fmla="*/ 751092 w 5890489"/>
                <a:gd name="connsiteY58" fmla="*/ 2676266 h 6578438"/>
                <a:gd name="connsiteX59" fmla="*/ 547189 w 5890489"/>
                <a:gd name="connsiteY59" fmla="*/ 3308422 h 6578438"/>
                <a:gd name="connsiteX60" fmla="*/ 441195 w 5890489"/>
                <a:gd name="connsiteY60" fmla="*/ 3866306 h 6578438"/>
                <a:gd name="connsiteX61" fmla="*/ 527182 w 5890489"/>
                <a:gd name="connsiteY61" fmla="*/ 4439174 h 6578438"/>
                <a:gd name="connsiteX62" fmla="*/ 775073 w 5890489"/>
                <a:gd name="connsiteY62" fmla="*/ 4987240 h 6578438"/>
                <a:gd name="connsiteX63" fmla="*/ 943206 w 5890489"/>
                <a:gd name="connsiteY63" fmla="*/ 5244933 h 6578438"/>
                <a:gd name="connsiteX64" fmla="*/ 1133728 w 5890489"/>
                <a:gd name="connsiteY64" fmla="*/ 5490356 h 6578438"/>
                <a:gd name="connsiteX65" fmla="*/ 1359626 w 5890489"/>
                <a:gd name="connsiteY65" fmla="*/ 5709815 h 6578438"/>
                <a:gd name="connsiteX66" fmla="*/ 1481254 w 5890489"/>
                <a:gd name="connsiteY66" fmla="*/ 5809146 h 6578438"/>
                <a:gd name="connsiteX67" fmla="*/ 1543260 w 5890489"/>
                <a:gd name="connsiteY67" fmla="*/ 5856940 h 6578438"/>
                <a:gd name="connsiteX68" fmla="*/ 1607518 w 5890489"/>
                <a:gd name="connsiteY68" fmla="*/ 5901374 h 6578438"/>
                <a:gd name="connsiteX69" fmla="*/ 2145566 w 5890489"/>
                <a:gd name="connsiteY69" fmla="*/ 6193814 h 6578438"/>
                <a:gd name="connsiteX70" fmla="*/ 2214991 w 5890489"/>
                <a:gd name="connsiteY70" fmla="*/ 6221844 h 6578438"/>
                <a:gd name="connsiteX71" fmla="*/ 2249307 w 5890489"/>
                <a:gd name="connsiteY71" fmla="*/ 6236182 h 6578438"/>
                <a:gd name="connsiteX72" fmla="*/ 2284285 w 5890489"/>
                <a:gd name="connsiteY72" fmla="*/ 6248711 h 6578438"/>
                <a:gd name="connsiteX73" fmla="*/ 2354241 w 5890489"/>
                <a:gd name="connsiteY73" fmla="*/ 6273124 h 6578438"/>
                <a:gd name="connsiteX74" fmla="*/ 2371597 w 5890489"/>
                <a:gd name="connsiteY74" fmla="*/ 6279324 h 6578438"/>
                <a:gd name="connsiteX75" fmla="*/ 2387894 w 5890489"/>
                <a:gd name="connsiteY75" fmla="*/ 6287719 h 6578438"/>
                <a:gd name="connsiteX76" fmla="*/ 2421414 w 5890489"/>
                <a:gd name="connsiteY76" fmla="*/ 6302186 h 6578438"/>
                <a:gd name="connsiteX77" fmla="*/ 2489117 w 5890489"/>
                <a:gd name="connsiteY77" fmla="*/ 6329441 h 6578438"/>
                <a:gd name="connsiteX78" fmla="*/ 2522902 w 5890489"/>
                <a:gd name="connsiteY78" fmla="*/ 6343134 h 6578438"/>
                <a:gd name="connsiteX79" fmla="*/ 2556953 w 5890489"/>
                <a:gd name="connsiteY79" fmla="*/ 6356051 h 6578438"/>
                <a:gd name="connsiteX80" fmla="*/ 2695009 w 5890489"/>
                <a:gd name="connsiteY80" fmla="*/ 6401905 h 6578438"/>
                <a:gd name="connsiteX81" fmla="*/ 3268035 w 5890489"/>
                <a:gd name="connsiteY81" fmla="*/ 6501238 h 6578438"/>
                <a:gd name="connsiteX82" fmla="*/ 3341038 w 5890489"/>
                <a:gd name="connsiteY82" fmla="*/ 6506145 h 6578438"/>
                <a:gd name="connsiteX83" fmla="*/ 3414703 w 5890489"/>
                <a:gd name="connsiteY83" fmla="*/ 6507050 h 6578438"/>
                <a:gd name="connsiteX84" fmla="*/ 3488237 w 5890489"/>
                <a:gd name="connsiteY84" fmla="*/ 6508212 h 6578438"/>
                <a:gd name="connsiteX85" fmla="*/ 3524142 w 5890489"/>
                <a:gd name="connsiteY85" fmla="*/ 6507955 h 6578438"/>
                <a:gd name="connsiteX86" fmla="*/ 3559252 w 5890489"/>
                <a:gd name="connsiteY86" fmla="*/ 6506921 h 6578438"/>
                <a:gd name="connsiteX87" fmla="*/ 3629207 w 5890489"/>
                <a:gd name="connsiteY87" fmla="*/ 6503045 h 6578438"/>
                <a:gd name="connsiteX88" fmla="*/ 3698633 w 5890489"/>
                <a:gd name="connsiteY88" fmla="*/ 6496845 h 6578438"/>
                <a:gd name="connsiteX89" fmla="*/ 3733213 w 5890489"/>
                <a:gd name="connsiteY89" fmla="*/ 6493357 h 6578438"/>
                <a:gd name="connsiteX90" fmla="*/ 3767529 w 5890489"/>
                <a:gd name="connsiteY90" fmla="*/ 6488707 h 6578438"/>
                <a:gd name="connsiteX91" fmla="*/ 3801845 w 5890489"/>
                <a:gd name="connsiteY91" fmla="*/ 6484057 h 6578438"/>
                <a:gd name="connsiteX92" fmla="*/ 3835895 w 5890489"/>
                <a:gd name="connsiteY92" fmla="*/ 6478116 h 6578438"/>
                <a:gd name="connsiteX93" fmla="*/ 4364801 w 5890489"/>
                <a:gd name="connsiteY93" fmla="*/ 6308517 h 6578438"/>
                <a:gd name="connsiteX94" fmla="*/ 4861379 w 5890489"/>
                <a:gd name="connsiteY94" fmla="*/ 6000576 h 6578438"/>
                <a:gd name="connsiteX95" fmla="*/ 5341263 w 5890489"/>
                <a:gd name="connsiteY95" fmla="*/ 5605834 h 6578438"/>
                <a:gd name="connsiteX96" fmla="*/ 5587301 w 5890489"/>
                <a:gd name="connsiteY96" fmla="*/ 5390379 h 6578438"/>
                <a:gd name="connsiteX97" fmla="*/ 5849105 w 5890489"/>
                <a:gd name="connsiteY97" fmla="*/ 5176344 h 6578438"/>
                <a:gd name="connsiteX98" fmla="*/ 5890489 w 5890489"/>
                <a:gd name="connsiteY98" fmla="*/ 5145260 h 6578438"/>
                <a:gd name="connsiteX99" fmla="*/ 5890489 w 5890489"/>
                <a:gd name="connsiteY99" fmla="*/ 5995323 h 6578438"/>
                <a:gd name="connsiteX100" fmla="*/ 5811477 w 5890489"/>
                <a:gd name="connsiteY100" fmla="*/ 6077819 h 6578438"/>
                <a:gd name="connsiteX101" fmla="*/ 5301384 w 5890489"/>
                <a:gd name="connsiteY101" fmla="*/ 6542958 h 6578438"/>
                <a:gd name="connsiteX102" fmla="*/ 5252008 w 5890489"/>
                <a:gd name="connsiteY102" fmla="*/ 6578438 h 6578438"/>
                <a:gd name="connsiteX103" fmla="*/ 1653730 w 5890489"/>
                <a:gd name="connsiteY103" fmla="*/ 6578438 h 6578438"/>
                <a:gd name="connsiteX104" fmla="*/ 1549768 w 5890489"/>
                <a:gd name="connsiteY104" fmla="*/ 6488821 h 6578438"/>
                <a:gd name="connsiteX105" fmla="*/ 1298282 w 5890489"/>
                <a:gd name="connsiteY105" fmla="*/ 6243932 h 6578438"/>
                <a:gd name="connsiteX106" fmla="*/ 1237999 w 5890489"/>
                <a:gd name="connsiteY106" fmla="*/ 6181671 h 6578438"/>
                <a:gd name="connsiteX107" fmla="*/ 1179967 w 5890489"/>
                <a:gd name="connsiteY107" fmla="*/ 6117862 h 6578438"/>
                <a:gd name="connsiteX108" fmla="*/ 1121936 w 5890489"/>
                <a:gd name="connsiteY108" fmla="*/ 6054569 h 6578438"/>
                <a:gd name="connsiteX109" fmla="*/ 1065628 w 5890489"/>
                <a:gd name="connsiteY109" fmla="*/ 5990243 h 6578438"/>
                <a:gd name="connsiteX110" fmla="*/ 954335 w 5890489"/>
                <a:gd name="connsiteY110" fmla="*/ 5861460 h 6578438"/>
                <a:gd name="connsiteX111" fmla="*/ 898953 w 5890489"/>
                <a:gd name="connsiteY111" fmla="*/ 5797393 h 6578438"/>
                <a:gd name="connsiteX112" fmla="*/ 842908 w 5890489"/>
                <a:gd name="connsiteY112" fmla="*/ 5733582 h 6578438"/>
                <a:gd name="connsiteX113" fmla="*/ 622442 w 5890489"/>
                <a:gd name="connsiteY113" fmla="*/ 5471884 h 6578438"/>
                <a:gd name="connsiteX114" fmla="*/ 425559 w 5890489"/>
                <a:gd name="connsiteY114" fmla="*/ 5190036 h 6578438"/>
                <a:gd name="connsiteX115" fmla="*/ 123877 w 5890489"/>
                <a:gd name="connsiteY115" fmla="*/ 4564210 h 6578438"/>
                <a:gd name="connsiteX116" fmla="*/ 130 w 5890489"/>
                <a:gd name="connsiteY116" fmla="*/ 3865530 h 6578438"/>
                <a:gd name="connsiteX117" fmla="*/ 30602 w 5890489"/>
                <a:gd name="connsiteY117" fmla="*/ 3505793 h 6578438"/>
                <a:gd name="connsiteX118" fmla="*/ 126924 w 5890489"/>
                <a:gd name="connsiteY118" fmla="*/ 3157164 h 6578438"/>
                <a:gd name="connsiteX119" fmla="*/ 334803 w 5890489"/>
                <a:gd name="connsiteY119" fmla="*/ 2560530 h 6578438"/>
                <a:gd name="connsiteX120" fmla="*/ 381176 w 5890489"/>
                <a:gd name="connsiteY120" fmla="*/ 2409144 h 6578438"/>
                <a:gd name="connsiteX121" fmla="*/ 425825 w 5890489"/>
                <a:gd name="connsiteY121" fmla="*/ 2255819 h 6578438"/>
                <a:gd name="connsiteX122" fmla="*/ 470210 w 5890489"/>
                <a:gd name="connsiteY122" fmla="*/ 2099523 h 6578438"/>
                <a:gd name="connsiteX123" fmla="*/ 492998 w 5890489"/>
                <a:gd name="connsiteY123" fmla="*/ 2020213 h 6578438"/>
                <a:gd name="connsiteX124" fmla="*/ 517509 w 5890489"/>
                <a:gd name="connsiteY124" fmla="*/ 1939224 h 6578438"/>
                <a:gd name="connsiteX125" fmla="*/ 544007 w 5890489"/>
                <a:gd name="connsiteY125" fmla="*/ 1857201 h 6578438"/>
                <a:gd name="connsiteX126" fmla="*/ 573288 w 5890489"/>
                <a:gd name="connsiteY126" fmla="*/ 1774274 h 6578438"/>
                <a:gd name="connsiteX127" fmla="*/ 606146 w 5890489"/>
                <a:gd name="connsiteY127" fmla="*/ 1690832 h 6578438"/>
                <a:gd name="connsiteX128" fmla="*/ 644569 w 5890489"/>
                <a:gd name="connsiteY128" fmla="*/ 1607775 h 6578438"/>
                <a:gd name="connsiteX129" fmla="*/ 837874 w 5890489"/>
                <a:gd name="connsiteY129" fmla="*/ 1297638 h 6578438"/>
                <a:gd name="connsiteX130" fmla="*/ 1069602 w 5890489"/>
                <a:gd name="connsiteY130" fmla="*/ 1032194 h 6578438"/>
                <a:gd name="connsiteX131" fmla="*/ 1130548 w 5890489"/>
                <a:gd name="connsiteY131" fmla="*/ 970839 h 6578438"/>
                <a:gd name="connsiteX132" fmla="*/ 1192024 w 5890489"/>
                <a:gd name="connsiteY132" fmla="*/ 910129 h 6578438"/>
                <a:gd name="connsiteX133" fmla="*/ 1255356 w 5890489"/>
                <a:gd name="connsiteY133" fmla="*/ 850841 h 6578438"/>
                <a:gd name="connsiteX134" fmla="*/ 1319614 w 5890489"/>
                <a:gd name="connsiteY134" fmla="*/ 792068 h 6578438"/>
                <a:gd name="connsiteX135" fmla="*/ 1385728 w 5890489"/>
                <a:gd name="connsiteY135" fmla="*/ 734975 h 6578438"/>
                <a:gd name="connsiteX136" fmla="*/ 1452768 w 5890489"/>
                <a:gd name="connsiteY136" fmla="*/ 678528 h 6578438"/>
                <a:gd name="connsiteX137" fmla="*/ 1469594 w 5890489"/>
                <a:gd name="connsiteY137" fmla="*/ 664449 h 6578438"/>
                <a:gd name="connsiteX138" fmla="*/ 1487083 w 5890489"/>
                <a:gd name="connsiteY138" fmla="*/ 651015 h 6578438"/>
                <a:gd name="connsiteX139" fmla="*/ 1522193 w 5890489"/>
                <a:gd name="connsiteY139" fmla="*/ 624277 h 6578438"/>
                <a:gd name="connsiteX140" fmla="*/ 1592415 w 5890489"/>
                <a:gd name="connsiteY140" fmla="*/ 570671 h 6578438"/>
                <a:gd name="connsiteX141" fmla="*/ 1738287 w 5890489"/>
                <a:gd name="connsiteY141" fmla="*/ 469402 h 6578438"/>
                <a:gd name="connsiteX142" fmla="*/ 1890918 w 5890489"/>
                <a:gd name="connsiteY142" fmla="*/ 376530 h 6578438"/>
                <a:gd name="connsiteX143" fmla="*/ 2555363 w 5890489"/>
                <a:gd name="connsiteY143" fmla="*/ 105274 h 6578438"/>
                <a:gd name="connsiteX144" fmla="*/ 3259291 w 5890489"/>
                <a:gd name="connsiteY144" fmla="*/ 3229 h 6578438"/>
                <a:gd name="connsiteX145" fmla="*/ 3347265 w 5890489"/>
                <a:gd name="connsiteY145" fmla="*/ 903 h 6578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</a:cxnLst>
              <a:rect l="l" t="t" r="r" b="b"/>
              <a:pathLst>
                <a:path w="5890489" h="6578438">
                  <a:moveTo>
                    <a:pt x="3391253" y="0"/>
                  </a:moveTo>
                  <a:lnTo>
                    <a:pt x="3434974" y="646"/>
                  </a:lnTo>
                  <a:lnTo>
                    <a:pt x="3522419" y="2712"/>
                  </a:lnTo>
                  <a:cubicBezTo>
                    <a:pt x="3551567" y="3488"/>
                    <a:pt x="3580451" y="3746"/>
                    <a:pt x="3610261" y="6458"/>
                  </a:cubicBezTo>
                  <a:cubicBezTo>
                    <a:pt x="3669353" y="10850"/>
                    <a:pt x="3728179" y="14337"/>
                    <a:pt x="3786872" y="20667"/>
                  </a:cubicBezTo>
                  <a:lnTo>
                    <a:pt x="3962291" y="43530"/>
                  </a:lnTo>
                  <a:lnTo>
                    <a:pt x="4135855" y="75176"/>
                  </a:lnTo>
                  <a:cubicBezTo>
                    <a:pt x="4193224" y="87836"/>
                    <a:pt x="4250328" y="101398"/>
                    <a:pt x="4307299" y="114315"/>
                  </a:cubicBezTo>
                  <a:cubicBezTo>
                    <a:pt x="4364139" y="128394"/>
                    <a:pt x="4420050" y="145575"/>
                    <a:pt x="4476358" y="160816"/>
                  </a:cubicBezTo>
                  <a:cubicBezTo>
                    <a:pt x="4504580" y="167921"/>
                    <a:pt x="4532138" y="177995"/>
                    <a:pt x="4559829" y="186779"/>
                  </a:cubicBezTo>
                  <a:lnTo>
                    <a:pt x="4642901" y="213648"/>
                  </a:lnTo>
                  <a:cubicBezTo>
                    <a:pt x="4863234" y="288307"/>
                    <a:pt x="5076414" y="379371"/>
                    <a:pt x="5280847" y="485936"/>
                  </a:cubicBezTo>
                  <a:cubicBezTo>
                    <a:pt x="5485018" y="592631"/>
                    <a:pt x="5681768" y="713145"/>
                    <a:pt x="5865400" y="851099"/>
                  </a:cubicBezTo>
                  <a:lnTo>
                    <a:pt x="5890489" y="870950"/>
                  </a:lnTo>
                  <a:lnTo>
                    <a:pt x="5890489" y="1321814"/>
                  </a:lnTo>
                  <a:lnTo>
                    <a:pt x="5887395" y="1318952"/>
                  </a:lnTo>
                  <a:lnTo>
                    <a:pt x="5830291" y="1265992"/>
                  </a:lnTo>
                  <a:lnTo>
                    <a:pt x="5815981" y="1252687"/>
                  </a:lnTo>
                  <a:lnTo>
                    <a:pt x="5801142" y="1240158"/>
                  </a:lnTo>
                  <a:lnTo>
                    <a:pt x="5771464" y="1214969"/>
                  </a:lnTo>
                  <a:cubicBezTo>
                    <a:pt x="5731849" y="1181385"/>
                    <a:pt x="5692897" y="1146896"/>
                    <a:pt x="5651030" y="1115767"/>
                  </a:cubicBezTo>
                  <a:cubicBezTo>
                    <a:pt x="5487534" y="986985"/>
                    <a:pt x="5311321" y="872542"/>
                    <a:pt x="5123183" y="780443"/>
                  </a:cubicBezTo>
                  <a:cubicBezTo>
                    <a:pt x="4935309" y="688087"/>
                    <a:pt x="4737102" y="616398"/>
                    <a:pt x="4533860" y="567701"/>
                  </a:cubicBezTo>
                  <a:lnTo>
                    <a:pt x="4457281" y="550780"/>
                  </a:lnTo>
                  <a:cubicBezTo>
                    <a:pt x="4431709" y="545484"/>
                    <a:pt x="4406536" y="538896"/>
                    <a:pt x="4380568" y="535279"/>
                  </a:cubicBezTo>
                  <a:lnTo>
                    <a:pt x="4303325" y="522879"/>
                  </a:lnTo>
                  <a:lnTo>
                    <a:pt x="4264769" y="516679"/>
                  </a:lnTo>
                  <a:cubicBezTo>
                    <a:pt x="4251918" y="514612"/>
                    <a:pt x="4239067" y="512415"/>
                    <a:pt x="4226082" y="511253"/>
                  </a:cubicBezTo>
                  <a:cubicBezTo>
                    <a:pt x="4174145" y="505829"/>
                    <a:pt x="4122606" y="499498"/>
                    <a:pt x="4070934" y="494848"/>
                  </a:cubicBezTo>
                  <a:lnTo>
                    <a:pt x="3915521" y="486065"/>
                  </a:lnTo>
                  <a:lnTo>
                    <a:pt x="3760241" y="484257"/>
                  </a:lnTo>
                  <a:cubicBezTo>
                    <a:pt x="3734405" y="483869"/>
                    <a:pt x="3708571" y="485936"/>
                    <a:pt x="3682734" y="486581"/>
                  </a:cubicBezTo>
                  <a:lnTo>
                    <a:pt x="3605491" y="488907"/>
                  </a:lnTo>
                  <a:cubicBezTo>
                    <a:pt x="3579921" y="489165"/>
                    <a:pt x="3553555" y="491490"/>
                    <a:pt x="3527454" y="493169"/>
                  </a:cubicBezTo>
                  <a:lnTo>
                    <a:pt x="3449151" y="498336"/>
                  </a:lnTo>
                  <a:lnTo>
                    <a:pt x="3410067" y="500532"/>
                  </a:lnTo>
                  <a:lnTo>
                    <a:pt x="3371246" y="504279"/>
                  </a:lnTo>
                  <a:cubicBezTo>
                    <a:pt x="3345410" y="506862"/>
                    <a:pt x="3319575" y="509315"/>
                    <a:pt x="3293739" y="511512"/>
                  </a:cubicBezTo>
                  <a:cubicBezTo>
                    <a:pt x="3087450" y="531662"/>
                    <a:pt x="2885531" y="563180"/>
                    <a:pt x="2689445" y="610198"/>
                  </a:cubicBezTo>
                  <a:cubicBezTo>
                    <a:pt x="2493357" y="657344"/>
                    <a:pt x="2302303" y="719088"/>
                    <a:pt x="2117875" y="800335"/>
                  </a:cubicBezTo>
                  <a:cubicBezTo>
                    <a:pt x="2072298" y="821648"/>
                    <a:pt x="2026854" y="843606"/>
                    <a:pt x="1981276" y="865566"/>
                  </a:cubicBezTo>
                  <a:cubicBezTo>
                    <a:pt x="1937025" y="889978"/>
                    <a:pt x="1891978" y="913229"/>
                    <a:pt x="1847991" y="938676"/>
                  </a:cubicBezTo>
                  <a:lnTo>
                    <a:pt x="1783069" y="978718"/>
                  </a:lnTo>
                  <a:lnTo>
                    <a:pt x="1750609" y="998869"/>
                  </a:lnTo>
                  <a:lnTo>
                    <a:pt x="1734312" y="1008945"/>
                  </a:lnTo>
                  <a:lnTo>
                    <a:pt x="1718547" y="1019924"/>
                  </a:lnTo>
                  <a:lnTo>
                    <a:pt x="1655481" y="1063582"/>
                  </a:lnTo>
                  <a:cubicBezTo>
                    <a:pt x="1634414" y="1078178"/>
                    <a:pt x="1612950" y="1092259"/>
                    <a:pt x="1593077" y="1108664"/>
                  </a:cubicBezTo>
                  <a:lnTo>
                    <a:pt x="1532263" y="1156197"/>
                  </a:lnTo>
                  <a:cubicBezTo>
                    <a:pt x="1511992" y="1172085"/>
                    <a:pt x="1491587" y="1187844"/>
                    <a:pt x="1472509" y="1205152"/>
                  </a:cubicBezTo>
                  <a:lnTo>
                    <a:pt x="1414212" y="1256175"/>
                  </a:lnTo>
                  <a:cubicBezTo>
                    <a:pt x="1395001" y="1273354"/>
                    <a:pt x="1375127" y="1290147"/>
                    <a:pt x="1357242" y="1308359"/>
                  </a:cubicBezTo>
                  <a:cubicBezTo>
                    <a:pt x="1283178" y="1379532"/>
                    <a:pt x="1212163" y="1452513"/>
                    <a:pt x="1153072" y="1529498"/>
                  </a:cubicBezTo>
                  <a:cubicBezTo>
                    <a:pt x="1090933" y="1605578"/>
                    <a:pt x="1043501" y="1685794"/>
                    <a:pt x="1002694" y="1770658"/>
                  </a:cubicBezTo>
                  <a:lnTo>
                    <a:pt x="974076" y="1835371"/>
                  </a:lnTo>
                  <a:lnTo>
                    <a:pt x="949564" y="1903573"/>
                  </a:lnTo>
                  <a:cubicBezTo>
                    <a:pt x="940820" y="1925661"/>
                    <a:pt x="934593" y="1950719"/>
                    <a:pt x="927173" y="1974229"/>
                  </a:cubicBezTo>
                  <a:cubicBezTo>
                    <a:pt x="920019" y="1998254"/>
                    <a:pt x="912468" y="2021504"/>
                    <a:pt x="906107" y="2046952"/>
                  </a:cubicBezTo>
                  <a:cubicBezTo>
                    <a:pt x="853906" y="2245614"/>
                    <a:pt x="809918" y="2463136"/>
                    <a:pt x="751092" y="2676266"/>
                  </a:cubicBezTo>
                  <a:cubicBezTo>
                    <a:pt x="693458" y="2889912"/>
                    <a:pt x="624166" y="3100976"/>
                    <a:pt x="547189" y="3308422"/>
                  </a:cubicBezTo>
                  <a:cubicBezTo>
                    <a:pt x="479617" y="3487580"/>
                    <a:pt x="444109" y="3675523"/>
                    <a:pt x="441195" y="3866306"/>
                  </a:cubicBezTo>
                  <a:cubicBezTo>
                    <a:pt x="438014" y="4057089"/>
                    <a:pt x="469282" y="4250456"/>
                    <a:pt x="527182" y="4439174"/>
                  </a:cubicBezTo>
                  <a:cubicBezTo>
                    <a:pt x="584815" y="4628278"/>
                    <a:pt x="671067" y="4811828"/>
                    <a:pt x="775073" y="4987240"/>
                  </a:cubicBezTo>
                  <a:cubicBezTo>
                    <a:pt x="827009" y="5075075"/>
                    <a:pt x="884246" y="5160327"/>
                    <a:pt x="943206" y="5244933"/>
                  </a:cubicBezTo>
                  <a:cubicBezTo>
                    <a:pt x="1002296" y="5329411"/>
                    <a:pt x="1064964" y="5412337"/>
                    <a:pt x="1133728" y="5490356"/>
                  </a:cubicBezTo>
                  <a:cubicBezTo>
                    <a:pt x="1203949" y="5567728"/>
                    <a:pt x="1279337" y="5642259"/>
                    <a:pt x="1359626" y="5709815"/>
                  </a:cubicBezTo>
                  <a:cubicBezTo>
                    <a:pt x="1398711" y="5744949"/>
                    <a:pt x="1439916" y="5777241"/>
                    <a:pt x="1481254" y="5809146"/>
                  </a:cubicBezTo>
                  <a:cubicBezTo>
                    <a:pt x="1501922" y="5825163"/>
                    <a:pt x="1522325" y="5841309"/>
                    <a:pt x="1543260" y="5856940"/>
                  </a:cubicBezTo>
                  <a:cubicBezTo>
                    <a:pt x="1564591" y="5871923"/>
                    <a:pt x="1585921" y="5886777"/>
                    <a:pt x="1607518" y="5901374"/>
                  </a:cubicBezTo>
                  <a:cubicBezTo>
                    <a:pt x="1778565" y="6019693"/>
                    <a:pt x="1961271" y="6115924"/>
                    <a:pt x="2145566" y="6193814"/>
                  </a:cubicBezTo>
                  <a:lnTo>
                    <a:pt x="2214991" y="6221844"/>
                  </a:lnTo>
                  <a:lnTo>
                    <a:pt x="2249307" y="6236182"/>
                  </a:lnTo>
                  <a:cubicBezTo>
                    <a:pt x="2260702" y="6241089"/>
                    <a:pt x="2272625" y="6244577"/>
                    <a:pt x="2284285" y="6248711"/>
                  </a:cubicBezTo>
                  <a:lnTo>
                    <a:pt x="2354241" y="6273124"/>
                  </a:lnTo>
                  <a:cubicBezTo>
                    <a:pt x="2360070" y="6275190"/>
                    <a:pt x="2365899" y="6277128"/>
                    <a:pt x="2371597" y="6279324"/>
                  </a:cubicBezTo>
                  <a:cubicBezTo>
                    <a:pt x="2377161" y="6281778"/>
                    <a:pt x="2382329" y="6285007"/>
                    <a:pt x="2387894" y="6287719"/>
                  </a:cubicBezTo>
                  <a:cubicBezTo>
                    <a:pt x="2398757" y="6293274"/>
                    <a:pt x="2410153" y="6297666"/>
                    <a:pt x="2421414" y="6302186"/>
                  </a:cubicBezTo>
                  <a:lnTo>
                    <a:pt x="2489117" y="6329441"/>
                  </a:lnTo>
                  <a:lnTo>
                    <a:pt x="2522902" y="6343134"/>
                  </a:lnTo>
                  <a:cubicBezTo>
                    <a:pt x="2534165" y="6347654"/>
                    <a:pt x="2545294" y="6352563"/>
                    <a:pt x="2556953" y="6356051"/>
                  </a:cubicBezTo>
                  <a:lnTo>
                    <a:pt x="2695009" y="6401905"/>
                  </a:lnTo>
                  <a:cubicBezTo>
                    <a:pt x="2880895" y="6457190"/>
                    <a:pt x="3073141" y="6489095"/>
                    <a:pt x="3268035" y="6501238"/>
                  </a:cubicBezTo>
                  <a:cubicBezTo>
                    <a:pt x="3292413" y="6502659"/>
                    <a:pt x="3316527" y="6505629"/>
                    <a:pt x="3341038" y="6506145"/>
                  </a:cubicBezTo>
                  <a:lnTo>
                    <a:pt x="3414703" y="6507050"/>
                  </a:lnTo>
                  <a:lnTo>
                    <a:pt x="3488237" y="6508212"/>
                  </a:lnTo>
                  <a:cubicBezTo>
                    <a:pt x="3500690" y="6508729"/>
                    <a:pt x="3512483" y="6508471"/>
                    <a:pt x="3524142" y="6507955"/>
                  </a:cubicBezTo>
                  <a:lnTo>
                    <a:pt x="3559252" y="6506921"/>
                  </a:lnTo>
                  <a:cubicBezTo>
                    <a:pt x="3582835" y="6506792"/>
                    <a:pt x="3605889" y="6504467"/>
                    <a:pt x="3629207" y="6503045"/>
                  </a:cubicBezTo>
                  <a:cubicBezTo>
                    <a:pt x="3652526" y="6502012"/>
                    <a:pt x="3675579" y="6499171"/>
                    <a:pt x="3698633" y="6496845"/>
                  </a:cubicBezTo>
                  <a:cubicBezTo>
                    <a:pt x="3710160" y="6495683"/>
                    <a:pt x="3721819" y="6494907"/>
                    <a:pt x="3733213" y="6493357"/>
                  </a:cubicBezTo>
                  <a:lnTo>
                    <a:pt x="3767529" y="6488707"/>
                  </a:lnTo>
                  <a:lnTo>
                    <a:pt x="3801845" y="6484057"/>
                  </a:lnTo>
                  <a:lnTo>
                    <a:pt x="3835895" y="6478116"/>
                  </a:lnTo>
                  <a:cubicBezTo>
                    <a:pt x="4017673" y="6446727"/>
                    <a:pt x="4194152" y="6390281"/>
                    <a:pt x="4364801" y="6308517"/>
                  </a:cubicBezTo>
                  <a:cubicBezTo>
                    <a:pt x="4535583" y="6227139"/>
                    <a:pt x="4700138" y="6120962"/>
                    <a:pt x="4861379" y="6000576"/>
                  </a:cubicBezTo>
                  <a:cubicBezTo>
                    <a:pt x="5022621" y="5879931"/>
                    <a:pt x="5180684" y="5745337"/>
                    <a:pt x="5341263" y="5605834"/>
                  </a:cubicBezTo>
                  <a:lnTo>
                    <a:pt x="5587301" y="5390379"/>
                  </a:lnTo>
                  <a:cubicBezTo>
                    <a:pt x="5674216" y="5315718"/>
                    <a:pt x="5761527" y="5244416"/>
                    <a:pt x="5849105" y="5176344"/>
                  </a:cubicBezTo>
                  <a:lnTo>
                    <a:pt x="5890489" y="5145260"/>
                  </a:lnTo>
                  <a:lnTo>
                    <a:pt x="5890489" y="5995323"/>
                  </a:lnTo>
                  <a:lnTo>
                    <a:pt x="5811477" y="6077819"/>
                  </a:lnTo>
                  <a:cubicBezTo>
                    <a:pt x="5654739" y="6238377"/>
                    <a:pt x="5487138" y="6396093"/>
                    <a:pt x="5301384" y="6542958"/>
                  </a:cubicBezTo>
                  <a:lnTo>
                    <a:pt x="5252008" y="6578438"/>
                  </a:lnTo>
                  <a:lnTo>
                    <a:pt x="1653730" y="6578438"/>
                  </a:lnTo>
                  <a:lnTo>
                    <a:pt x="1549768" y="6488821"/>
                  </a:lnTo>
                  <a:cubicBezTo>
                    <a:pt x="1461976" y="6409495"/>
                    <a:pt x="1378573" y="6327182"/>
                    <a:pt x="1298282" y="6243932"/>
                  </a:cubicBezTo>
                  <a:cubicBezTo>
                    <a:pt x="1278277" y="6223006"/>
                    <a:pt x="1258138" y="6202210"/>
                    <a:pt x="1237999" y="6181671"/>
                  </a:cubicBezTo>
                  <a:lnTo>
                    <a:pt x="1179967" y="6117862"/>
                  </a:lnTo>
                  <a:lnTo>
                    <a:pt x="1121936" y="6054569"/>
                  </a:lnTo>
                  <a:cubicBezTo>
                    <a:pt x="1102328" y="6033644"/>
                    <a:pt x="1084573" y="6011427"/>
                    <a:pt x="1065628" y="5990243"/>
                  </a:cubicBezTo>
                  <a:cubicBezTo>
                    <a:pt x="1028662" y="5947099"/>
                    <a:pt x="990239" y="5904991"/>
                    <a:pt x="954335" y="5861460"/>
                  </a:cubicBezTo>
                  <a:cubicBezTo>
                    <a:pt x="936050" y="5840018"/>
                    <a:pt x="917634" y="5818446"/>
                    <a:pt x="898953" y="5797393"/>
                  </a:cubicBezTo>
                  <a:cubicBezTo>
                    <a:pt x="880404" y="5776208"/>
                    <a:pt x="861325" y="5755412"/>
                    <a:pt x="842908" y="5733582"/>
                  </a:cubicBezTo>
                  <a:cubicBezTo>
                    <a:pt x="767919" y="5647942"/>
                    <a:pt x="693061" y="5561786"/>
                    <a:pt x="622442" y="5471884"/>
                  </a:cubicBezTo>
                  <a:cubicBezTo>
                    <a:pt x="551559" y="5382112"/>
                    <a:pt x="486639" y="5287430"/>
                    <a:pt x="425559" y="5190036"/>
                  </a:cubicBezTo>
                  <a:cubicBezTo>
                    <a:pt x="303668" y="4994990"/>
                    <a:pt x="200193" y="4786123"/>
                    <a:pt x="123877" y="4564210"/>
                  </a:cubicBezTo>
                  <a:cubicBezTo>
                    <a:pt x="47694" y="4342555"/>
                    <a:pt x="2249" y="4106045"/>
                    <a:pt x="130" y="3865530"/>
                  </a:cubicBezTo>
                  <a:cubicBezTo>
                    <a:pt x="-1328" y="3745403"/>
                    <a:pt x="9537" y="3624629"/>
                    <a:pt x="30602" y="3505793"/>
                  </a:cubicBezTo>
                  <a:cubicBezTo>
                    <a:pt x="51802" y="3386828"/>
                    <a:pt x="84659" y="3270059"/>
                    <a:pt x="126924" y="3157164"/>
                  </a:cubicBezTo>
                  <a:cubicBezTo>
                    <a:pt x="200457" y="2959276"/>
                    <a:pt x="271737" y="2761388"/>
                    <a:pt x="334803" y="2560530"/>
                  </a:cubicBezTo>
                  <a:lnTo>
                    <a:pt x="381176" y="2409144"/>
                  </a:lnTo>
                  <a:lnTo>
                    <a:pt x="425825" y="2255819"/>
                  </a:lnTo>
                  <a:lnTo>
                    <a:pt x="470210" y="2099523"/>
                  </a:lnTo>
                  <a:lnTo>
                    <a:pt x="492998" y="2020213"/>
                  </a:lnTo>
                  <a:lnTo>
                    <a:pt x="517509" y="1939224"/>
                  </a:lnTo>
                  <a:cubicBezTo>
                    <a:pt x="525061" y="1912485"/>
                    <a:pt x="534866" y="1884586"/>
                    <a:pt x="544007" y="1857201"/>
                  </a:cubicBezTo>
                  <a:cubicBezTo>
                    <a:pt x="553680" y="1829559"/>
                    <a:pt x="561496" y="1802304"/>
                    <a:pt x="573288" y="1774274"/>
                  </a:cubicBezTo>
                  <a:lnTo>
                    <a:pt x="606146" y="1690832"/>
                  </a:lnTo>
                  <a:cubicBezTo>
                    <a:pt x="618467" y="1663060"/>
                    <a:pt x="631716" y="1635417"/>
                    <a:pt x="644569" y="1607775"/>
                  </a:cubicBezTo>
                  <a:cubicBezTo>
                    <a:pt x="698625" y="1498368"/>
                    <a:pt x="763413" y="1391287"/>
                    <a:pt x="837874" y="1297638"/>
                  </a:cubicBezTo>
                  <a:cubicBezTo>
                    <a:pt x="910348" y="1201278"/>
                    <a:pt x="990107" y="1115897"/>
                    <a:pt x="1069602" y="1032194"/>
                  </a:cubicBezTo>
                  <a:cubicBezTo>
                    <a:pt x="1089079" y="1010624"/>
                    <a:pt x="1110012" y="990990"/>
                    <a:pt x="1130548" y="970839"/>
                  </a:cubicBezTo>
                  <a:lnTo>
                    <a:pt x="1192024" y="910129"/>
                  </a:lnTo>
                  <a:cubicBezTo>
                    <a:pt x="1212031" y="889462"/>
                    <a:pt x="1234024" y="870475"/>
                    <a:pt x="1255356" y="850841"/>
                  </a:cubicBezTo>
                  <a:lnTo>
                    <a:pt x="1319614" y="792068"/>
                  </a:lnTo>
                  <a:cubicBezTo>
                    <a:pt x="1340680" y="772176"/>
                    <a:pt x="1363469" y="753834"/>
                    <a:pt x="1385728" y="734975"/>
                  </a:cubicBezTo>
                  <a:lnTo>
                    <a:pt x="1452768" y="678528"/>
                  </a:lnTo>
                  <a:lnTo>
                    <a:pt x="1469594" y="664449"/>
                  </a:lnTo>
                  <a:lnTo>
                    <a:pt x="1487083" y="651015"/>
                  </a:lnTo>
                  <a:lnTo>
                    <a:pt x="1522193" y="624277"/>
                  </a:lnTo>
                  <a:lnTo>
                    <a:pt x="1592415" y="570671"/>
                  </a:lnTo>
                  <a:cubicBezTo>
                    <a:pt x="1640110" y="535925"/>
                    <a:pt x="1689531" y="503245"/>
                    <a:pt x="1738287" y="469402"/>
                  </a:cubicBezTo>
                  <a:cubicBezTo>
                    <a:pt x="1788634" y="438015"/>
                    <a:pt x="1839643" y="407013"/>
                    <a:pt x="1890918" y="376530"/>
                  </a:cubicBezTo>
                  <a:cubicBezTo>
                    <a:pt x="2098400" y="258209"/>
                    <a:pt x="2323503" y="166241"/>
                    <a:pt x="2555363" y="105274"/>
                  </a:cubicBezTo>
                  <a:cubicBezTo>
                    <a:pt x="2787223" y="44047"/>
                    <a:pt x="3024516" y="12013"/>
                    <a:pt x="3259291" y="3229"/>
                  </a:cubicBezTo>
                  <a:lnTo>
                    <a:pt x="3347265" y="903"/>
                  </a:lnTo>
                  <a:close/>
                </a:path>
              </a:pathLst>
            </a:custGeom>
            <a:gradFill flip="none" rotWithShape="1"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5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5000"/>
                  </a:schemeClr>
                </a:gs>
              </a:gsLst>
              <a:lin ang="120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27CCEAF3-651B-4605-AE58-F96E2270363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01023" y="52997"/>
              <a:ext cx="6093363" cy="6805004"/>
            </a:xfrm>
            <a:custGeom>
              <a:avLst/>
              <a:gdLst>
                <a:gd name="connsiteX0" fmla="*/ 3517682 w 5890491"/>
                <a:gd name="connsiteY0" fmla="*/ 0 h 6578439"/>
                <a:gd name="connsiteX1" fmla="*/ 5849513 w 5890491"/>
                <a:gd name="connsiteY1" fmla="*/ 841730 h 6578439"/>
                <a:gd name="connsiteX2" fmla="*/ 5890491 w 5890491"/>
                <a:gd name="connsiteY2" fmla="*/ 879061 h 6578439"/>
                <a:gd name="connsiteX3" fmla="*/ 5890491 w 5890491"/>
                <a:gd name="connsiteY3" fmla="*/ 2034114 h 6578439"/>
                <a:gd name="connsiteX4" fmla="*/ 5757065 w 5890491"/>
                <a:gd name="connsiteY4" fmla="*/ 1854938 h 6578439"/>
                <a:gd name="connsiteX5" fmla="*/ 5564060 w 5890491"/>
                <a:gd name="connsiteY5" fmla="*/ 1642182 h 6578439"/>
                <a:gd name="connsiteX6" fmla="*/ 3517551 w 5890491"/>
                <a:gd name="connsiteY6" fmla="*/ 790012 h 6578439"/>
                <a:gd name="connsiteX7" fmla="*/ 1611552 w 5890491"/>
                <a:gd name="connsiteY7" fmla="*/ 1543282 h 6578439"/>
                <a:gd name="connsiteX8" fmla="*/ 1340656 w 5890491"/>
                <a:gd name="connsiteY8" fmla="*/ 1897925 h 6578439"/>
                <a:gd name="connsiteX9" fmla="*/ 1201705 w 5890491"/>
                <a:gd name="connsiteY9" fmla="*/ 2361213 h 6578439"/>
                <a:gd name="connsiteX10" fmla="*/ 852705 w 5890491"/>
                <a:gd name="connsiteY10" fmla="*/ 3529176 h 6578439"/>
                <a:gd name="connsiteX11" fmla="*/ 863863 w 5890491"/>
                <a:gd name="connsiteY11" fmla="*/ 4437051 h 6578439"/>
                <a:gd name="connsiteX12" fmla="*/ 1413569 w 5890491"/>
                <a:gd name="connsiteY12" fmla="*/ 5357174 h 6578439"/>
                <a:gd name="connsiteX13" fmla="*/ 2339129 w 5890491"/>
                <a:gd name="connsiteY13" fmla="*/ 6143367 h 6578439"/>
                <a:gd name="connsiteX14" fmla="*/ 3439449 w 5890491"/>
                <a:gd name="connsiteY14" fmla="*/ 6420049 h 6578439"/>
                <a:gd name="connsiteX15" fmla="*/ 5251388 w 5890491"/>
                <a:gd name="connsiteY15" fmla="*/ 5349009 h 6578439"/>
                <a:gd name="connsiteX16" fmla="*/ 5657731 w 5890491"/>
                <a:gd name="connsiteY16" fmla="*/ 4959205 h 6578439"/>
                <a:gd name="connsiteX17" fmla="*/ 5836127 w 5890491"/>
                <a:gd name="connsiteY17" fmla="*/ 4792052 h 6578439"/>
                <a:gd name="connsiteX18" fmla="*/ 5890491 w 5890491"/>
                <a:gd name="connsiteY18" fmla="*/ 4738662 h 6578439"/>
                <a:gd name="connsiteX19" fmla="*/ 5890491 w 5890491"/>
                <a:gd name="connsiteY19" fmla="*/ 5821964 h 6578439"/>
                <a:gd name="connsiteX20" fmla="*/ 5802001 w 5890491"/>
                <a:gd name="connsiteY20" fmla="*/ 5907904 h 6578439"/>
                <a:gd name="connsiteX21" fmla="*/ 5294358 w 5890491"/>
                <a:gd name="connsiteY21" fmla="*/ 6397505 h 6578439"/>
                <a:gd name="connsiteX22" fmla="*/ 5077178 w 5890491"/>
                <a:gd name="connsiteY22" fmla="*/ 6578439 h 6578439"/>
                <a:gd name="connsiteX23" fmla="*/ 1567290 w 5890491"/>
                <a:gd name="connsiteY23" fmla="*/ 6578439 h 6578439"/>
                <a:gd name="connsiteX24" fmla="*/ 1508588 w 5890491"/>
                <a:gd name="connsiteY24" fmla="*/ 6535186 h 6578439"/>
                <a:gd name="connsiteX25" fmla="*/ 826498 w 5890491"/>
                <a:gd name="connsiteY25" fmla="*/ 5876034 h 6578439"/>
                <a:gd name="connsiteX26" fmla="*/ 122403 w 5890491"/>
                <a:gd name="connsiteY26" fmla="*/ 3255655 h 6578439"/>
                <a:gd name="connsiteX27" fmla="*/ 1061197 w 5890491"/>
                <a:gd name="connsiteY27" fmla="*/ 984650 h 6578439"/>
                <a:gd name="connsiteX28" fmla="*/ 3517682 w 5890491"/>
                <a:gd name="connsiteY28" fmla="*/ 0 h 65784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5890491" h="6578439">
                  <a:moveTo>
                    <a:pt x="3517682" y="0"/>
                  </a:moveTo>
                  <a:cubicBezTo>
                    <a:pt x="4402017" y="0"/>
                    <a:pt x="5213742" y="315483"/>
                    <a:pt x="5849513" y="841730"/>
                  </a:cubicBezTo>
                  <a:lnTo>
                    <a:pt x="5890491" y="879061"/>
                  </a:lnTo>
                  <a:lnTo>
                    <a:pt x="5890491" y="2034114"/>
                  </a:lnTo>
                  <a:lnTo>
                    <a:pt x="5757065" y="1854938"/>
                  </a:lnTo>
                  <a:cubicBezTo>
                    <a:pt x="5696443" y="1781264"/>
                    <a:pt x="5632076" y="1710299"/>
                    <a:pt x="5564060" y="1642182"/>
                  </a:cubicBezTo>
                  <a:cubicBezTo>
                    <a:pt x="5015393" y="1092636"/>
                    <a:pt x="4288592" y="790012"/>
                    <a:pt x="3517551" y="790012"/>
                  </a:cubicBezTo>
                  <a:cubicBezTo>
                    <a:pt x="2701750" y="790012"/>
                    <a:pt x="2131676" y="1015335"/>
                    <a:pt x="1611552" y="1543282"/>
                  </a:cubicBezTo>
                  <a:cubicBezTo>
                    <a:pt x="1435754" y="1721722"/>
                    <a:pt x="1375945" y="1822729"/>
                    <a:pt x="1340656" y="1897925"/>
                  </a:cubicBezTo>
                  <a:cubicBezTo>
                    <a:pt x="1289148" y="2007623"/>
                    <a:pt x="1252432" y="2155907"/>
                    <a:pt x="1201705" y="2361213"/>
                  </a:cubicBezTo>
                  <a:cubicBezTo>
                    <a:pt x="1133721" y="2635919"/>
                    <a:pt x="1040568" y="3012290"/>
                    <a:pt x="852705" y="3529176"/>
                  </a:cubicBezTo>
                  <a:cubicBezTo>
                    <a:pt x="749952" y="3811784"/>
                    <a:pt x="753584" y="4108747"/>
                    <a:pt x="863863" y="4437051"/>
                  </a:cubicBezTo>
                  <a:cubicBezTo>
                    <a:pt x="964800" y="4737438"/>
                    <a:pt x="1154869" y="5055603"/>
                    <a:pt x="1413569" y="5357174"/>
                  </a:cubicBezTo>
                  <a:cubicBezTo>
                    <a:pt x="1718326" y="5712343"/>
                    <a:pt x="2021008" y="5969404"/>
                    <a:pt x="2339129" y="6143367"/>
                  </a:cubicBezTo>
                  <a:cubicBezTo>
                    <a:pt x="2679565" y="6329577"/>
                    <a:pt x="3039591" y="6420049"/>
                    <a:pt x="3439449" y="6420049"/>
                  </a:cubicBezTo>
                  <a:cubicBezTo>
                    <a:pt x="4142246" y="6420049"/>
                    <a:pt x="4633828" y="5976251"/>
                    <a:pt x="5251388" y="5349009"/>
                  </a:cubicBezTo>
                  <a:cubicBezTo>
                    <a:pt x="5389949" y="5208364"/>
                    <a:pt x="5526047" y="5081677"/>
                    <a:pt x="5657731" y="4959205"/>
                  </a:cubicBezTo>
                  <a:cubicBezTo>
                    <a:pt x="5719520" y="4901722"/>
                    <a:pt x="5779200" y="4846206"/>
                    <a:pt x="5836127" y="4792052"/>
                  </a:cubicBezTo>
                  <a:lnTo>
                    <a:pt x="5890491" y="4738662"/>
                  </a:lnTo>
                  <a:lnTo>
                    <a:pt x="5890491" y="5821964"/>
                  </a:lnTo>
                  <a:lnTo>
                    <a:pt x="5802001" y="5907904"/>
                  </a:lnTo>
                  <a:cubicBezTo>
                    <a:pt x="5634962" y="6077456"/>
                    <a:pt x="5467509" y="6243625"/>
                    <a:pt x="5294358" y="6397505"/>
                  </a:cubicBezTo>
                  <a:lnTo>
                    <a:pt x="5077178" y="6578439"/>
                  </a:lnTo>
                  <a:lnTo>
                    <a:pt x="1567290" y="6578439"/>
                  </a:lnTo>
                  <a:lnTo>
                    <a:pt x="1508588" y="6535186"/>
                  </a:lnTo>
                  <a:cubicBezTo>
                    <a:pt x="1263991" y="6345442"/>
                    <a:pt x="1038054" y="6122666"/>
                    <a:pt x="826498" y="5876034"/>
                  </a:cubicBezTo>
                  <a:cubicBezTo>
                    <a:pt x="261613" y="5217713"/>
                    <a:pt x="-239182" y="4250314"/>
                    <a:pt x="122403" y="3255655"/>
                  </a:cubicBezTo>
                  <a:cubicBezTo>
                    <a:pt x="607497" y="1921629"/>
                    <a:pt x="393040" y="1662857"/>
                    <a:pt x="1061197" y="984650"/>
                  </a:cubicBezTo>
                  <a:cubicBezTo>
                    <a:pt x="1729484" y="306444"/>
                    <a:pt x="2498060" y="0"/>
                    <a:pt x="3517682" y="0"/>
                  </a:cubicBezTo>
                  <a:close/>
                </a:path>
              </a:pathLst>
            </a:custGeom>
            <a:gradFill flip="none" rotWithShape="1">
              <a:gsLst>
                <a:gs pos="2000">
                  <a:schemeClr val="bg1"/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ED519330-E5F1-4248-B58C-1AA0D9E6DAB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01024" y="52997"/>
              <a:ext cx="6093362" cy="6805004"/>
            </a:xfrm>
            <a:custGeom>
              <a:avLst/>
              <a:gdLst>
                <a:gd name="connsiteX0" fmla="*/ 5890490 w 5890490"/>
                <a:gd name="connsiteY0" fmla="*/ 5389037 h 6578439"/>
                <a:gd name="connsiteX1" fmla="*/ 5890490 w 5890490"/>
                <a:gd name="connsiteY1" fmla="*/ 5855587 h 6578439"/>
                <a:gd name="connsiteX2" fmla="*/ 5784593 w 5890490"/>
                <a:gd name="connsiteY2" fmla="*/ 5962054 h 6578439"/>
                <a:gd name="connsiteX3" fmla="*/ 5663414 w 5890490"/>
                <a:gd name="connsiteY3" fmla="*/ 6082564 h 6578439"/>
                <a:gd name="connsiteX4" fmla="*/ 5147099 w 5890490"/>
                <a:gd name="connsiteY4" fmla="*/ 6547726 h 6578439"/>
                <a:gd name="connsiteX5" fmla="*/ 5105015 w 5890490"/>
                <a:gd name="connsiteY5" fmla="*/ 6578439 h 6578439"/>
                <a:gd name="connsiteX6" fmla="*/ 4385601 w 5890490"/>
                <a:gd name="connsiteY6" fmla="*/ 6578439 h 6578439"/>
                <a:gd name="connsiteX7" fmla="*/ 4507252 w 5890490"/>
                <a:gd name="connsiteY7" fmla="*/ 6515968 h 6578439"/>
                <a:gd name="connsiteX8" fmla="*/ 4909330 w 5890490"/>
                <a:gd name="connsiteY8" fmla="*/ 6253453 h 6578439"/>
                <a:gd name="connsiteX9" fmla="*/ 5411374 w 5890490"/>
                <a:gd name="connsiteY9" fmla="*/ 5828544 h 6578439"/>
                <a:gd name="connsiteX10" fmla="*/ 5533570 w 5890490"/>
                <a:gd name="connsiteY10" fmla="*/ 5714534 h 6578439"/>
                <a:gd name="connsiteX11" fmla="*/ 5657425 w 5890490"/>
                <a:gd name="connsiteY11" fmla="*/ 5597650 h 6578439"/>
                <a:gd name="connsiteX12" fmla="*/ 3336813 w 5890490"/>
                <a:gd name="connsiteY12" fmla="*/ 499 h 6578439"/>
                <a:gd name="connsiteX13" fmla="*/ 3513674 w 5890490"/>
                <a:gd name="connsiteY13" fmla="*/ 1202 h 6578439"/>
                <a:gd name="connsiteX14" fmla="*/ 3602743 w 5890490"/>
                <a:gd name="connsiteY14" fmla="*/ 4827 h 6578439"/>
                <a:gd name="connsiteX15" fmla="*/ 3647213 w 5890490"/>
                <a:gd name="connsiteY15" fmla="*/ 6703 h 6578439"/>
                <a:gd name="connsiteX16" fmla="*/ 3691684 w 5890490"/>
                <a:gd name="connsiteY16" fmla="*/ 9453 h 6578439"/>
                <a:gd name="connsiteX17" fmla="*/ 3868927 w 5890490"/>
                <a:gd name="connsiteY17" fmla="*/ 27080 h 6578439"/>
                <a:gd name="connsiteX18" fmla="*/ 5200872 w 5890490"/>
                <a:gd name="connsiteY18" fmla="*/ 472240 h 6578439"/>
                <a:gd name="connsiteX19" fmla="*/ 5772711 w 5890490"/>
                <a:gd name="connsiteY19" fmla="*/ 866334 h 6578439"/>
                <a:gd name="connsiteX20" fmla="*/ 5890490 w 5890490"/>
                <a:gd name="connsiteY20" fmla="*/ 972426 h 6578439"/>
                <a:gd name="connsiteX21" fmla="*/ 5890490 w 5890490"/>
                <a:gd name="connsiteY21" fmla="*/ 1158576 h 6578439"/>
                <a:gd name="connsiteX22" fmla="*/ 5676045 w 5890490"/>
                <a:gd name="connsiteY22" fmla="*/ 986969 h 6578439"/>
                <a:gd name="connsiteX23" fmla="*/ 5103776 w 5890490"/>
                <a:gd name="connsiteY23" fmla="*/ 655879 h 6578439"/>
                <a:gd name="connsiteX24" fmla="*/ 4482465 w 5890490"/>
                <a:gd name="connsiteY24" fmla="*/ 440363 h 6578439"/>
                <a:gd name="connsiteX25" fmla="*/ 4402444 w 5890490"/>
                <a:gd name="connsiteY25" fmla="*/ 422111 h 6578439"/>
                <a:gd name="connsiteX26" fmla="*/ 4322423 w 5890490"/>
                <a:gd name="connsiteY26" fmla="*/ 404610 h 6578439"/>
                <a:gd name="connsiteX27" fmla="*/ 4241892 w 5890490"/>
                <a:gd name="connsiteY27" fmla="*/ 389858 h 6578439"/>
                <a:gd name="connsiteX28" fmla="*/ 4201627 w 5890490"/>
                <a:gd name="connsiteY28" fmla="*/ 382483 h 6578439"/>
                <a:gd name="connsiteX29" fmla="*/ 4161234 w 5890490"/>
                <a:gd name="connsiteY29" fmla="*/ 375857 h 6578439"/>
                <a:gd name="connsiteX30" fmla="*/ 3999280 w 5890490"/>
                <a:gd name="connsiteY30" fmla="*/ 353606 h 6578439"/>
                <a:gd name="connsiteX31" fmla="*/ 3836817 w 5890490"/>
                <a:gd name="connsiteY31" fmla="*/ 338480 h 6578439"/>
                <a:gd name="connsiteX32" fmla="*/ 3673972 w 5890490"/>
                <a:gd name="connsiteY32" fmla="*/ 330604 h 6578439"/>
                <a:gd name="connsiteX33" fmla="*/ 3511126 w 5890490"/>
                <a:gd name="connsiteY33" fmla="*/ 328978 h 6578439"/>
                <a:gd name="connsiteX34" fmla="*/ 3183142 w 5890490"/>
                <a:gd name="connsiteY34" fmla="*/ 342854 h 6578439"/>
                <a:gd name="connsiteX35" fmla="*/ 2541444 w 5890490"/>
                <a:gd name="connsiteY35" fmla="*/ 439988 h 6578439"/>
                <a:gd name="connsiteX36" fmla="*/ 1933895 w 5890490"/>
                <a:gd name="connsiteY36" fmla="*/ 650505 h 6578439"/>
                <a:gd name="connsiteX37" fmla="*/ 1378079 w 5890490"/>
                <a:gd name="connsiteY37" fmla="*/ 983905 h 6578439"/>
                <a:gd name="connsiteX38" fmla="*/ 1312967 w 5890490"/>
                <a:gd name="connsiteY38" fmla="*/ 1033660 h 6578439"/>
                <a:gd name="connsiteX39" fmla="*/ 1248364 w 5890490"/>
                <a:gd name="connsiteY39" fmla="*/ 1084413 h 6578439"/>
                <a:gd name="connsiteX40" fmla="*/ 1185163 w 5890490"/>
                <a:gd name="connsiteY40" fmla="*/ 1137168 h 6578439"/>
                <a:gd name="connsiteX41" fmla="*/ 1122852 w 5890490"/>
                <a:gd name="connsiteY41" fmla="*/ 1190922 h 6578439"/>
                <a:gd name="connsiteX42" fmla="*/ 892092 w 5890490"/>
                <a:gd name="connsiteY42" fmla="*/ 1421440 h 6578439"/>
                <a:gd name="connsiteX43" fmla="*/ 707202 w 5890490"/>
                <a:gd name="connsiteY43" fmla="*/ 1684212 h 6578439"/>
                <a:gd name="connsiteX44" fmla="*/ 670121 w 5890490"/>
                <a:gd name="connsiteY44" fmla="*/ 1756093 h 6578439"/>
                <a:gd name="connsiteX45" fmla="*/ 637630 w 5890490"/>
                <a:gd name="connsiteY45" fmla="*/ 1830724 h 6578439"/>
                <a:gd name="connsiteX46" fmla="*/ 607685 w 5890490"/>
                <a:gd name="connsiteY46" fmla="*/ 1907105 h 6578439"/>
                <a:gd name="connsiteX47" fmla="*/ 580034 w 5890490"/>
                <a:gd name="connsiteY47" fmla="*/ 1984986 h 6578439"/>
                <a:gd name="connsiteX48" fmla="*/ 481919 w 5890490"/>
                <a:gd name="connsiteY48" fmla="*/ 2304386 h 6578439"/>
                <a:gd name="connsiteX49" fmla="*/ 433881 w 5890490"/>
                <a:gd name="connsiteY49" fmla="*/ 2465399 h 6578439"/>
                <a:gd name="connsiteX50" fmla="*/ 384442 w 5890490"/>
                <a:gd name="connsiteY50" fmla="*/ 2626163 h 6578439"/>
                <a:gd name="connsiteX51" fmla="*/ 166039 w 5890490"/>
                <a:gd name="connsiteY51" fmla="*/ 3261338 h 6578439"/>
                <a:gd name="connsiteX52" fmla="*/ 56202 w 5890490"/>
                <a:gd name="connsiteY52" fmla="*/ 3910265 h 6578439"/>
                <a:gd name="connsiteX53" fmla="*/ 93664 w 5890490"/>
                <a:gd name="connsiteY53" fmla="*/ 4237292 h 6578439"/>
                <a:gd name="connsiteX54" fmla="*/ 111758 w 5890490"/>
                <a:gd name="connsiteY54" fmla="*/ 4317548 h 6578439"/>
                <a:gd name="connsiteX55" fmla="*/ 133038 w 5890490"/>
                <a:gd name="connsiteY55" fmla="*/ 4397054 h 6578439"/>
                <a:gd name="connsiteX56" fmla="*/ 157757 w 5890490"/>
                <a:gd name="connsiteY56" fmla="*/ 4475560 h 6578439"/>
                <a:gd name="connsiteX57" fmla="*/ 185153 w 5890490"/>
                <a:gd name="connsiteY57" fmla="*/ 4553066 h 6578439"/>
                <a:gd name="connsiteX58" fmla="*/ 493642 w 5890490"/>
                <a:gd name="connsiteY58" fmla="*/ 5132239 h 6578439"/>
                <a:gd name="connsiteX59" fmla="*/ 914391 w 5890490"/>
                <a:gd name="connsiteY59" fmla="*/ 5636528 h 6578439"/>
                <a:gd name="connsiteX60" fmla="*/ 1402034 w 5890490"/>
                <a:gd name="connsiteY60" fmla="*/ 6076188 h 6578439"/>
                <a:gd name="connsiteX61" fmla="*/ 1664397 w 5890490"/>
                <a:gd name="connsiteY61" fmla="*/ 6267079 h 6578439"/>
                <a:gd name="connsiteX62" fmla="*/ 1938992 w 5890490"/>
                <a:gd name="connsiteY62" fmla="*/ 6434343 h 6578439"/>
                <a:gd name="connsiteX63" fmla="*/ 2225931 w 5890490"/>
                <a:gd name="connsiteY63" fmla="*/ 6574322 h 6578439"/>
                <a:gd name="connsiteX64" fmla="*/ 2236328 w 5890490"/>
                <a:gd name="connsiteY64" fmla="*/ 6578439 h 6578439"/>
                <a:gd name="connsiteX65" fmla="*/ 1504665 w 5890490"/>
                <a:gd name="connsiteY65" fmla="*/ 6578439 h 6578439"/>
                <a:gd name="connsiteX66" fmla="*/ 1456827 w 5890490"/>
                <a:gd name="connsiteY66" fmla="*/ 6543476 h 6578439"/>
                <a:gd name="connsiteX67" fmla="*/ 1188475 w 5890490"/>
                <a:gd name="connsiteY67" fmla="*/ 6314083 h 6578439"/>
                <a:gd name="connsiteX68" fmla="*/ 721728 w 5890490"/>
                <a:gd name="connsiteY68" fmla="*/ 5798666 h 6578439"/>
                <a:gd name="connsiteX69" fmla="*/ 344175 w 5890490"/>
                <a:gd name="connsiteY69" fmla="*/ 5219495 h 6578439"/>
                <a:gd name="connsiteX70" fmla="*/ 87293 w 5890490"/>
                <a:gd name="connsiteY70" fmla="*/ 4583569 h 6578439"/>
                <a:gd name="connsiteX71" fmla="*/ 65886 w 5890490"/>
                <a:gd name="connsiteY71" fmla="*/ 4500813 h 6578439"/>
                <a:gd name="connsiteX72" fmla="*/ 47409 w 5890490"/>
                <a:gd name="connsiteY72" fmla="*/ 4417431 h 6578439"/>
                <a:gd name="connsiteX73" fmla="*/ 39000 w 5890490"/>
                <a:gd name="connsiteY73" fmla="*/ 4375677 h 6578439"/>
                <a:gd name="connsiteX74" fmla="*/ 31610 w 5890490"/>
                <a:gd name="connsiteY74" fmla="*/ 4333674 h 6578439"/>
                <a:gd name="connsiteX75" fmla="*/ 18868 w 5890490"/>
                <a:gd name="connsiteY75" fmla="*/ 4249417 h 6578439"/>
                <a:gd name="connsiteX76" fmla="*/ 646 w 5890490"/>
                <a:gd name="connsiteY76" fmla="*/ 3910265 h 6578439"/>
                <a:gd name="connsiteX77" fmla="*/ 130234 w 5890490"/>
                <a:gd name="connsiteY77" fmla="*/ 3248337 h 6578439"/>
                <a:gd name="connsiteX78" fmla="*/ 335383 w 5890490"/>
                <a:gd name="connsiteY78" fmla="*/ 2611911 h 6578439"/>
                <a:gd name="connsiteX79" fmla="*/ 487272 w 5890490"/>
                <a:gd name="connsiteY79" fmla="*/ 1958609 h 6578439"/>
                <a:gd name="connsiteX80" fmla="*/ 508550 w 5890490"/>
                <a:gd name="connsiteY80" fmla="*/ 1876227 h 6578439"/>
                <a:gd name="connsiteX81" fmla="*/ 531742 w 5890490"/>
                <a:gd name="connsiteY81" fmla="*/ 1793721 h 6578439"/>
                <a:gd name="connsiteX82" fmla="*/ 558245 w 5890490"/>
                <a:gd name="connsiteY82" fmla="*/ 1711465 h 6578439"/>
                <a:gd name="connsiteX83" fmla="*/ 590100 w 5890490"/>
                <a:gd name="connsiteY83" fmla="*/ 1630332 h 6578439"/>
                <a:gd name="connsiteX84" fmla="*/ 758680 w 5890490"/>
                <a:gd name="connsiteY84" fmla="*/ 1322433 h 6578439"/>
                <a:gd name="connsiteX85" fmla="*/ 976317 w 5890490"/>
                <a:gd name="connsiteY85" fmla="*/ 1049286 h 6578439"/>
                <a:gd name="connsiteX86" fmla="*/ 1035314 w 5890490"/>
                <a:gd name="connsiteY86" fmla="*/ 985406 h 6578439"/>
                <a:gd name="connsiteX87" fmla="*/ 1095329 w 5890490"/>
                <a:gd name="connsiteY87" fmla="*/ 922526 h 6578439"/>
                <a:gd name="connsiteX88" fmla="*/ 1157384 w 5890490"/>
                <a:gd name="connsiteY88" fmla="*/ 861271 h 6578439"/>
                <a:gd name="connsiteX89" fmla="*/ 1220841 w 5890490"/>
                <a:gd name="connsiteY89" fmla="*/ 801017 h 6578439"/>
                <a:gd name="connsiteX90" fmla="*/ 1286462 w 5890490"/>
                <a:gd name="connsiteY90" fmla="*/ 742886 h 6578439"/>
                <a:gd name="connsiteX91" fmla="*/ 1353233 w 5890490"/>
                <a:gd name="connsiteY91" fmla="*/ 685632 h 6578439"/>
                <a:gd name="connsiteX92" fmla="*/ 1369924 w 5890490"/>
                <a:gd name="connsiteY92" fmla="*/ 671256 h 6578439"/>
                <a:gd name="connsiteX93" fmla="*/ 1387380 w 5890490"/>
                <a:gd name="connsiteY93" fmla="*/ 657755 h 6578439"/>
                <a:gd name="connsiteX94" fmla="*/ 1422422 w 5890490"/>
                <a:gd name="connsiteY94" fmla="*/ 630877 h 6578439"/>
                <a:gd name="connsiteX95" fmla="*/ 1492759 w 5890490"/>
                <a:gd name="connsiteY95" fmla="*/ 577248 h 6578439"/>
                <a:gd name="connsiteX96" fmla="*/ 1528820 w 5890490"/>
                <a:gd name="connsiteY96" fmla="*/ 551496 h 6578439"/>
                <a:gd name="connsiteX97" fmla="*/ 1565390 w 5890490"/>
                <a:gd name="connsiteY97" fmla="*/ 526370 h 6578439"/>
                <a:gd name="connsiteX98" fmla="*/ 1639040 w 5890490"/>
                <a:gd name="connsiteY98" fmla="*/ 476490 h 6578439"/>
                <a:gd name="connsiteX99" fmla="*/ 1792075 w 5890490"/>
                <a:gd name="connsiteY99" fmla="*/ 384859 h 6578439"/>
                <a:gd name="connsiteX100" fmla="*/ 2455943 w 5890490"/>
                <a:gd name="connsiteY100" fmla="*/ 117836 h 6578439"/>
                <a:gd name="connsiteX101" fmla="*/ 3159952 w 5890490"/>
                <a:gd name="connsiteY101" fmla="*/ 7203 h 6578439"/>
                <a:gd name="connsiteX102" fmla="*/ 3336813 w 5890490"/>
                <a:gd name="connsiteY102" fmla="*/ 499 h 65784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</a:cxnLst>
              <a:rect l="l" t="t" r="r" b="b"/>
              <a:pathLst>
                <a:path w="5890490" h="6578439">
                  <a:moveTo>
                    <a:pt x="5890490" y="5389037"/>
                  </a:moveTo>
                  <a:lnTo>
                    <a:pt x="5890490" y="5855587"/>
                  </a:lnTo>
                  <a:lnTo>
                    <a:pt x="5784593" y="5962054"/>
                  </a:lnTo>
                  <a:cubicBezTo>
                    <a:pt x="5744454" y="6002308"/>
                    <a:pt x="5704062" y="6042436"/>
                    <a:pt x="5663414" y="6082564"/>
                  </a:cubicBezTo>
                  <a:cubicBezTo>
                    <a:pt x="5500314" y="6242577"/>
                    <a:pt x="5330970" y="6400714"/>
                    <a:pt x="5147099" y="6547726"/>
                  </a:cubicBezTo>
                  <a:lnTo>
                    <a:pt x="5105015" y="6578439"/>
                  </a:lnTo>
                  <a:lnTo>
                    <a:pt x="4385601" y="6578439"/>
                  </a:lnTo>
                  <a:lnTo>
                    <a:pt x="4507252" y="6515968"/>
                  </a:lnTo>
                  <a:cubicBezTo>
                    <a:pt x="4645901" y="6439679"/>
                    <a:pt x="4779837" y="6350961"/>
                    <a:pt x="4909330" y="6253453"/>
                  </a:cubicBezTo>
                  <a:cubicBezTo>
                    <a:pt x="5082369" y="6123567"/>
                    <a:pt x="5248145" y="5979180"/>
                    <a:pt x="5411374" y="5828544"/>
                  </a:cubicBezTo>
                  <a:cubicBezTo>
                    <a:pt x="5452149" y="5790791"/>
                    <a:pt x="5492924" y="5752788"/>
                    <a:pt x="5533570" y="5714534"/>
                  </a:cubicBezTo>
                  <a:lnTo>
                    <a:pt x="5657425" y="5597650"/>
                  </a:lnTo>
                  <a:close/>
                  <a:moveTo>
                    <a:pt x="3336813" y="499"/>
                  </a:moveTo>
                  <a:cubicBezTo>
                    <a:pt x="3395682" y="-392"/>
                    <a:pt x="3454550" y="-48"/>
                    <a:pt x="3513674" y="1202"/>
                  </a:cubicBezTo>
                  <a:lnTo>
                    <a:pt x="3602743" y="4827"/>
                  </a:lnTo>
                  <a:lnTo>
                    <a:pt x="3647213" y="6703"/>
                  </a:lnTo>
                  <a:cubicBezTo>
                    <a:pt x="3661994" y="7327"/>
                    <a:pt x="3676903" y="7703"/>
                    <a:pt x="3691684" y="9453"/>
                  </a:cubicBezTo>
                  <a:lnTo>
                    <a:pt x="3868927" y="27080"/>
                  </a:lnTo>
                  <a:cubicBezTo>
                    <a:pt x="4340645" y="85584"/>
                    <a:pt x="4795160" y="243221"/>
                    <a:pt x="5200872" y="472240"/>
                  </a:cubicBezTo>
                  <a:cubicBezTo>
                    <a:pt x="5403855" y="587124"/>
                    <a:pt x="5594988" y="719447"/>
                    <a:pt x="5772711" y="866334"/>
                  </a:cubicBezTo>
                  <a:lnTo>
                    <a:pt x="5890490" y="972426"/>
                  </a:lnTo>
                  <a:lnTo>
                    <a:pt x="5890490" y="1158576"/>
                  </a:lnTo>
                  <a:lnTo>
                    <a:pt x="5676045" y="986969"/>
                  </a:lnTo>
                  <a:cubicBezTo>
                    <a:pt x="5496587" y="857740"/>
                    <a:pt x="5304275" y="746699"/>
                    <a:pt x="5103776" y="655879"/>
                  </a:cubicBezTo>
                  <a:cubicBezTo>
                    <a:pt x="4903214" y="564747"/>
                    <a:pt x="4695006" y="492492"/>
                    <a:pt x="4482465" y="440363"/>
                  </a:cubicBezTo>
                  <a:lnTo>
                    <a:pt x="4402444" y="422111"/>
                  </a:lnTo>
                  <a:cubicBezTo>
                    <a:pt x="4375813" y="416111"/>
                    <a:pt x="4349436" y="408859"/>
                    <a:pt x="4322423" y="404610"/>
                  </a:cubicBezTo>
                  <a:lnTo>
                    <a:pt x="4241892" y="389858"/>
                  </a:lnTo>
                  <a:lnTo>
                    <a:pt x="4201627" y="382483"/>
                  </a:lnTo>
                  <a:cubicBezTo>
                    <a:pt x="4188248" y="379983"/>
                    <a:pt x="4174869" y="377483"/>
                    <a:pt x="4161234" y="375857"/>
                  </a:cubicBezTo>
                  <a:cubicBezTo>
                    <a:pt x="4107208" y="368482"/>
                    <a:pt x="4053308" y="360482"/>
                    <a:pt x="3999280" y="353606"/>
                  </a:cubicBezTo>
                  <a:cubicBezTo>
                    <a:pt x="3944999" y="348855"/>
                    <a:pt x="3890844" y="343854"/>
                    <a:pt x="3836817" y="338480"/>
                  </a:cubicBezTo>
                  <a:lnTo>
                    <a:pt x="3673972" y="330604"/>
                  </a:lnTo>
                  <a:cubicBezTo>
                    <a:pt x="3619690" y="329104"/>
                    <a:pt x="3565281" y="329604"/>
                    <a:pt x="3511126" y="328978"/>
                  </a:cubicBezTo>
                  <a:cubicBezTo>
                    <a:pt x="3402054" y="330728"/>
                    <a:pt x="3291706" y="334604"/>
                    <a:pt x="3183142" y="342854"/>
                  </a:cubicBezTo>
                  <a:cubicBezTo>
                    <a:pt x="2965505" y="358855"/>
                    <a:pt x="2750670" y="389733"/>
                    <a:pt x="2541444" y="439988"/>
                  </a:cubicBezTo>
                  <a:cubicBezTo>
                    <a:pt x="2332216" y="490117"/>
                    <a:pt x="2128850" y="559997"/>
                    <a:pt x="1933895" y="650505"/>
                  </a:cubicBezTo>
                  <a:cubicBezTo>
                    <a:pt x="1738939" y="741261"/>
                    <a:pt x="1553540" y="854146"/>
                    <a:pt x="1378079" y="983905"/>
                  </a:cubicBezTo>
                  <a:lnTo>
                    <a:pt x="1312967" y="1033660"/>
                  </a:lnTo>
                  <a:cubicBezTo>
                    <a:pt x="1291178" y="1050286"/>
                    <a:pt x="1269006" y="1066412"/>
                    <a:pt x="1248364" y="1084413"/>
                  </a:cubicBezTo>
                  <a:lnTo>
                    <a:pt x="1185163" y="1137168"/>
                  </a:lnTo>
                  <a:cubicBezTo>
                    <a:pt x="1164138" y="1154794"/>
                    <a:pt x="1142603" y="1172046"/>
                    <a:pt x="1122852" y="1190922"/>
                  </a:cubicBezTo>
                  <a:cubicBezTo>
                    <a:pt x="1041557" y="1264303"/>
                    <a:pt x="961663" y="1339309"/>
                    <a:pt x="892092" y="1421440"/>
                  </a:cubicBezTo>
                  <a:cubicBezTo>
                    <a:pt x="819589" y="1501822"/>
                    <a:pt x="759827" y="1590329"/>
                    <a:pt x="707202" y="1684212"/>
                  </a:cubicBezTo>
                  <a:cubicBezTo>
                    <a:pt x="694715" y="1708089"/>
                    <a:pt x="682227" y="1731841"/>
                    <a:pt x="670121" y="1756093"/>
                  </a:cubicBezTo>
                  <a:lnTo>
                    <a:pt x="637630" y="1830724"/>
                  </a:lnTo>
                  <a:cubicBezTo>
                    <a:pt x="626161" y="1855350"/>
                    <a:pt x="617624" y="1881603"/>
                    <a:pt x="607685" y="1907105"/>
                  </a:cubicBezTo>
                  <a:cubicBezTo>
                    <a:pt x="598128" y="1932857"/>
                    <a:pt x="588317" y="1958483"/>
                    <a:pt x="580034" y="1984986"/>
                  </a:cubicBezTo>
                  <a:cubicBezTo>
                    <a:pt x="544611" y="2089620"/>
                    <a:pt x="513393" y="2197128"/>
                    <a:pt x="481919" y="2304386"/>
                  </a:cubicBezTo>
                  <a:lnTo>
                    <a:pt x="433881" y="2465399"/>
                  </a:lnTo>
                  <a:lnTo>
                    <a:pt x="384442" y="2626163"/>
                  </a:lnTo>
                  <a:cubicBezTo>
                    <a:pt x="317672" y="2839680"/>
                    <a:pt x="243129" y="3050946"/>
                    <a:pt x="166039" y="3261338"/>
                  </a:cubicBezTo>
                  <a:cubicBezTo>
                    <a:pt x="88822" y="3468979"/>
                    <a:pt x="50850" y="3690248"/>
                    <a:pt x="56202" y="3910265"/>
                  </a:cubicBezTo>
                  <a:cubicBezTo>
                    <a:pt x="58495" y="4020274"/>
                    <a:pt x="71493" y="4129783"/>
                    <a:pt x="93664" y="4237292"/>
                  </a:cubicBezTo>
                  <a:cubicBezTo>
                    <a:pt x="99143" y="4264168"/>
                    <a:pt x="104623" y="4291045"/>
                    <a:pt x="111758" y="4317548"/>
                  </a:cubicBezTo>
                  <a:cubicBezTo>
                    <a:pt x="118384" y="4344176"/>
                    <a:pt x="124627" y="4370802"/>
                    <a:pt x="133038" y="4397054"/>
                  </a:cubicBezTo>
                  <a:cubicBezTo>
                    <a:pt x="140810" y="4423307"/>
                    <a:pt x="148456" y="4449683"/>
                    <a:pt x="157757" y="4475560"/>
                  </a:cubicBezTo>
                  <a:cubicBezTo>
                    <a:pt x="166549" y="4501562"/>
                    <a:pt x="175087" y="4527564"/>
                    <a:pt x="185153" y="4553066"/>
                  </a:cubicBezTo>
                  <a:cubicBezTo>
                    <a:pt x="262371" y="4758458"/>
                    <a:pt x="368895" y="4951974"/>
                    <a:pt x="493642" y="5132239"/>
                  </a:cubicBezTo>
                  <a:cubicBezTo>
                    <a:pt x="618389" y="5312627"/>
                    <a:pt x="760846" y="5480391"/>
                    <a:pt x="914391" y="5636528"/>
                  </a:cubicBezTo>
                  <a:cubicBezTo>
                    <a:pt x="1069081" y="5793166"/>
                    <a:pt x="1231544" y="5941677"/>
                    <a:pt x="1402034" y="6076188"/>
                  </a:cubicBezTo>
                  <a:cubicBezTo>
                    <a:pt x="1487535" y="6143320"/>
                    <a:pt x="1574565" y="6207574"/>
                    <a:pt x="1664397" y="6267079"/>
                  </a:cubicBezTo>
                  <a:cubicBezTo>
                    <a:pt x="1753592" y="6327459"/>
                    <a:pt x="1845336" y="6383088"/>
                    <a:pt x="1938992" y="6434343"/>
                  </a:cubicBezTo>
                  <a:cubicBezTo>
                    <a:pt x="2032647" y="6485659"/>
                    <a:pt x="2128309" y="6532600"/>
                    <a:pt x="2225931" y="6574322"/>
                  </a:cubicBezTo>
                  <a:lnTo>
                    <a:pt x="2236328" y="6578439"/>
                  </a:lnTo>
                  <a:lnTo>
                    <a:pt x="1504665" y="6578439"/>
                  </a:lnTo>
                  <a:lnTo>
                    <a:pt x="1456827" y="6543476"/>
                  </a:lnTo>
                  <a:cubicBezTo>
                    <a:pt x="1363554" y="6470595"/>
                    <a:pt x="1273848" y="6394340"/>
                    <a:pt x="1188475" y="6314083"/>
                  </a:cubicBezTo>
                  <a:cubicBezTo>
                    <a:pt x="1017856" y="6153445"/>
                    <a:pt x="863803" y="5979931"/>
                    <a:pt x="721728" y="5798666"/>
                  </a:cubicBezTo>
                  <a:cubicBezTo>
                    <a:pt x="579397" y="5616027"/>
                    <a:pt x="452103" y="5422511"/>
                    <a:pt x="344175" y="5219495"/>
                  </a:cubicBezTo>
                  <a:cubicBezTo>
                    <a:pt x="236505" y="5016354"/>
                    <a:pt x="147946" y="4803586"/>
                    <a:pt x="87293" y="4583569"/>
                  </a:cubicBezTo>
                  <a:cubicBezTo>
                    <a:pt x="79138" y="4556193"/>
                    <a:pt x="72639" y="4528440"/>
                    <a:pt x="65886" y="4500813"/>
                  </a:cubicBezTo>
                  <a:cubicBezTo>
                    <a:pt x="58751" y="4473311"/>
                    <a:pt x="53144" y="4445308"/>
                    <a:pt x="47409" y="4417431"/>
                  </a:cubicBezTo>
                  <a:cubicBezTo>
                    <a:pt x="44733" y="4403430"/>
                    <a:pt x="41294" y="4389679"/>
                    <a:pt x="39000" y="4375677"/>
                  </a:cubicBezTo>
                  <a:lnTo>
                    <a:pt x="31610" y="4333674"/>
                  </a:lnTo>
                  <a:cubicBezTo>
                    <a:pt x="26258" y="4305797"/>
                    <a:pt x="22563" y="4277544"/>
                    <a:pt x="18868" y="4249417"/>
                  </a:cubicBezTo>
                  <a:cubicBezTo>
                    <a:pt x="4214" y="4136784"/>
                    <a:pt x="-2158" y="4023275"/>
                    <a:pt x="646" y="3910265"/>
                  </a:cubicBezTo>
                  <a:cubicBezTo>
                    <a:pt x="5997" y="3683872"/>
                    <a:pt x="50596" y="3459605"/>
                    <a:pt x="130234" y="3248337"/>
                  </a:cubicBezTo>
                  <a:cubicBezTo>
                    <a:pt x="207961" y="3039196"/>
                    <a:pt x="278044" y="2827179"/>
                    <a:pt x="335383" y="2611911"/>
                  </a:cubicBezTo>
                  <a:cubicBezTo>
                    <a:pt x="393743" y="2396644"/>
                    <a:pt x="435792" y="2178627"/>
                    <a:pt x="487272" y="1958609"/>
                  </a:cubicBezTo>
                  <a:cubicBezTo>
                    <a:pt x="493259" y="1931107"/>
                    <a:pt x="501287" y="1903730"/>
                    <a:pt x="508550" y="1876227"/>
                  </a:cubicBezTo>
                  <a:cubicBezTo>
                    <a:pt x="516195" y="1848725"/>
                    <a:pt x="522312" y="1820972"/>
                    <a:pt x="531742" y="1793721"/>
                  </a:cubicBezTo>
                  <a:lnTo>
                    <a:pt x="558245" y="1711465"/>
                  </a:lnTo>
                  <a:cubicBezTo>
                    <a:pt x="568439" y="1684337"/>
                    <a:pt x="579652" y="1657459"/>
                    <a:pt x="590100" y="1630332"/>
                  </a:cubicBezTo>
                  <a:cubicBezTo>
                    <a:pt x="635080" y="1523075"/>
                    <a:pt x="690637" y="1417566"/>
                    <a:pt x="758680" y="1322433"/>
                  </a:cubicBezTo>
                  <a:cubicBezTo>
                    <a:pt x="824430" y="1225051"/>
                    <a:pt x="899610" y="1136168"/>
                    <a:pt x="976317" y="1049286"/>
                  </a:cubicBezTo>
                  <a:cubicBezTo>
                    <a:pt x="995049" y="1027035"/>
                    <a:pt x="1015436" y="1006533"/>
                    <a:pt x="1035314" y="985406"/>
                  </a:cubicBezTo>
                  <a:lnTo>
                    <a:pt x="1095329" y="922526"/>
                  </a:lnTo>
                  <a:cubicBezTo>
                    <a:pt x="1114953" y="901149"/>
                    <a:pt x="1136359" y="881397"/>
                    <a:pt x="1157384" y="861271"/>
                  </a:cubicBezTo>
                  <a:lnTo>
                    <a:pt x="1220841" y="801017"/>
                  </a:lnTo>
                  <a:cubicBezTo>
                    <a:pt x="1241610" y="780514"/>
                    <a:pt x="1264418" y="762014"/>
                    <a:pt x="1286462" y="742886"/>
                  </a:cubicBezTo>
                  <a:lnTo>
                    <a:pt x="1353233" y="685632"/>
                  </a:lnTo>
                  <a:lnTo>
                    <a:pt x="1369924" y="671256"/>
                  </a:lnTo>
                  <a:cubicBezTo>
                    <a:pt x="1375658" y="666631"/>
                    <a:pt x="1381520" y="662255"/>
                    <a:pt x="1387380" y="657755"/>
                  </a:cubicBezTo>
                  <a:lnTo>
                    <a:pt x="1422422" y="630877"/>
                  </a:lnTo>
                  <a:lnTo>
                    <a:pt x="1492759" y="577248"/>
                  </a:lnTo>
                  <a:cubicBezTo>
                    <a:pt x="1504355" y="567997"/>
                    <a:pt x="1516714" y="559997"/>
                    <a:pt x="1528820" y="551496"/>
                  </a:cubicBezTo>
                  <a:lnTo>
                    <a:pt x="1565390" y="526370"/>
                  </a:lnTo>
                  <a:lnTo>
                    <a:pt x="1639040" y="476490"/>
                  </a:lnTo>
                  <a:cubicBezTo>
                    <a:pt x="1689754" y="445613"/>
                    <a:pt x="1740723" y="414986"/>
                    <a:pt x="1792075" y="384859"/>
                  </a:cubicBezTo>
                  <a:cubicBezTo>
                    <a:pt x="2000282" y="268724"/>
                    <a:pt x="2224927" y="179467"/>
                    <a:pt x="2455943" y="117836"/>
                  </a:cubicBezTo>
                  <a:cubicBezTo>
                    <a:pt x="2687088" y="55957"/>
                    <a:pt x="2923964" y="21204"/>
                    <a:pt x="3159952" y="7203"/>
                  </a:cubicBezTo>
                  <a:cubicBezTo>
                    <a:pt x="3219076" y="3515"/>
                    <a:pt x="3277945" y="1389"/>
                    <a:pt x="3336813" y="499"/>
                  </a:cubicBezTo>
                  <a:close/>
                </a:path>
              </a:pathLst>
            </a:custGeom>
            <a:gradFill flip="none" rotWithShape="1"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5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cxnSp>
        <p:nvCxnSpPr>
          <p:cNvPr id="38" name="Conector recto de flecha 37">
            <a:extLst>
              <a:ext uri="{FF2B5EF4-FFF2-40B4-BE49-F238E27FC236}">
                <a16:creationId xmlns:a16="http://schemas.microsoft.com/office/drawing/2014/main" id="{ED486257-3152-4B1A-8663-0338FB48D0B9}"/>
              </a:ext>
            </a:extLst>
          </p:cNvPr>
          <p:cNvCxnSpPr>
            <a:cxnSpLocks/>
            <a:stCxn id="39" idx="3"/>
            <a:endCxn id="46" idx="1"/>
          </p:cNvCxnSpPr>
          <p:nvPr/>
        </p:nvCxnSpPr>
        <p:spPr>
          <a:xfrm flipV="1">
            <a:off x="5244466" y="2144121"/>
            <a:ext cx="1035988" cy="252"/>
          </a:xfrm>
          <a:prstGeom prst="straightConnector1">
            <a:avLst/>
          </a:prstGeom>
          <a:ln w="19050">
            <a:solidFill>
              <a:srgbClr val="FF0000"/>
            </a:solidFill>
            <a:headEnd type="stealth" w="lg" len="lg"/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Diagrama de flujo: proceso alternativo 38">
            <a:extLst>
              <a:ext uri="{FF2B5EF4-FFF2-40B4-BE49-F238E27FC236}">
                <a16:creationId xmlns:a16="http://schemas.microsoft.com/office/drawing/2014/main" id="{903DB649-B3B6-4244-9568-89F607CFB547}"/>
              </a:ext>
            </a:extLst>
          </p:cNvPr>
          <p:cNvSpPr/>
          <p:nvPr/>
        </p:nvSpPr>
        <p:spPr>
          <a:xfrm>
            <a:off x="507609" y="1141298"/>
            <a:ext cx="4736857" cy="2006149"/>
          </a:xfrm>
          <a:prstGeom prst="flowChartAlternateProcess">
            <a:avLst/>
          </a:prstGeom>
          <a:noFill/>
          <a:ln w="28575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133" b="1" dirty="0">
                <a:solidFill>
                  <a:schemeClr val="tx1"/>
                </a:solidFill>
              </a:rPr>
              <a:t>CREACIÓN ARCHIVO DE PARÁMETROS</a:t>
            </a:r>
          </a:p>
          <a:p>
            <a:pPr marL="457189" indent="-457189">
              <a:buFont typeface="Arial" panose="020B0604020202020204" pitchFamily="34" charset="0"/>
              <a:buChar char="•"/>
            </a:pPr>
            <a:r>
              <a:rPr lang="es-ES" sz="2133" dirty="0">
                <a:solidFill>
                  <a:schemeClr val="tx1"/>
                </a:solidFill>
              </a:rPr>
              <a:t>Definir espacio de parámetros.</a:t>
            </a:r>
          </a:p>
          <a:p>
            <a:pPr marL="457189" indent="-457189">
              <a:buFont typeface="Arial" panose="020B0604020202020204" pitchFamily="34" charset="0"/>
              <a:buChar char="•"/>
            </a:pPr>
            <a:r>
              <a:rPr lang="es-ES" sz="2133" dirty="0">
                <a:solidFill>
                  <a:schemeClr val="tx1"/>
                </a:solidFill>
              </a:rPr>
              <a:t>Creación del archivo de texto plano para correr una simulación.</a:t>
            </a:r>
          </a:p>
          <a:p>
            <a:pPr marL="457189" indent="-457189">
              <a:buFont typeface="Arial" panose="020B0604020202020204" pitchFamily="34" charset="0"/>
              <a:buChar char="•"/>
            </a:pPr>
            <a:r>
              <a:rPr lang="es-ES" dirty="0">
                <a:solidFill>
                  <a:schemeClr val="tx1"/>
                </a:solidFill>
              </a:rPr>
              <a:t>Introducción de archivos de entrada (datos muertes, hospitalización y UCI).</a:t>
            </a:r>
            <a:endParaRPr lang="es-ES" dirty="0">
              <a:solidFill>
                <a:schemeClr val="accent5"/>
              </a:solidFill>
            </a:endParaRPr>
          </a:p>
        </p:txBody>
      </p:sp>
      <p:sp>
        <p:nvSpPr>
          <p:cNvPr id="40" name="Diagrama de flujo: proceso alternativo 39">
            <a:extLst>
              <a:ext uri="{FF2B5EF4-FFF2-40B4-BE49-F238E27FC236}">
                <a16:creationId xmlns:a16="http://schemas.microsoft.com/office/drawing/2014/main" id="{E4CD14CC-FA7B-4175-9881-F59B1010A4D6}"/>
              </a:ext>
            </a:extLst>
          </p:cNvPr>
          <p:cNvSpPr/>
          <p:nvPr/>
        </p:nvSpPr>
        <p:spPr>
          <a:xfrm>
            <a:off x="804338" y="3710552"/>
            <a:ext cx="4143396" cy="1385505"/>
          </a:xfrm>
          <a:prstGeom prst="flowChartAlternateProcess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133" b="1" dirty="0">
                <a:solidFill>
                  <a:schemeClr val="tx1"/>
                </a:solidFill>
              </a:rPr>
              <a:t>POSPROCESAMIENTO DE DATOS</a:t>
            </a:r>
            <a:endParaRPr lang="es-ES" sz="2133" dirty="0">
              <a:solidFill>
                <a:schemeClr val="tx1"/>
              </a:solidFill>
            </a:endParaRPr>
          </a:p>
          <a:p>
            <a:pPr marL="380990" indent="-380990">
              <a:buFont typeface="Arial" panose="020B0604020202020204" pitchFamily="34" charset="0"/>
              <a:buChar char="•"/>
            </a:pPr>
            <a:r>
              <a:rPr lang="es-ES" sz="2133" dirty="0">
                <a:solidFill>
                  <a:schemeClr val="tx1"/>
                </a:solidFill>
              </a:rPr>
              <a:t>Análisis estadístico de datos.</a:t>
            </a:r>
          </a:p>
          <a:p>
            <a:pPr marL="380990" indent="-380990">
              <a:buFont typeface="Arial" panose="020B0604020202020204" pitchFamily="34" charset="0"/>
              <a:buChar char="•"/>
            </a:pPr>
            <a:r>
              <a:rPr lang="es-ES" sz="2133" dirty="0">
                <a:solidFill>
                  <a:schemeClr val="tx1"/>
                </a:solidFill>
              </a:rPr>
              <a:t>Gráficas.</a:t>
            </a:r>
          </a:p>
        </p:txBody>
      </p:sp>
      <p:cxnSp>
        <p:nvCxnSpPr>
          <p:cNvPr id="41" name="Conector recto de flecha 40">
            <a:extLst>
              <a:ext uri="{FF2B5EF4-FFF2-40B4-BE49-F238E27FC236}">
                <a16:creationId xmlns:a16="http://schemas.microsoft.com/office/drawing/2014/main" id="{D5A6E53E-740F-42B9-9A2C-6B8728DD1638}"/>
              </a:ext>
            </a:extLst>
          </p:cNvPr>
          <p:cNvCxnSpPr>
            <a:cxnSpLocks/>
            <a:stCxn id="42" idx="1"/>
            <a:endCxn id="40" idx="3"/>
          </p:cNvCxnSpPr>
          <p:nvPr/>
        </p:nvCxnSpPr>
        <p:spPr>
          <a:xfrm flipH="1">
            <a:off x="4947734" y="4403304"/>
            <a:ext cx="1332719" cy="1"/>
          </a:xfrm>
          <a:prstGeom prst="straightConnector1">
            <a:avLst/>
          </a:prstGeom>
          <a:ln w="19050">
            <a:solidFill>
              <a:schemeClr val="tx1"/>
            </a:solidFill>
            <a:headEnd type="stealth" w="lg" len="lg"/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Diagrama de flujo: proceso alternativo 41">
            <a:extLst>
              <a:ext uri="{FF2B5EF4-FFF2-40B4-BE49-F238E27FC236}">
                <a16:creationId xmlns:a16="http://schemas.microsoft.com/office/drawing/2014/main" id="{AE508FEC-29A4-4BF4-858C-21659EF58C13}"/>
              </a:ext>
            </a:extLst>
          </p:cNvPr>
          <p:cNvSpPr/>
          <p:nvPr/>
        </p:nvSpPr>
        <p:spPr>
          <a:xfrm>
            <a:off x="6280452" y="3710551"/>
            <a:ext cx="5234851" cy="1385504"/>
          </a:xfrm>
          <a:prstGeom prst="flowChartAlternateProcess">
            <a:avLst/>
          </a:prstGeom>
          <a:noFill/>
          <a:ln w="28575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133" b="1" dirty="0">
                <a:solidFill>
                  <a:schemeClr val="tx1"/>
                </a:solidFill>
              </a:rPr>
              <a:t>PROYECCIONES</a:t>
            </a:r>
          </a:p>
          <a:p>
            <a:pPr marL="380990" indent="-380990">
              <a:buFont typeface="Arial" panose="020B0604020202020204" pitchFamily="34" charset="0"/>
              <a:buChar char="•"/>
            </a:pPr>
            <a:r>
              <a:rPr lang="es-ES" sz="2133" dirty="0">
                <a:solidFill>
                  <a:schemeClr val="tx1"/>
                </a:solidFill>
              </a:rPr>
              <a:t>Definición de escenarios de proyección.</a:t>
            </a:r>
          </a:p>
          <a:p>
            <a:pPr marL="380990" indent="-380990">
              <a:buFont typeface="Arial" panose="020B0604020202020204" pitchFamily="34" charset="0"/>
              <a:buChar char="•"/>
            </a:pPr>
            <a:r>
              <a:rPr lang="es-ES" sz="2133" dirty="0">
                <a:solidFill>
                  <a:schemeClr val="tx1"/>
                </a:solidFill>
              </a:rPr>
              <a:t>Barrido de parámetros.</a:t>
            </a:r>
          </a:p>
          <a:p>
            <a:pPr marL="380990" indent="-380990">
              <a:buFont typeface="Arial" panose="020B0604020202020204" pitchFamily="34" charset="0"/>
              <a:buChar char="•"/>
            </a:pPr>
            <a:r>
              <a:rPr lang="es-ES" sz="2133" dirty="0">
                <a:solidFill>
                  <a:schemeClr val="tx1"/>
                </a:solidFill>
              </a:rPr>
              <a:t>Simulación de cada escenario </a:t>
            </a:r>
            <a:r>
              <a:rPr lang="es-ES" sz="2133" dirty="0">
                <a:solidFill>
                  <a:srgbClr val="FF0000"/>
                </a:solidFill>
              </a:rPr>
              <a:t>K </a:t>
            </a:r>
            <a:r>
              <a:rPr lang="es-ES" sz="2133" dirty="0">
                <a:solidFill>
                  <a:schemeClr val="tx1"/>
                </a:solidFill>
              </a:rPr>
              <a:t>veces.</a:t>
            </a:r>
            <a:endParaRPr lang="es-ES" sz="2133" dirty="0">
              <a:solidFill>
                <a:schemeClr val="accent5"/>
              </a:solidFill>
            </a:endParaRPr>
          </a:p>
        </p:txBody>
      </p:sp>
      <p:sp>
        <p:nvSpPr>
          <p:cNvPr id="44" name="Elipse 43">
            <a:extLst>
              <a:ext uri="{FF2B5EF4-FFF2-40B4-BE49-F238E27FC236}">
                <a16:creationId xmlns:a16="http://schemas.microsoft.com/office/drawing/2014/main" id="{961D87A3-B02E-4630-B9A6-1BA93B1B30A6}"/>
              </a:ext>
            </a:extLst>
          </p:cNvPr>
          <p:cNvSpPr/>
          <p:nvPr/>
        </p:nvSpPr>
        <p:spPr>
          <a:xfrm>
            <a:off x="5413147" y="2296466"/>
            <a:ext cx="720000" cy="720000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400" dirty="0"/>
              <a:t>1</a:t>
            </a:r>
            <a:endParaRPr lang="es-CO" sz="2400" dirty="0"/>
          </a:p>
        </p:txBody>
      </p:sp>
      <p:sp>
        <p:nvSpPr>
          <p:cNvPr id="45" name="Elipse 44">
            <a:extLst>
              <a:ext uri="{FF2B5EF4-FFF2-40B4-BE49-F238E27FC236}">
                <a16:creationId xmlns:a16="http://schemas.microsoft.com/office/drawing/2014/main" id="{F0332BFD-13AF-4863-A7B7-6257C1750D80}"/>
              </a:ext>
            </a:extLst>
          </p:cNvPr>
          <p:cNvSpPr/>
          <p:nvPr/>
        </p:nvSpPr>
        <p:spPr>
          <a:xfrm>
            <a:off x="5254093" y="4554828"/>
            <a:ext cx="720000" cy="7200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400" dirty="0"/>
              <a:t>2</a:t>
            </a:r>
            <a:endParaRPr lang="es-CO" sz="2400" dirty="0"/>
          </a:p>
        </p:txBody>
      </p:sp>
      <p:sp>
        <p:nvSpPr>
          <p:cNvPr id="46" name="Diagrama de flujo: proceso alternativo 45">
            <a:extLst>
              <a:ext uri="{FF2B5EF4-FFF2-40B4-BE49-F238E27FC236}">
                <a16:creationId xmlns:a16="http://schemas.microsoft.com/office/drawing/2014/main" id="{E72BA227-7AF5-4812-AEF9-8592FDFBA770}"/>
              </a:ext>
            </a:extLst>
          </p:cNvPr>
          <p:cNvSpPr/>
          <p:nvPr/>
        </p:nvSpPr>
        <p:spPr>
          <a:xfrm>
            <a:off x="6280454" y="1313157"/>
            <a:ext cx="5234849" cy="1661928"/>
          </a:xfrm>
          <a:prstGeom prst="flowChartAlternateProcess">
            <a:avLst/>
          </a:prstGeom>
          <a:noFill/>
          <a:ln w="28575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133" b="1" dirty="0">
                <a:solidFill>
                  <a:schemeClr val="tx1"/>
                </a:solidFill>
              </a:rPr>
              <a:t>CALIBRACIÓN DE PARÁMETROS</a:t>
            </a:r>
          </a:p>
          <a:p>
            <a:pPr marL="457189" indent="-457189">
              <a:buFont typeface="Arial" panose="020B0604020202020204" pitchFamily="34" charset="0"/>
              <a:buChar char="•"/>
            </a:pPr>
            <a:r>
              <a:rPr lang="es-ES" sz="2133" dirty="0">
                <a:solidFill>
                  <a:schemeClr val="tx1"/>
                </a:solidFill>
              </a:rPr>
              <a:t>Muestreo de parámetros.</a:t>
            </a:r>
          </a:p>
          <a:p>
            <a:pPr marL="457189" indent="-457189">
              <a:buFont typeface="Arial" panose="020B0604020202020204" pitchFamily="34" charset="0"/>
              <a:buChar char="•"/>
            </a:pPr>
            <a:r>
              <a:rPr lang="es-ES" sz="2133" dirty="0">
                <a:solidFill>
                  <a:schemeClr val="tx1"/>
                </a:solidFill>
              </a:rPr>
              <a:t>Barrido de parámetros.</a:t>
            </a:r>
          </a:p>
          <a:p>
            <a:pPr marL="457189" indent="-457189">
              <a:buFont typeface="Arial" panose="020B0604020202020204" pitchFamily="34" charset="0"/>
              <a:buChar char="•"/>
            </a:pPr>
            <a:r>
              <a:rPr lang="es-ES" sz="2133" dirty="0">
                <a:solidFill>
                  <a:schemeClr val="tx1"/>
                </a:solidFill>
              </a:rPr>
              <a:t>Simulación de </a:t>
            </a:r>
            <a:r>
              <a:rPr lang="es-ES" sz="2133" dirty="0">
                <a:solidFill>
                  <a:srgbClr val="FF0000"/>
                </a:solidFill>
              </a:rPr>
              <a:t>N</a:t>
            </a:r>
            <a:r>
              <a:rPr lang="es-ES" sz="2133" dirty="0">
                <a:solidFill>
                  <a:schemeClr val="tx1"/>
                </a:solidFill>
              </a:rPr>
              <a:t> simulaciones para calcular la máxima verosimilitud (MLE).</a:t>
            </a:r>
            <a:endParaRPr lang="es-ES" sz="2133" dirty="0">
              <a:solidFill>
                <a:schemeClr val="accent5"/>
              </a:solidFill>
            </a:endParaRPr>
          </a:p>
        </p:txBody>
      </p:sp>
      <p:cxnSp>
        <p:nvCxnSpPr>
          <p:cNvPr id="47" name="Conector recto de flecha 46">
            <a:extLst>
              <a:ext uri="{FF2B5EF4-FFF2-40B4-BE49-F238E27FC236}">
                <a16:creationId xmlns:a16="http://schemas.microsoft.com/office/drawing/2014/main" id="{1DFA5865-185D-4656-98AB-FB5865F66E08}"/>
              </a:ext>
            </a:extLst>
          </p:cNvPr>
          <p:cNvCxnSpPr>
            <a:cxnSpLocks/>
            <a:stCxn id="46" idx="2"/>
            <a:endCxn id="42" idx="0"/>
          </p:cNvCxnSpPr>
          <p:nvPr/>
        </p:nvCxnSpPr>
        <p:spPr>
          <a:xfrm flipH="1">
            <a:off x="8897878" y="2975085"/>
            <a:ext cx="1" cy="735466"/>
          </a:xfrm>
          <a:prstGeom prst="straightConnector1">
            <a:avLst/>
          </a:prstGeom>
          <a:ln w="19050">
            <a:solidFill>
              <a:srgbClr val="FF0000"/>
            </a:solidFill>
            <a:headEnd type="none" w="lg" len="lg"/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CuadroTexto 47">
            <a:extLst>
              <a:ext uri="{FF2B5EF4-FFF2-40B4-BE49-F238E27FC236}">
                <a16:creationId xmlns:a16="http://schemas.microsoft.com/office/drawing/2014/main" id="{432AB175-545C-4273-809B-F44B2BA89781}"/>
              </a:ext>
            </a:extLst>
          </p:cNvPr>
          <p:cNvSpPr txBox="1"/>
          <p:nvPr/>
        </p:nvSpPr>
        <p:spPr>
          <a:xfrm>
            <a:off x="507609" y="5485727"/>
            <a:ext cx="5772843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28594" indent="-228594">
              <a:buFont typeface="Arial" panose="020B0604020202020204" pitchFamily="34" charset="0"/>
              <a:buChar char="•"/>
            </a:pPr>
            <a:r>
              <a:rPr lang="es-ES" sz="1600" dirty="0"/>
              <a:t>Múltiples simulaciones (necesidad de clúster).</a:t>
            </a:r>
          </a:p>
          <a:p>
            <a:pPr marL="228594" indent="-228594">
              <a:buFont typeface="Arial" panose="020B0604020202020204" pitchFamily="34" charset="0"/>
              <a:buChar char="•"/>
            </a:pPr>
            <a:r>
              <a:rPr lang="es-ES" sz="1600" dirty="0"/>
              <a:t>Cada simulación puede consumir alrededor de </a:t>
            </a:r>
            <a:r>
              <a:rPr lang="es-ES" sz="1600" b="1" dirty="0"/>
              <a:t>2 horas</a:t>
            </a:r>
            <a:r>
              <a:rPr lang="es-ES" sz="1600" dirty="0"/>
              <a:t>.</a:t>
            </a:r>
          </a:p>
          <a:p>
            <a:pPr marL="228594" indent="-228594">
              <a:buFont typeface="Arial" panose="020B0604020202020204" pitchFamily="34" charset="0"/>
              <a:buChar char="•"/>
            </a:pPr>
            <a:r>
              <a:rPr lang="es-ES" sz="1600" dirty="0"/>
              <a:t>Cada simulación puede consumir hasta </a:t>
            </a:r>
            <a:r>
              <a:rPr lang="es-ES" sz="1600" b="1" dirty="0"/>
              <a:t>2 núcleos y 25 GB RAM.</a:t>
            </a:r>
          </a:p>
          <a:p>
            <a:pPr marL="228594" indent="-228594">
              <a:buFont typeface="Arial" panose="020B0604020202020204" pitchFamily="34" charset="0"/>
              <a:buChar char="•"/>
            </a:pPr>
            <a:r>
              <a:rPr lang="es-ES" sz="1600" dirty="0"/>
              <a:t>El proceso se hace de forma simultanea.</a:t>
            </a:r>
            <a:endParaRPr lang="es-CO" sz="1600" dirty="0"/>
          </a:p>
        </p:txBody>
      </p:sp>
      <p:sp>
        <p:nvSpPr>
          <p:cNvPr id="49" name="CuadroTexto 48">
            <a:extLst>
              <a:ext uri="{FF2B5EF4-FFF2-40B4-BE49-F238E27FC236}">
                <a16:creationId xmlns:a16="http://schemas.microsoft.com/office/drawing/2014/main" id="{1FF8EDF7-05D4-4BF2-A709-A4ACE584E333}"/>
              </a:ext>
            </a:extLst>
          </p:cNvPr>
          <p:cNvSpPr txBox="1"/>
          <p:nvPr/>
        </p:nvSpPr>
        <p:spPr>
          <a:xfrm>
            <a:off x="6892119" y="5731948"/>
            <a:ext cx="462318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600" dirty="0">
                <a:solidFill>
                  <a:srgbClr val="FF0000"/>
                </a:solidFill>
              </a:rPr>
              <a:t>Por limitaciones de tiempo no se explica a detalle como se construye cada tipo de modelo</a:t>
            </a:r>
            <a:endParaRPr lang="es-CO" sz="16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6871133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n 5" descr="Gráfico&#10;&#10;Descripción generada automáticamente">
            <a:extLst>
              <a:ext uri="{FF2B5EF4-FFF2-40B4-BE49-F238E27FC236}">
                <a16:creationId xmlns:a16="http://schemas.microsoft.com/office/drawing/2014/main" id="{3E77E672-CDD9-427D-8E39-51B97B1E578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371425"/>
            <a:ext cx="8206694" cy="4319313"/>
          </a:xfrm>
          <a:prstGeom prst="rect">
            <a:avLst/>
          </a:prstGeom>
        </p:spPr>
      </p:pic>
      <p:sp>
        <p:nvSpPr>
          <p:cNvPr id="3" name="Rectángulo 2">
            <a:extLst>
              <a:ext uri="{FF2B5EF4-FFF2-40B4-BE49-F238E27FC236}">
                <a16:creationId xmlns:a16="http://schemas.microsoft.com/office/drawing/2014/main" id="{94E2A0A4-0185-4237-901E-6EACF87237E6}"/>
              </a:ext>
            </a:extLst>
          </p:cNvPr>
          <p:cNvSpPr/>
          <p:nvPr/>
        </p:nvSpPr>
        <p:spPr>
          <a:xfrm>
            <a:off x="8206694" y="0"/>
            <a:ext cx="3985306" cy="6858000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D6BB52A3-8D21-4DFD-A837-ED32F0389A91}"/>
              </a:ext>
            </a:extLst>
          </p:cNvPr>
          <p:cNvSpPr txBox="1"/>
          <p:nvPr/>
        </p:nvSpPr>
        <p:spPr>
          <a:xfrm>
            <a:off x="8355662" y="2407696"/>
            <a:ext cx="3687370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28594" indent="-228594">
              <a:buFont typeface="Arial" panose="020B0604020202020204" pitchFamily="34" charset="0"/>
              <a:buChar char="•"/>
            </a:pPr>
            <a:r>
              <a:rPr lang="es-ES" sz="2000" dirty="0">
                <a:solidFill>
                  <a:schemeClr val="bg1"/>
                </a:solidFill>
              </a:rPr>
              <a:t>Proyección del estado basal del modelo </a:t>
            </a:r>
            <a:r>
              <a:rPr lang="es-ES" sz="2000" dirty="0" err="1">
                <a:solidFill>
                  <a:schemeClr val="bg1"/>
                </a:solidFill>
              </a:rPr>
              <a:t>Squire</a:t>
            </a:r>
            <a:r>
              <a:rPr lang="es-ES" sz="2000" dirty="0">
                <a:solidFill>
                  <a:schemeClr val="bg1"/>
                </a:solidFill>
              </a:rPr>
              <a:t> calibrado hasta el </a:t>
            </a:r>
            <a:r>
              <a:rPr lang="es-ES" sz="2000" b="1" dirty="0">
                <a:solidFill>
                  <a:schemeClr val="bg1"/>
                </a:solidFill>
              </a:rPr>
              <a:t>21 de junio de 2021.</a:t>
            </a:r>
          </a:p>
          <a:p>
            <a:pPr marL="228594" indent="-228594">
              <a:buFont typeface="Arial" panose="020B0604020202020204" pitchFamily="34" charset="0"/>
              <a:buChar char="•"/>
            </a:pPr>
            <a:r>
              <a:rPr lang="es-ES" sz="2000" dirty="0">
                <a:solidFill>
                  <a:schemeClr val="bg1"/>
                </a:solidFill>
              </a:rPr>
              <a:t>Este modelo se utiliza hasta finales de junio de 2021 por las limitaciones anteriormente mencionadas.</a:t>
            </a:r>
            <a:endParaRPr lang="es-CO" sz="2000" dirty="0">
              <a:solidFill>
                <a:schemeClr val="bg1"/>
              </a:solidFill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56368A20-7BBF-4424-88B1-617D54A72E1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206694" y="854845"/>
            <a:ext cx="3985306" cy="771177"/>
          </a:xfrm>
        </p:spPr>
        <p:txBody>
          <a:bodyPr>
            <a:normAutofit/>
          </a:bodyPr>
          <a:lstStyle/>
          <a:p>
            <a:r>
              <a:rPr lang="es-ES" sz="4400" b="1" i="0" dirty="0">
                <a:solidFill>
                  <a:schemeClr val="bg1"/>
                </a:solidFill>
                <a:effectLst/>
                <a:latin typeface="Helvetica Neue"/>
              </a:rPr>
              <a:t>Resultados</a:t>
            </a:r>
            <a:endParaRPr lang="es-CO" sz="4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447252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n 5">
            <a:extLst>
              <a:ext uri="{FF2B5EF4-FFF2-40B4-BE49-F238E27FC236}">
                <a16:creationId xmlns:a16="http://schemas.microsoft.com/office/drawing/2014/main" id="{3E77E672-CDD9-427D-8E39-51B97B1E578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1371425"/>
            <a:ext cx="8206694" cy="4319312"/>
          </a:xfrm>
          <a:prstGeom prst="rect">
            <a:avLst/>
          </a:prstGeom>
        </p:spPr>
      </p:pic>
      <p:sp>
        <p:nvSpPr>
          <p:cNvPr id="3" name="Rectángulo 2">
            <a:extLst>
              <a:ext uri="{FF2B5EF4-FFF2-40B4-BE49-F238E27FC236}">
                <a16:creationId xmlns:a16="http://schemas.microsoft.com/office/drawing/2014/main" id="{94E2A0A4-0185-4237-901E-6EACF87237E6}"/>
              </a:ext>
            </a:extLst>
          </p:cNvPr>
          <p:cNvSpPr/>
          <p:nvPr/>
        </p:nvSpPr>
        <p:spPr>
          <a:xfrm>
            <a:off x="8206694" y="0"/>
            <a:ext cx="3985306" cy="6858000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D6BB52A3-8D21-4DFD-A837-ED32F0389A91}"/>
              </a:ext>
            </a:extLst>
          </p:cNvPr>
          <p:cNvSpPr txBox="1"/>
          <p:nvPr/>
        </p:nvSpPr>
        <p:spPr>
          <a:xfrm>
            <a:off x="8355662" y="2407696"/>
            <a:ext cx="3687370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28594" indent="-228594">
              <a:buFont typeface="Arial" panose="020B0604020202020204" pitchFamily="34" charset="0"/>
              <a:buChar char="•"/>
            </a:pPr>
            <a:r>
              <a:rPr lang="es-ES" sz="2000" dirty="0">
                <a:solidFill>
                  <a:schemeClr val="bg1"/>
                </a:solidFill>
              </a:rPr>
              <a:t>Proyección del estado basal del modelo </a:t>
            </a:r>
            <a:r>
              <a:rPr lang="es-ES" sz="2000" dirty="0" err="1">
                <a:solidFill>
                  <a:schemeClr val="bg1"/>
                </a:solidFill>
              </a:rPr>
              <a:t>Squire</a:t>
            </a:r>
            <a:r>
              <a:rPr lang="es-ES" sz="2000" dirty="0">
                <a:solidFill>
                  <a:schemeClr val="bg1"/>
                </a:solidFill>
              </a:rPr>
              <a:t> calibrado hasta el </a:t>
            </a:r>
            <a:r>
              <a:rPr lang="es-ES" sz="2000" b="1" dirty="0">
                <a:solidFill>
                  <a:schemeClr val="bg1"/>
                </a:solidFill>
              </a:rPr>
              <a:t>21 de junio de 2021.</a:t>
            </a:r>
          </a:p>
          <a:p>
            <a:pPr marL="228594" indent="-228594">
              <a:buFont typeface="Arial" panose="020B0604020202020204" pitchFamily="34" charset="0"/>
              <a:buChar char="•"/>
            </a:pPr>
            <a:r>
              <a:rPr lang="es-ES" sz="2000" dirty="0">
                <a:solidFill>
                  <a:schemeClr val="bg1"/>
                </a:solidFill>
              </a:rPr>
              <a:t>Este modelo se utiliza hasta finales de junio de 2021 por las limitaciones anteriormente mencionadas.</a:t>
            </a:r>
            <a:endParaRPr lang="es-CO" sz="2000" dirty="0">
              <a:solidFill>
                <a:schemeClr val="bg1"/>
              </a:solidFill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56368A20-7BBF-4424-88B1-617D54A72E1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206694" y="854845"/>
            <a:ext cx="3985306" cy="771177"/>
          </a:xfrm>
        </p:spPr>
        <p:txBody>
          <a:bodyPr>
            <a:normAutofit/>
          </a:bodyPr>
          <a:lstStyle/>
          <a:p>
            <a:r>
              <a:rPr lang="es-ES" sz="4400" b="1" i="0" dirty="0">
                <a:solidFill>
                  <a:schemeClr val="bg1"/>
                </a:solidFill>
                <a:effectLst/>
                <a:latin typeface="Helvetica Neue"/>
              </a:rPr>
              <a:t>Resultados</a:t>
            </a:r>
            <a:endParaRPr lang="es-CO" sz="4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7354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n 5">
            <a:extLst>
              <a:ext uri="{FF2B5EF4-FFF2-40B4-BE49-F238E27FC236}">
                <a16:creationId xmlns:a16="http://schemas.microsoft.com/office/drawing/2014/main" id="{3E77E672-CDD9-427D-8E39-51B97B1E578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1632459"/>
            <a:ext cx="8172000" cy="3781193"/>
          </a:xfrm>
          <a:prstGeom prst="rect">
            <a:avLst/>
          </a:prstGeom>
        </p:spPr>
      </p:pic>
      <p:sp>
        <p:nvSpPr>
          <p:cNvPr id="3" name="Rectángulo 2">
            <a:extLst>
              <a:ext uri="{FF2B5EF4-FFF2-40B4-BE49-F238E27FC236}">
                <a16:creationId xmlns:a16="http://schemas.microsoft.com/office/drawing/2014/main" id="{94E2A0A4-0185-4237-901E-6EACF87237E6}"/>
              </a:ext>
            </a:extLst>
          </p:cNvPr>
          <p:cNvSpPr/>
          <p:nvPr/>
        </p:nvSpPr>
        <p:spPr>
          <a:xfrm>
            <a:off x="8206694" y="0"/>
            <a:ext cx="3985306" cy="6858000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D6BB52A3-8D21-4DFD-A837-ED32F0389A91}"/>
              </a:ext>
            </a:extLst>
          </p:cNvPr>
          <p:cNvSpPr txBox="1"/>
          <p:nvPr/>
        </p:nvSpPr>
        <p:spPr>
          <a:xfrm>
            <a:off x="8355662" y="2407696"/>
            <a:ext cx="3687370" cy="34778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28594" indent="-228594">
              <a:buFont typeface="Arial" panose="020B0604020202020204" pitchFamily="34" charset="0"/>
              <a:buChar char="•"/>
            </a:pPr>
            <a:r>
              <a:rPr lang="es-ES" sz="2000" dirty="0">
                <a:solidFill>
                  <a:schemeClr val="bg1"/>
                </a:solidFill>
              </a:rPr>
              <a:t>Proyección del modelo FRED calibrado hasta el </a:t>
            </a:r>
            <a:r>
              <a:rPr lang="es-ES" sz="2000" b="1" dirty="0">
                <a:solidFill>
                  <a:schemeClr val="bg1"/>
                </a:solidFill>
              </a:rPr>
              <a:t>14 de agosto de 2021.</a:t>
            </a:r>
          </a:p>
          <a:p>
            <a:pPr marL="228594" indent="-228594">
              <a:buFont typeface="Arial" panose="020B0604020202020204" pitchFamily="34" charset="0"/>
              <a:buChar char="•"/>
            </a:pPr>
            <a:r>
              <a:rPr lang="es-ES" sz="2000" dirty="0">
                <a:solidFill>
                  <a:schemeClr val="bg1"/>
                </a:solidFill>
              </a:rPr>
              <a:t>Este modelo se utiliza para las proyecciones más actuales de la ciudad donde se considera diferentes escenarios de la introducción de la variante delta posterior a discusión con expertos epidemiológicos y la alcaldía de Bogotá.</a:t>
            </a:r>
            <a:endParaRPr lang="es-CO" sz="2000" dirty="0">
              <a:solidFill>
                <a:schemeClr val="bg1"/>
              </a:solidFill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56368A20-7BBF-4424-88B1-617D54A72E1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206694" y="854845"/>
            <a:ext cx="3985306" cy="771177"/>
          </a:xfrm>
        </p:spPr>
        <p:txBody>
          <a:bodyPr>
            <a:normAutofit/>
          </a:bodyPr>
          <a:lstStyle/>
          <a:p>
            <a:r>
              <a:rPr lang="es-ES" sz="4400" b="1" i="0" dirty="0">
                <a:solidFill>
                  <a:schemeClr val="bg1"/>
                </a:solidFill>
                <a:effectLst/>
                <a:latin typeface="Helvetica Neue"/>
              </a:rPr>
              <a:t>Resultados</a:t>
            </a:r>
            <a:endParaRPr lang="es-CO" sz="4400" dirty="0">
              <a:solidFill>
                <a:schemeClr val="bg1"/>
              </a:solidFill>
            </a:endParaRP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BBA6C4BD-7225-4172-9870-C287D8511D00}"/>
              </a:ext>
            </a:extLst>
          </p:cNvPr>
          <p:cNvSpPr txBox="1"/>
          <p:nvPr/>
        </p:nvSpPr>
        <p:spPr>
          <a:xfrm>
            <a:off x="194800" y="5805298"/>
            <a:ext cx="781709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600" b="1" dirty="0"/>
              <a:t>ESCENARIO CON INTRODUCCIÓN DE LA VARIANTE DELTA DESDE EL 15 DE ABRIL DE 2021.</a:t>
            </a:r>
            <a:endParaRPr lang="es-CO" sz="1600" b="1" dirty="0"/>
          </a:p>
        </p:txBody>
      </p:sp>
    </p:spTree>
    <p:extLst>
      <p:ext uri="{BB962C8B-B14F-4D97-AF65-F5344CB8AC3E}">
        <p14:creationId xmlns:p14="http://schemas.microsoft.com/office/powerpoint/2010/main" val="740999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n 5">
            <a:extLst>
              <a:ext uri="{FF2B5EF4-FFF2-40B4-BE49-F238E27FC236}">
                <a16:creationId xmlns:a16="http://schemas.microsoft.com/office/drawing/2014/main" id="{3E77E672-CDD9-427D-8E39-51B97B1E578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1652464"/>
            <a:ext cx="8172000" cy="3741349"/>
          </a:xfrm>
          <a:prstGeom prst="rect">
            <a:avLst/>
          </a:prstGeom>
        </p:spPr>
      </p:pic>
      <p:sp>
        <p:nvSpPr>
          <p:cNvPr id="3" name="Rectángulo 2">
            <a:extLst>
              <a:ext uri="{FF2B5EF4-FFF2-40B4-BE49-F238E27FC236}">
                <a16:creationId xmlns:a16="http://schemas.microsoft.com/office/drawing/2014/main" id="{94E2A0A4-0185-4237-901E-6EACF87237E6}"/>
              </a:ext>
            </a:extLst>
          </p:cNvPr>
          <p:cNvSpPr/>
          <p:nvPr/>
        </p:nvSpPr>
        <p:spPr>
          <a:xfrm>
            <a:off x="8206694" y="0"/>
            <a:ext cx="3985306" cy="6858000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D6BB52A3-8D21-4DFD-A837-ED32F0389A91}"/>
              </a:ext>
            </a:extLst>
          </p:cNvPr>
          <p:cNvSpPr txBox="1"/>
          <p:nvPr/>
        </p:nvSpPr>
        <p:spPr>
          <a:xfrm>
            <a:off x="8355662" y="2407696"/>
            <a:ext cx="3687370" cy="34778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28594" indent="-228594">
              <a:buFont typeface="Arial" panose="020B0604020202020204" pitchFamily="34" charset="0"/>
              <a:buChar char="•"/>
            </a:pPr>
            <a:r>
              <a:rPr lang="es-ES" sz="2000" dirty="0">
                <a:solidFill>
                  <a:schemeClr val="bg1"/>
                </a:solidFill>
              </a:rPr>
              <a:t>Proyección del modelo FRED calibrado hasta el </a:t>
            </a:r>
            <a:r>
              <a:rPr lang="es-ES" sz="2000" b="1" dirty="0">
                <a:solidFill>
                  <a:schemeClr val="bg1"/>
                </a:solidFill>
              </a:rPr>
              <a:t>14 de agosto de 2021.</a:t>
            </a:r>
          </a:p>
          <a:p>
            <a:pPr marL="228594" indent="-228594">
              <a:buFont typeface="Arial" panose="020B0604020202020204" pitchFamily="34" charset="0"/>
              <a:buChar char="•"/>
            </a:pPr>
            <a:r>
              <a:rPr lang="es-ES" sz="2000" dirty="0">
                <a:solidFill>
                  <a:schemeClr val="bg1"/>
                </a:solidFill>
              </a:rPr>
              <a:t>Este modelo se utiliza para las proyecciones más actuales de la ciudad donde se considera diferentes escenarios de la introducción de la variante delta posterior a discusión con expertos epidemiológicos y la alcaldía de Bogotá.</a:t>
            </a:r>
            <a:endParaRPr lang="es-CO" sz="2000" dirty="0">
              <a:solidFill>
                <a:schemeClr val="bg1"/>
              </a:solidFill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56368A20-7BBF-4424-88B1-617D54A72E1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206694" y="854845"/>
            <a:ext cx="3985306" cy="771177"/>
          </a:xfrm>
        </p:spPr>
        <p:txBody>
          <a:bodyPr>
            <a:normAutofit/>
          </a:bodyPr>
          <a:lstStyle/>
          <a:p>
            <a:r>
              <a:rPr lang="es-ES" sz="4400" b="1" i="0" dirty="0">
                <a:solidFill>
                  <a:schemeClr val="bg1"/>
                </a:solidFill>
                <a:effectLst/>
                <a:latin typeface="Helvetica Neue"/>
              </a:rPr>
              <a:t>Resultados</a:t>
            </a:r>
            <a:endParaRPr lang="es-CO" sz="4400" dirty="0">
              <a:solidFill>
                <a:schemeClr val="bg1"/>
              </a:solidFill>
            </a:endParaRP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BBA6C4BD-7225-4172-9870-C287D8511D00}"/>
              </a:ext>
            </a:extLst>
          </p:cNvPr>
          <p:cNvSpPr txBox="1"/>
          <p:nvPr/>
        </p:nvSpPr>
        <p:spPr>
          <a:xfrm>
            <a:off x="194800" y="5805298"/>
            <a:ext cx="781709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600" b="1" dirty="0"/>
              <a:t>ESCENARIO CON INTRODUCCIÓN DE LA VARIANTE DELTA DESDE EL 15 DE MAYO DE 2021.</a:t>
            </a:r>
            <a:endParaRPr lang="es-CO" sz="1600" b="1" dirty="0"/>
          </a:p>
        </p:txBody>
      </p:sp>
    </p:spTree>
    <p:extLst>
      <p:ext uri="{BB962C8B-B14F-4D97-AF65-F5344CB8AC3E}">
        <p14:creationId xmlns:p14="http://schemas.microsoft.com/office/powerpoint/2010/main" val="655201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n 5">
            <a:extLst>
              <a:ext uri="{FF2B5EF4-FFF2-40B4-BE49-F238E27FC236}">
                <a16:creationId xmlns:a16="http://schemas.microsoft.com/office/drawing/2014/main" id="{3E77E672-CDD9-427D-8E39-51B97B1E578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1652464"/>
            <a:ext cx="8172000" cy="3741349"/>
          </a:xfrm>
          <a:prstGeom prst="rect">
            <a:avLst/>
          </a:prstGeom>
        </p:spPr>
      </p:pic>
      <p:sp>
        <p:nvSpPr>
          <p:cNvPr id="3" name="Rectángulo 2">
            <a:extLst>
              <a:ext uri="{FF2B5EF4-FFF2-40B4-BE49-F238E27FC236}">
                <a16:creationId xmlns:a16="http://schemas.microsoft.com/office/drawing/2014/main" id="{94E2A0A4-0185-4237-901E-6EACF87237E6}"/>
              </a:ext>
            </a:extLst>
          </p:cNvPr>
          <p:cNvSpPr/>
          <p:nvPr/>
        </p:nvSpPr>
        <p:spPr>
          <a:xfrm>
            <a:off x="8206694" y="0"/>
            <a:ext cx="3985306" cy="6858000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D6BB52A3-8D21-4DFD-A837-ED32F0389A91}"/>
              </a:ext>
            </a:extLst>
          </p:cNvPr>
          <p:cNvSpPr txBox="1"/>
          <p:nvPr/>
        </p:nvSpPr>
        <p:spPr>
          <a:xfrm>
            <a:off x="8355662" y="2407696"/>
            <a:ext cx="3687370" cy="34778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28594" indent="-228594">
              <a:buFont typeface="Arial" panose="020B0604020202020204" pitchFamily="34" charset="0"/>
              <a:buChar char="•"/>
            </a:pPr>
            <a:r>
              <a:rPr lang="es-ES" sz="2000" dirty="0">
                <a:solidFill>
                  <a:schemeClr val="bg1"/>
                </a:solidFill>
              </a:rPr>
              <a:t>Proyección del modelo FRED calibrado hasta el </a:t>
            </a:r>
            <a:r>
              <a:rPr lang="es-ES" sz="2000" b="1" dirty="0">
                <a:solidFill>
                  <a:schemeClr val="bg1"/>
                </a:solidFill>
              </a:rPr>
              <a:t>14 de agosto de 2021.</a:t>
            </a:r>
          </a:p>
          <a:p>
            <a:pPr marL="228594" indent="-228594">
              <a:buFont typeface="Arial" panose="020B0604020202020204" pitchFamily="34" charset="0"/>
              <a:buChar char="•"/>
            </a:pPr>
            <a:r>
              <a:rPr lang="es-ES" sz="2000" dirty="0">
                <a:solidFill>
                  <a:schemeClr val="bg1"/>
                </a:solidFill>
              </a:rPr>
              <a:t>Este modelo se utiliza para las proyecciones más actuales de la ciudad donde se considera diferentes escenarios de la introducción de la variante delta posterior a discusión con expertos epidemiológicos y la alcaldía de Bogotá.</a:t>
            </a:r>
            <a:endParaRPr lang="es-CO" sz="2000" dirty="0">
              <a:solidFill>
                <a:schemeClr val="bg1"/>
              </a:solidFill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56368A20-7BBF-4424-88B1-617D54A72E1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206694" y="854845"/>
            <a:ext cx="3985306" cy="771177"/>
          </a:xfrm>
        </p:spPr>
        <p:txBody>
          <a:bodyPr>
            <a:normAutofit/>
          </a:bodyPr>
          <a:lstStyle/>
          <a:p>
            <a:r>
              <a:rPr lang="es-ES" sz="4400" b="1" i="0" dirty="0">
                <a:solidFill>
                  <a:schemeClr val="bg1"/>
                </a:solidFill>
                <a:effectLst/>
                <a:latin typeface="Helvetica Neue"/>
              </a:rPr>
              <a:t>Resultados</a:t>
            </a:r>
            <a:endParaRPr lang="es-CO" sz="4400" dirty="0">
              <a:solidFill>
                <a:schemeClr val="bg1"/>
              </a:solidFill>
            </a:endParaRP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BBA6C4BD-7225-4172-9870-C287D8511D00}"/>
              </a:ext>
            </a:extLst>
          </p:cNvPr>
          <p:cNvSpPr txBox="1"/>
          <p:nvPr/>
        </p:nvSpPr>
        <p:spPr>
          <a:xfrm>
            <a:off x="194800" y="5805298"/>
            <a:ext cx="781709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600" b="1" dirty="0"/>
              <a:t>ESCENARIO CON INTRODUCCIÓN DE LA VARIANTE DELTA DESDE EL 15 DE JUNIO DE 2021.</a:t>
            </a:r>
            <a:endParaRPr lang="es-CO" sz="1600" b="1" dirty="0"/>
          </a:p>
        </p:txBody>
      </p:sp>
    </p:spTree>
    <p:extLst>
      <p:ext uri="{BB962C8B-B14F-4D97-AF65-F5344CB8AC3E}">
        <p14:creationId xmlns:p14="http://schemas.microsoft.com/office/powerpoint/2010/main" val="32664171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6368A20-7BBF-4424-88B1-617D54A72E1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81269" y="453887"/>
            <a:ext cx="10429461" cy="964095"/>
          </a:xfrm>
        </p:spPr>
        <p:txBody>
          <a:bodyPr>
            <a:normAutofit/>
          </a:bodyPr>
          <a:lstStyle/>
          <a:p>
            <a:r>
              <a:rPr lang="es-ES" b="1" i="0">
                <a:solidFill>
                  <a:srgbClr val="000000"/>
                </a:solidFill>
                <a:effectLst/>
                <a:latin typeface="Helvetica Neue"/>
              </a:rPr>
              <a:t>Referencias</a:t>
            </a:r>
            <a:endParaRPr lang="es-CO" dirty="0"/>
          </a:p>
        </p:txBody>
      </p:sp>
      <p:graphicFrame>
        <p:nvGraphicFramePr>
          <p:cNvPr id="6" name="CuadroTexto 3">
            <a:extLst>
              <a:ext uri="{FF2B5EF4-FFF2-40B4-BE49-F238E27FC236}">
                <a16:creationId xmlns:a16="http://schemas.microsoft.com/office/drawing/2014/main" id="{B367B523-5070-4447-8EF0-2D0A6C4260C6}"/>
              </a:ext>
            </a:extLst>
          </p:cNvPr>
          <p:cNvGraphicFramePr/>
          <p:nvPr/>
        </p:nvGraphicFramePr>
        <p:xfrm>
          <a:off x="323156" y="1516546"/>
          <a:ext cx="10987574" cy="452431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81610448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1D2FDE14-0A2E-433D-B891-CE6CCEC249C1}"/>
              </a:ext>
            </a:extLst>
          </p:cNvPr>
          <p:cNvSpPr txBox="1"/>
          <p:nvPr/>
        </p:nvSpPr>
        <p:spPr>
          <a:xfrm>
            <a:off x="1265582" y="1543868"/>
            <a:ext cx="9660835" cy="37702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3900" b="1" dirty="0"/>
              <a:t>Gracias</a:t>
            </a:r>
            <a:endParaRPr lang="es-CO" sz="23900" b="1" dirty="0"/>
          </a:p>
        </p:txBody>
      </p:sp>
    </p:spTree>
    <p:extLst>
      <p:ext uri="{BB962C8B-B14F-4D97-AF65-F5344CB8AC3E}">
        <p14:creationId xmlns:p14="http://schemas.microsoft.com/office/powerpoint/2010/main" val="3079840029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259</TotalTime>
  <Words>1441</Words>
  <Application>Microsoft Office PowerPoint</Application>
  <PresentationFormat>Panorámica</PresentationFormat>
  <Paragraphs>116</Paragraphs>
  <Slides>17</Slides>
  <Notes>0</Notes>
  <HiddenSlides>0</HiddenSlides>
  <MMClips>0</MMClips>
  <ScaleCrop>false</ScaleCrop>
  <HeadingPairs>
    <vt:vector size="8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Servidores OLE incrustados</vt:lpstr>
      </vt:variant>
      <vt:variant>
        <vt:i4>1</vt:i4>
      </vt:variant>
      <vt:variant>
        <vt:lpstr>Títulos de diapositiva</vt:lpstr>
      </vt:variant>
      <vt:variant>
        <vt:i4>17</vt:i4>
      </vt:variant>
    </vt:vector>
  </HeadingPairs>
  <TitlesOfParts>
    <vt:vector size="23" baseType="lpstr">
      <vt:lpstr>Arial</vt:lpstr>
      <vt:lpstr>Calibri</vt:lpstr>
      <vt:lpstr>Calibri Light</vt:lpstr>
      <vt:lpstr>Helvetica Neue</vt:lpstr>
      <vt:lpstr>Tema de Office</vt:lpstr>
      <vt:lpstr>Worksheet</vt:lpstr>
      <vt:lpstr>Estudio de recursos sanitarios de hospitalización general generados por la pandemia de SARS-CoV-2</vt:lpstr>
      <vt:lpstr>Introducción</vt:lpstr>
      <vt:lpstr>Presentación de PowerPoint</vt:lpstr>
      <vt:lpstr>Presentación de PowerPoint</vt:lpstr>
      <vt:lpstr>Presentación de PowerPoint</vt:lpstr>
      <vt:lpstr>Analítica de datos</vt:lpstr>
      <vt:lpstr>Analítica de datos</vt:lpstr>
      <vt:lpstr>Analítica de datos</vt:lpstr>
      <vt:lpstr>Presentación de PowerPoint</vt:lpstr>
      <vt:lpstr>Presentación de PowerPoint</vt:lpstr>
      <vt:lpstr>Resultados</vt:lpstr>
      <vt:lpstr>Resultados</vt:lpstr>
      <vt:lpstr>Resultados</vt:lpstr>
      <vt:lpstr>Resultados</vt:lpstr>
      <vt:lpstr>Resultados</vt:lpstr>
      <vt:lpstr>Referencias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Estudio de recursos sanitarios de hospitalización general generados por la pandemia de SARS-CoV-2</dc:title>
  <dc:creator>Felipe Segundo Abril Bermúdez</dc:creator>
  <cp:lastModifiedBy>Felipe Segundo Abril Bermúdez</cp:lastModifiedBy>
  <cp:revision>38</cp:revision>
  <dcterms:created xsi:type="dcterms:W3CDTF">2021-07-14T17:26:07Z</dcterms:created>
  <dcterms:modified xsi:type="dcterms:W3CDTF">2021-09-08T21:47:55Z</dcterms:modified>
</cp:coreProperties>
</file>