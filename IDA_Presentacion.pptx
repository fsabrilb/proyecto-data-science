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1" r:id="rId5"/>
    <p:sldId id="263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s-CO"/>
              <a:t>Hospitalización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>
        <c:manualLayout>
          <c:layoutTarget val="inner"/>
          <c:xMode val="edge"/>
          <c:yMode val="edge"/>
          <c:x val="5.6623070421282076E-2"/>
          <c:y val="9.3471094741785346E-2"/>
          <c:w val="0.89319453712353747"/>
          <c:h val="0.65525182624107492"/>
        </c:manualLayout>
      </c:layout>
      <c:scatterChart>
        <c:scatterStyle val="smoothMarker"/>
        <c:varyColors val="0"/>
        <c:ser>
          <c:idx val="0"/>
          <c:order val="0"/>
          <c:tx>
            <c:strRef>
              <c:f>Hosp!$B$1</c:f>
              <c:strCache>
                <c:ptCount val="1"/>
                <c:pt idx="0">
                  <c:v>hospital_disp</c:v>
                </c:pt>
              </c:strCache>
            </c:strRef>
          </c:tx>
          <c:spPr>
            <a:ln w="15875" cap="rnd">
              <a:solidFill>
                <a:schemeClr val="accent4">
                  <a:lumMod val="40000"/>
                  <a:lumOff val="60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square"/>
            <c:size val="3"/>
            <c:spPr>
              <a:solidFill>
                <a:schemeClr val="accent4">
                  <a:lumMod val="40000"/>
                  <a:lumOff val="60000"/>
                </a:schemeClr>
              </a:solidFill>
              <a:ln w="9525" cap="rnd">
                <a:solidFill>
                  <a:schemeClr val="accent4">
                    <a:lumMod val="50000"/>
                  </a:schemeClr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xVal>
            <c:numRef>
              <c:f>Hosp!$A$2:$A$426</c:f>
              <c:numCache>
                <c:formatCode>m/d/yyyy</c:formatCode>
                <c:ptCount val="425"/>
                <c:pt idx="0">
                  <c:v>43966</c:v>
                </c:pt>
                <c:pt idx="1">
                  <c:v>43967</c:v>
                </c:pt>
                <c:pt idx="2">
                  <c:v>43968</c:v>
                </c:pt>
                <c:pt idx="3">
                  <c:v>43969</c:v>
                </c:pt>
                <c:pt idx="4">
                  <c:v>43970</c:v>
                </c:pt>
                <c:pt idx="5">
                  <c:v>43971</c:v>
                </c:pt>
                <c:pt idx="6">
                  <c:v>43972</c:v>
                </c:pt>
                <c:pt idx="7">
                  <c:v>43973</c:v>
                </c:pt>
                <c:pt idx="8">
                  <c:v>43974</c:v>
                </c:pt>
                <c:pt idx="9">
                  <c:v>43975</c:v>
                </c:pt>
                <c:pt idx="10">
                  <c:v>43976</c:v>
                </c:pt>
                <c:pt idx="11">
                  <c:v>43977</c:v>
                </c:pt>
                <c:pt idx="12">
                  <c:v>43978</c:v>
                </c:pt>
                <c:pt idx="13">
                  <c:v>43979</c:v>
                </c:pt>
                <c:pt idx="14">
                  <c:v>43980</c:v>
                </c:pt>
                <c:pt idx="15">
                  <c:v>43981</c:v>
                </c:pt>
                <c:pt idx="16">
                  <c:v>43982</c:v>
                </c:pt>
                <c:pt idx="17">
                  <c:v>43983</c:v>
                </c:pt>
                <c:pt idx="18">
                  <c:v>43984</c:v>
                </c:pt>
                <c:pt idx="19">
                  <c:v>43985</c:v>
                </c:pt>
                <c:pt idx="20">
                  <c:v>43986</c:v>
                </c:pt>
                <c:pt idx="21">
                  <c:v>43987</c:v>
                </c:pt>
                <c:pt idx="22">
                  <c:v>43988</c:v>
                </c:pt>
                <c:pt idx="23">
                  <c:v>43989</c:v>
                </c:pt>
                <c:pt idx="24">
                  <c:v>43990</c:v>
                </c:pt>
                <c:pt idx="25">
                  <c:v>43991</c:v>
                </c:pt>
                <c:pt idx="26">
                  <c:v>43992</c:v>
                </c:pt>
                <c:pt idx="27">
                  <c:v>43993</c:v>
                </c:pt>
                <c:pt idx="28">
                  <c:v>43994</c:v>
                </c:pt>
                <c:pt idx="29">
                  <c:v>43995</c:v>
                </c:pt>
                <c:pt idx="30">
                  <c:v>43996</c:v>
                </c:pt>
                <c:pt idx="31">
                  <c:v>43997</c:v>
                </c:pt>
                <c:pt idx="32">
                  <c:v>43998</c:v>
                </c:pt>
                <c:pt idx="33">
                  <c:v>43999</c:v>
                </c:pt>
                <c:pt idx="34">
                  <c:v>44000</c:v>
                </c:pt>
                <c:pt idx="35">
                  <c:v>44001</c:v>
                </c:pt>
                <c:pt idx="36">
                  <c:v>44002</c:v>
                </c:pt>
                <c:pt idx="37">
                  <c:v>44003</c:v>
                </c:pt>
                <c:pt idx="38">
                  <c:v>44004</c:v>
                </c:pt>
                <c:pt idx="39">
                  <c:v>44005</c:v>
                </c:pt>
                <c:pt idx="40">
                  <c:v>44006</c:v>
                </c:pt>
                <c:pt idx="41">
                  <c:v>44007</c:v>
                </c:pt>
                <c:pt idx="42">
                  <c:v>44008</c:v>
                </c:pt>
                <c:pt idx="43">
                  <c:v>44009</c:v>
                </c:pt>
                <c:pt idx="44">
                  <c:v>44010</c:v>
                </c:pt>
                <c:pt idx="45">
                  <c:v>44011</c:v>
                </c:pt>
                <c:pt idx="46">
                  <c:v>44012</c:v>
                </c:pt>
                <c:pt idx="47">
                  <c:v>44013</c:v>
                </c:pt>
                <c:pt idx="48">
                  <c:v>44014</c:v>
                </c:pt>
                <c:pt idx="49">
                  <c:v>44015</c:v>
                </c:pt>
                <c:pt idx="50">
                  <c:v>44016</c:v>
                </c:pt>
                <c:pt idx="51">
                  <c:v>44017</c:v>
                </c:pt>
                <c:pt idx="52">
                  <c:v>44018</c:v>
                </c:pt>
                <c:pt idx="53">
                  <c:v>44019</c:v>
                </c:pt>
                <c:pt idx="54">
                  <c:v>44020</c:v>
                </c:pt>
                <c:pt idx="55">
                  <c:v>44021</c:v>
                </c:pt>
                <c:pt idx="56">
                  <c:v>44022</c:v>
                </c:pt>
                <c:pt idx="57">
                  <c:v>44023</c:v>
                </c:pt>
                <c:pt idx="58">
                  <c:v>44024</c:v>
                </c:pt>
                <c:pt idx="59">
                  <c:v>44025</c:v>
                </c:pt>
                <c:pt idx="60">
                  <c:v>44026</c:v>
                </c:pt>
                <c:pt idx="61">
                  <c:v>44027</c:v>
                </c:pt>
                <c:pt idx="62">
                  <c:v>44028</c:v>
                </c:pt>
                <c:pt idx="63">
                  <c:v>44029</c:v>
                </c:pt>
                <c:pt idx="64">
                  <c:v>44030</c:v>
                </c:pt>
                <c:pt idx="65">
                  <c:v>44031</c:v>
                </c:pt>
                <c:pt idx="66">
                  <c:v>44032</c:v>
                </c:pt>
                <c:pt idx="67">
                  <c:v>44033</c:v>
                </c:pt>
                <c:pt idx="68">
                  <c:v>44034</c:v>
                </c:pt>
                <c:pt idx="69">
                  <c:v>44035</c:v>
                </c:pt>
                <c:pt idx="70">
                  <c:v>44036</c:v>
                </c:pt>
                <c:pt idx="71">
                  <c:v>44037</c:v>
                </c:pt>
                <c:pt idx="72">
                  <c:v>44038</c:v>
                </c:pt>
                <c:pt idx="73">
                  <c:v>44039</c:v>
                </c:pt>
                <c:pt idx="74">
                  <c:v>44040</c:v>
                </c:pt>
                <c:pt idx="75">
                  <c:v>44041</c:v>
                </c:pt>
                <c:pt idx="76">
                  <c:v>44042</c:v>
                </c:pt>
                <c:pt idx="77">
                  <c:v>44043</c:v>
                </c:pt>
                <c:pt idx="78">
                  <c:v>44044</c:v>
                </c:pt>
                <c:pt idx="79">
                  <c:v>44045</c:v>
                </c:pt>
                <c:pt idx="80">
                  <c:v>44046</c:v>
                </c:pt>
                <c:pt idx="81">
                  <c:v>44047</c:v>
                </c:pt>
                <c:pt idx="82">
                  <c:v>44048</c:v>
                </c:pt>
                <c:pt idx="83">
                  <c:v>44049</c:v>
                </c:pt>
                <c:pt idx="84">
                  <c:v>44050</c:v>
                </c:pt>
                <c:pt idx="85">
                  <c:v>44051</c:v>
                </c:pt>
                <c:pt idx="86">
                  <c:v>44052</c:v>
                </c:pt>
                <c:pt idx="87">
                  <c:v>44053</c:v>
                </c:pt>
                <c:pt idx="88">
                  <c:v>44054</c:v>
                </c:pt>
                <c:pt idx="89">
                  <c:v>44055</c:v>
                </c:pt>
                <c:pt idx="90">
                  <c:v>44056</c:v>
                </c:pt>
                <c:pt idx="91">
                  <c:v>44057</c:v>
                </c:pt>
                <c:pt idx="92">
                  <c:v>44058</c:v>
                </c:pt>
                <c:pt idx="93">
                  <c:v>44059</c:v>
                </c:pt>
                <c:pt idx="94">
                  <c:v>44060</c:v>
                </c:pt>
                <c:pt idx="95">
                  <c:v>44061</c:v>
                </c:pt>
                <c:pt idx="96">
                  <c:v>44062</c:v>
                </c:pt>
                <c:pt idx="97">
                  <c:v>44063</c:v>
                </c:pt>
                <c:pt idx="98">
                  <c:v>44064</c:v>
                </c:pt>
                <c:pt idx="99">
                  <c:v>44065</c:v>
                </c:pt>
                <c:pt idx="100">
                  <c:v>44066</c:v>
                </c:pt>
                <c:pt idx="101">
                  <c:v>44067</c:v>
                </c:pt>
                <c:pt idx="102">
                  <c:v>44068</c:v>
                </c:pt>
                <c:pt idx="103">
                  <c:v>44069</c:v>
                </c:pt>
                <c:pt idx="104">
                  <c:v>44070</c:v>
                </c:pt>
                <c:pt idx="105">
                  <c:v>44071</c:v>
                </c:pt>
                <c:pt idx="106">
                  <c:v>44072</c:v>
                </c:pt>
                <c:pt idx="107">
                  <c:v>44073</c:v>
                </c:pt>
                <c:pt idx="108">
                  <c:v>44074</c:v>
                </c:pt>
                <c:pt idx="109">
                  <c:v>44075</c:v>
                </c:pt>
                <c:pt idx="110">
                  <c:v>44076</c:v>
                </c:pt>
                <c:pt idx="111">
                  <c:v>44077</c:v>
                </c:pt>
                <c:pt idx="112">
                  <c:v>44078</c:v>
                </c:pt>
                <c:pt idx="113">
                  <c:v>44079</c:v>
                </c:pt>
                <c:pt idx="114">
                  <c:v>44080</c:v>
                </c:pt>
                <c:pt idx="115">
                  <c:v>44081</c:v>
                </c:pt>
                <c:pt idx="116">
                  <c:v>44082</c:v>
                </c:pt>
                <c:pt idx="117">
                  <c:v>44083</c:v>
                </c:pt>
                <c:pt idx="118">
                  <c:v>44084</c:v>
                </c:pt>
                <c:pt idx="119">
                  <c:v>44085</c:v>
                </c:pt>
                <c:pt idx="120">
                  <c:v>44086</c:v>
                </c:pt>
                <c:pt idx="121">
                  <c:v>44087</c:v>
                </c:pt>
                <c:pt idx="122">
                  <c:v>44088</c:v>
                </c:pt>
                <c:pt idx="123">
                  <c:v>44089</c:v>
                </c:pt>
                <c:pt idx="124">
                  <c:v>44090</c:v>
                </c:pt>
                <c:pt idx="125">
                  <c:v>44091</c:v>
                </c:pt>
                <c:pt idx="126">
                  <c:v>44092</c:v>
                </c:pt>
                <c:pt idx="127">
                  <c:v>44093</c:v>
                </c:pt>
                <c:pt idx="128">
                  <c:v>44094</c:v>
                </c:pt>
                <c:pt idx="129">
                  <c:v>44095</c:v>
                </c:pt>
                <c:pt idx="130">
                  <c:v>44096</c:v>
                </c:pt>
                <c:pt idx="131">
                  <c:v>44097</c:v>
                </c:pt>
                <c:pt idx="132">
                  <c:v>44098</c:v>
                </c:pt>
                <c:pt idx="133">
                  <c:v>44099</c:v>
                </c:pt>
                <c:pt idx="134">
                  <c:v>44100</c:v>
                </c:pt>
                <c:pt idx="135">
                  <c:v>44101</c:v>
                </c:pt>
                <c:pt idx="136">
                  <c:v>44102</c:v>
                </c:pt>
                <c:pt idx="137">
                  <c:v>44103</c:v>
                </c:pt>
                <c:pt idx="138">
                  <c:v>44104</c:v>
                </c:pt>
                <c:pt idx="139">
                  <c:v>44105</c:v>
                </c:pt>
                <c:pt idx="140">
                  <c:v>44106</c:v>
                </c:pt>
                <c:pt idx="141">
                  <c:v>44107</c:v>
                </c:pt>
                <c:pt idx="142">
                  <c:v>44108</c:v>
                </c:pt>
                <c:pt idx="143">
                  <c:v>44109</c:v>
                </c:pt>
                <c:pt idx="144">
                  <c:v>44110</c:v>
                </c:pt>
                <c:pt idx="145">
                  <c:v>44111</c:v>
                </c:pt>
                <c:pt idx="146">
                  <c:v>44112</c:v>
                </c:pt>
                <c:pt idx="147">
                  <c:v>44113</c:v>
                </c:pt>
                <c:pt idx="148">
                  <c:v>44114</c:v>
                </c:pt>
                <c:pt idx="149">
                  <c:v>44115</c:v>
                </c:pt>
                <c:pt idx="150">
                  <c:v>44116</c:v>
                </c:pt>
                <c:pt idx="151">
                  <c:v>44117</c:v>
                </c:pt>
                <c:pt idx="152">
                  <c:v>44118</c:v>
                </c:pt>
                <c:pt idx="153">
                  <c:v>44119</c:v>
                </c:pt>
                <c:pt idx="154">
                  <c:v>44120</c:v>
                </c:pt>
                <c:pt idx="155">
                  <c:v>44121</c:v>
                </c:pt>
                <c:pt idx="156">
                  <c:v>44122</c:v>
                </c:pt>
                <c:pt idx="157">
                  <c:v>44123</c:v>
                </c:pt>
                <c:pt idx="158">
                  <c:v>44124</c:v>
                </c:pt>
                <c:pt idx="159">
                  <c:v>44125</c:v>
                </c:pt>
                <c:pt idx="160">
                  <c:v>44126</c:v>
                </c:pt>
                <c:pt idx="161">
                  <c:v>44127</c:v>
                </c:pt>
                <c:pt idx="162">
                  <c:v>44128</c:v>
                </c:pt>
                <c:pt idx="163">
                  <c:v>44129</c:v>
                </c:pt>
                <c:pt idx="164">
                  <c:v>44130</c:v>
                </c:pt>
                <c:pt idx="165">
                  <c:v>44131</c:v>
                </c:pt>
                <c:pt idx="166">
                  <c:v>44132</c:v>
                </c:pt>
                <c:pt idx="167">
                  <c:v>44133</c:v>
                </c:pt>
                <c:pt idx="168">
                  <c:v>44134</c:v>
                </c:pt>
                <c:pt idx="169">
                  <c:v>44135</c:v>
                </c:pt>
                <c:pt idx="170">
                  <c:v>44136</c:v>
                </c:pt>
                <c:pt idx="171">
                  <c:v>44137</c:v>
                </c:pt>
                <c:pt idx="172">
                  <c:v>44138</c:v>
                </c:pt>
                <c:pt idx="173">
                  <c:v>44139</c:v>
                </c:pt>
                <c:pt idx="174">
                  <c:v>44140</c:v>
                </c:pt>
                <c:pt idx="175">
                  <c:v>44141</c:v>
                </c:pt>
                <c:pt idx="176">
                  <c:v>44142</c:v>
                </c:pt>
                <c:pt idx="177">
                  <c:v>44143</c:v>
                </c:pt>
                <c:pt idx="178">
                  <c:v>44144</c:v>
                </c:pt>
                <c:pt idx="179">
                  <c:v>44145</c:v>
                </c:pt>
                <c:pt idx="180">
                  <c:v>44146</c:v>
                </c:pt>
                <c:pt idx="181">
                  <c:v>44147</c:v>
                </c:pt>
                <c:pt idx="182">
                  <c:v>44148</c:v>
                </c:pt>
                <c:pt idx="183">
                  <c:v>44149</c:v>
                </c:pt>
                <c:pt idx="184">
                  <c:v>44150</c:v>
                </c:pt>
                <c:pt idx="185">
                  <c:v>44151</c:v>
                </c:pt>
                <c:pt idx="186">
                  <c:v>44152</c:v>
                </c:pt>
                <c:pt idx="187">
                  <c:v>44153</c:v>
                </c:pt>
                <c:pt idx="188">
                  <c:v>44154</c:v>
                </c:pt>
                <c:pt idx="189">
                  <c:v>44155</c:v>
                </c:pt>
                <c:pt idx="190">
                  <c:v>44156</c:v>
                </c:pt>
                <c:pt idx="191">
                  <c:v>44157</c:v>
                </c:pt>
                <c:pt idx="192">
                  <c:v>44158</c:v>
                </c:pt>
                <c:pt idx="193">
                  <c:v>44159</c:v>
                </c:pt>
                <c:pt idx="194">
                  <c:v>44160</c:v>
                </c:pt>
                <c:pt idx="195">
                  <c:v>44161</c:v>
                </c:pt>
                <c:pt idx="196">
                  <c:v>44162</c:v>
                </c:pt>
                <c:pt idx="197">
                  <c:v>44163</c:v>
                </c:pt>
                <c:pt idx="198">
                  <c:v>44164</c:v>
                </c:pt>
                <c:pt idx="199">
                  <c:v>44165</c:v>
                </c:pt>
                <c:pt idx="200">
                  <c:v>44166</c:v>
                </c:pt>
                <c:pt idx="201">
                  <c:v>44167</c:v>
                </c:pt>
                <c:pt idx="202">
                  <c:v>44168</c:v>
                </c:pt>
                <c:pt idx="203">
                  <c:v>44169</c:v>
                </c:pt>
                <c:pt idx="204">
                  <c:v>44170</c:v>
                </c:pt>
                <c:pt idx="205">
                  <c:v>44171</c:v>
                </c:pt>
                <c:pt idx="206">
                  <c:v>44172</c:v>
                </c:pt>
                <c:pt idx="207">
                  <c:v>44173</c:v>
                </c:pt>
                <c:pt idx="208">
                  <c:v>44174</c:v>
                </c:pt>
                <c:pt idx="209">
                  <c:v>44175</c:v>
                </c:pt>
                <c:pt idx="210">
                  <c:v>44176</c:v>
                </c:pt>
                <c:pt idx="211">
                  <c:v>44177</c:v>
                </c:pt>
                <c:pt idx="212">
                  <c:v>44178</c:v>
                </c:pt>
                <c:pt idx="213">
                  <c:v>44179</c:v>
                </c:pt>
                <c:pt idx="214">
                  <c:v>44180</c:v>
                </c:pt>
                <c:pt idx="215">
                  <c:v>44181</c:v>
                </c:pt>
                <c:pt idx="216">
                  <c:v>44182</c:v>
                </c:pt>
                <c:pt idx="217">
                  <c:v>44183</c:v>
                </c:pt>
                <c:pt idx="218">
                  <c:v>44184</c:v>
                </c:pt>
                <c:pt idx="219">
                  <c:v>44185</c:v>
                </c:pt>
                <c:pt idx="220">
                  <c:v>44186</c:v>
                </c:pt>
                <c:pt idx="221">
                  <c:v>44187</c:v>
                </c:pt>
                <c:pt idx="222">
                  <c:v>44188</c:v>
                </c:pt>
                <c:pt idx="223">
                  <c:v>44189</c:v>
                </c:pt>
                <c:pt idx="224">
                  <c:v>44190</c:v>
                </c:pt>
                <c:pt idx="225">
                  <c:v>44191</c:v>
                </c:pt>
                <c:pt idx="226">
                  <c:v>44192</c:v>
                </c:pt>
                <c:pt idx="227">
                  <c:v>44193</c:v>
                </c:pt>
                <c:pt idx="228">
                  <c:v>44194</c:v>
                </c:pt>
                <c:pt idx="229">
                  <c:v>44195</c:v>
                </c:pt>
                <c:pt idx="230">
                  <c:v>44196</c:v>
                </c:pt>
                <c:pt idx="231">
                  <c:v>44197</c:v>
                </c:pt>
                <c:pt idx="232">
                  <c:v>44198</c:v>
                </c:pt>
                <c:pt idx="233">
                  <c:v>44199</c:v>
                </c:pt>
                <c:pt idx="234">
                  <c:v>44200</c:v>
                </c:pt>
                <c:pt idx="235">
                  <c:v>44201</c:v>
                </c:pt>
                <c:pt idx="236">
                  <c:v>44202</c:v>
                </c:pt>
                <c:pt idx="237">
                  <c:v>44203</c:v>
                </c:pt>
                <c:pt idx="238">
                  <c:v>44204</c:v>
                </c:pt>
                <c:pt idx="239">
                  <c:v>44205</c:v>
                </c:pt>
                <c:pt idx="240">
                  <c:v>44206</c:v>
                </c:pt>
                <c:pt idx="241">
                  <c:v>44207</c:v>
                </c:pt>
                <c:pt idx="242">
                  <c:v>44208</c:v>
                </c:pt>
                <c:pt idx="243">
                  <c:v>44209</c:v>
                </c:pt>
                <c:pt idx="244">
                  <c:v>44210</c:v>
                </c:pt>
                <c:pt idx="245">
                  <c:v>44211</c:v>
                </c:pt>
                <c:pt idx="246">
                  <c:v>44212</c:v>
                </c:pt>
                <c:pt idx="247">
                  <c:v>44213</c:v>
                </c:pt>
                <c:pt idx="248">
                  <c:v>44214</c:v>
                </c:pt>
                <c:pt idx="249">
                  <c:v>44215</c:v>
                </c:pt>
                <c:pt idx="250">
                  <c:v>44216</c:v>
                </c:pt>
                <c:pt idx="251">
                  <c:v>44217</c:v>
                </c:pt>
                <c:pt idx="252">
                  <c:v>44218</c:v>
                </c:pt>
                <c:pt idx="253">
                  <c:v>44219</c:v>
                </c:pt>
                <c:pt idx="254">
                  <c:v>44220</c:v>
                </c:pt>
                <c:pt idx="255">
                  <c:v>44221</c:v>
                </c:pt>
                <c:pt idx="256">
                  <c:v>44222</c:v>
                </c:pt>
                <c:pt idx="257">
                  <c:v>44223</c:v>
                </c:pt>
                <c:pt idx="258">
                  <c:v>44224</c:v>
                </c:pt>
                <c:pt idx="259">
                  <c:v>44225</c:v>
                </c:pt>
                <c:pt idx="260">
                  <c:v>44226</c:v>
                </c:pt>
                <c:pt idx="261">
                  <c:v>44227</c:v>
                </c:pt>
                <c:pt idx="262">
                  <c:v>44228</c:v>
                </c:pt>
                <c:pt idx="263">
                  <c:v>44229</c:v>
                </c:pt>
                <c:pt idx="264">
                  <c:v>44230</c:v>
                </c:pt>
                <c:pt idx="265">
                  <c:v>44231</c:v>
                </c:pt>
                <c:pt idx="266">
                  <c:v>44232</c:v>
                </c:pt>
                <c:pt idx="267">
                  <c:v>44233</c:v>
                </c:pt>
                <c:pt idx="268">
                  <c:v>44234</c:v>
                </c:pt>
                <c:pt idx="269">
                  <c:v>44235</c:v>
                </c:pt>
                <c:pt idx="270">
                  <c:v>44236</c:v>
                </c:pt>
                <c:pt idx="271">
                  <c:v>44237</c:v>
                </c:pt>
                <c:pt idx="272">
                  <c:v>44238</c:v>
                </c:pt>
                <c:pt idx="273">
                  <c:v>44239</c:v>
                </c:pt>
                <c:pt idx="274">
                  <c:v>44240</c:v>
                </c:pt>
                <c:pt idx="275">
                  <c:v>44241</c:v>
                </c:pt>
                <c:pt idx="276">
                  <c:v>44242</c:v>
                </c:pt>
                <c:pt idx="277">
                  <c:v>44243</c:v>
                </c:pt>
                <c:pt idx="278">
                  <c:v>44244</c:v>
                </c:pt>
                <c:pt idx="279">
                  <c:v>44245</c:v>
                </c:pt>
                <c:pt idx="280">
                  <c:v>44246</c:v>
                </c:pt>
                <c:pt idx="281">
                  <c:v>44247</c:v>
                </c:pt>
                <c:pt idx="282">
                  <c:v>44248</c:v>
                </c:pt>
                <c:pt idx="283">
                  <c:v>44249</c:v>
                </c:pt>
                <c:pt idx="284">
                  <c:v>44250</c:v>
                </c:pt>
                <c:pt idx="285">
                  <c:v>44251</c:v>
                </c:pt>
                <c:pt idx="286">
                  <c:v>44252</c:v>
                </c:pt>
                <c:pt idx="287">
                  <c:v>44253</c:v>
                </c:pt>
                <c:pt idx="288">
                  <c:v>44254</c:v>
                </c:pt>
                <c:pt idx="289">
                  <c:v>44255</c:v>
                </c:pt>
                <c:pt idx="290">
                  <c:v>44256</c:v>
                </c:pt>
                <c:pt idx="291">
                  <c:v>44257</c:v>
                </c:pt>
                <c:pt idx="292">
                  <c:v>44258</c:v>
                </c:pt>
                <c:pt idx="293">
                  <c:v>44259</c:v>
                </c:pt>
                <c:pt idx="294">
                  <c:v>44260</c:v>
                </c:pt>
                <c:pt idx="295">
                  <c:v>44261</c:v>
                </c:pt>
                <c:pt idx="296">
                  <c:v>44262</c:v>
                </c:pt>
                <c:pt idx="297">
                  <c:v>44263</c:v>
                </c:pt>
                <c:pt idx="298">
                  <c:v>44264</c:v>
                </c:pt>
                <c:pt idx="299">
                  <c:v>44265</c:v>
                </c:pt>
                <c:pt idx="300">
                  <c:v>44266</c:v>
                </c:pt>
                <c:pt idx="301">
                  <c:v>44267</c:v>
                </c:pt>
                <c:pt idx="302">
                  <c:v>44268</c:v>
                </c:pt>
                <c:pt idx="303">
                  <c:v>44269</c:v>
                </c:pt>
                <c:pt idx="304">
                  <c:v>44270</c:v>
                </c:pt>
                <c:pt idx="305">
                  <c:v>44271</c:v>
                </c:pt>
                <c:pt idx="306">
                  <c:v>44272</c:v>
                </c:pt>
                <c:pt idx="307">
                  <c:v>44273</c:v>
                </c:pt>
                <c:pt idx="308">
                  <c:v>44274</c:v>
                </c:pt>
                <c:pt idx="309">
                  <c:v>44275</c:v>
                </c:pt>
                <c:pt idx="310">
                  <c:v>44276</c:v>
                </c:pt>
                <c:pt idx="311">
                  <c:v>44277</c:v>
                </c:pt>
                <c:pt idx="312">
                  <c:v>44278</c:v>
                </c:pt>
                <c:pt idx="313">
                  <c:v>44279</c:v>
                </c:pt>
                <c:pt idx="314">
                  <c:v>44280</c:v>
                </c:pt>
                <c:pt idx="315">
                  <c:v>44281</c:v>
                </c:pt>
                <c:pt idx="316">
                  <c:v>44282</c:v>
                </c:pt>
                <c:pt idx="317">
                  <c:v>44283</c:v>
                </c:pt>
                <c:pt idx="318">
                  <c:v>44284</c:v>
                </c:pt>
                <c:pt idx="319">
                  <c:v>44285</c:v>
                </c:pt>
                <c:pt idx="320">
                  <c:v>44286</c:v>
                </c:pt>
                <c:pt idx="321">
                  <c:v>44287</c:v>
                </c:pt>
                <c:pt idx="322">
                  <c:v>44288</c:v>
                </c:pt>
                <c:pt idx="323">
                  <c:v>44289</c:v>
                </c:pt>
                <c:pt idx="324">
                  <c:v>44290</c:v>
                </c:pt>
                <c:pt idx="325">
                  <c:v>44291</c:v>
                </c:pt>
                <c:pt idx="326">
                  <c:v>44292</c:v>
                </c:pt>
                <c:pt idx="327">
                  <c:v>44293</c:v>
                </c:pt>
                <c:pt idx="328">
                  <c:v>44294</c:v>
                </c:pt>
                <c:pt idx="329">
                  <c:v>44295</c:v>
                </c:pt>
                <c:pt idx="330">
                  <c:v>44296</c:v>
                </c:pt>
                <c:pt idx="331">
                  <c:v>44297</c:v>
                </c:pt>
                <c:pt idx="332">
                  <c:v>44298</c:v>
                </c:pt>
                <c:pt idx="333">
                  <c:v>44299</c:v>
                </c:pt>
                <c:pt idx="334">
                  <c:v>44300</c:v>
                </c:pt>
                <c:pt idx="335">
                  <c:v>44301</c:v>
                </c:pt>
                <c:pt idx="336">
                  <c:v>44302</c:v>
                </c:pt>
                <c:pt idx="337">
                  <c:v>44303</c:v>
                </c:pt>
                <c:pt idx="338">
                  <c:v>44304</c:v>
                </c:pt>
                <c:pt idx="339">
                  <c:v>44305</c:v>
                </c:pt>
                <c:pt idx="340">
                  <c:v>44306</c:v>
                </c:pt>
                <c:pt idx="341">
                  <c:v>44307</c:v>
                </c:pt>
                <c:pt idx="342">
                  <c:v>44308</c:v>
                </c:pt>
                <c:pt idx="343">
                  <c:v>44309</c:v>
                </c:pt>
                <c:pt idx="344">
                  <c:v>44310</c:v>
                </c:pt>
                <c:pt idx="345">
                  <c:v>44311</c:v>
                </c:pt>
                <c:pt idx="346">
                  <c:v>44312</c:v>
                </c:pt>
                <c:pt idx="347">
                  <c:v>44313</c:v>
                </c:pt>
                <c:pt idx="348">
                  <c:v>44314</c:v>
                </c:pt>
                <c:pt idx="349">
                  <c:v>44315</c:v>
                </c:pt>
                <c:pt idx="350">
                  <c:v>44316</c:v>
                </c:pt>
                <c:pt idx="351">
                  <c:v>44317</c:v>
                </c:pt>
                <c:pt idx="352">
                  <c:v>44318</c:v>
                </c:pt>
                <c:pt idx="353">
                  <c:v>44319</c:v>
                </c:pt>
                <c:pt idx="354">
                  <c:v>44320</c:v>
                </c:pt>
                <c:pt idx="355">
                  <c:v>44321</c:v>
                </c:pt>
                <c:pt idx="356">
                  <c:v>44322</c:v>
                </c:pt>
                <c:pt idx="357">
                  <c:v>44323</c:v>
                </c:pt>
                <c:pt idx="358">
                  <c:v>44324</c:v>
                </c:pt>
                <c:pt idx="359">
                  <c:v>44325</c:v>
                </c:pt>
                <c:pt idx="360">
                  <c:v>44326</c:v>
                </c:pt>
                <c:pt idx="361">
                  <c:v>44327</c:v>
                </c:pt>
                <c:pt idx="362">
                  <c:v>44328</c:v>
                </c:pt>
                <c:pt idx="363">
                  <c:v>44329</c:v>
                </c:pt>
                <c:pt idx="364">
                  <c:v>44330</c:v>
                </c:pt>
                <c:pt idx="365">
                  <c:v>44331</c:v>
                </c:pt>
                <c:pt idx="366">
                  <c:v>44332</c:v>
                </c:pt>
                <c:pt idx="367">
                  <c:v>44333</c:v>
                </c:pt>
                <c:pt idx="368">
                  <c:v>44334</c:v>
                </c:pt>
                <c:pt idx="369">
                  <c:v>44335</c:v>
                </c:pt>
                <c:pt idx="370">
                  <c:v>44336</c:v>
                </c:pt>
                <c:pt idx="371">
                  <c:v>44337</c:v>
                </c:pt>
                <c:pt idx="372">
                  <c:v>44338</c:v>
                </c:pt>
                <c:pt idx="373">
                  <c:v>44339</c:v>
                </c:pt>
                <c:pt idx="374">
                  <c:v>44340</c:v>
                </c:pt>
                <c:pt idx="375">
                  <c:v>44341</c:v>
                </c:pt>
                <c:pt idx="376">
                  <c:v>44342</c:v>
                </c:pt>
                <c:pt idx="377">
                  <c:v>44343</c:v>
                </c:pt>
                <c:pt idx="378">
                  <c:v>44344</c:v>
                </c:pt>
                <c:pt idx="379">
                  <c:v>44345</c:v>
                </c:pt>
                <c:pt idx="380">
                  <c:v>44346</c:v>
                </c:pt>
                <c:pt idx="381">
                  <c:v>44347</c:v>
                </c:pt>
                <c:pt idx="382">
                  <c:v>44348</c:v>
                </c:pt>
                <c:pt idx="383">
                  <c:v>44349</c:v>
                </c:pt>
                <c:pt idx="384">
                  <c:v>44350</c:v>
                </c:pt>
                <c:pt idx="385">
                  <c:v>44351</c:v>
                </c:pt>
                <c:pt idx="386">
                  <c:v>44352</c:v>
                </c:pt>
                <c:pt idx="387">
                  <c:v>44353</c:v>
                </c:pt>
                <c:pt idx="388">
                  <c:v>44354</c:v>
                </c:pt>
                <c:pt idx="389">
                  <c:v>44355</c:v>
                </c:pt>
                <c:pt idx="390">
                  <c:v>44356</c:v>
                </c:pt>
                <c:pt idx="391">
                  <c:v>44357</c:v>
                </c:pt>
                <c:pt idx="392">
                  <c:v>44358</c:v>
                </c:pt>
                <c:pt idx="393">
                  <c:v>44359</c:v>
                </c:pt>
                <c:pt idx="394">
                  <c:v>44360</c:v>
                </c:pt>
                <c:pt idx="395">
                  <c:v>44361</c:v>
                </c:pt>
                <c:pt idx="396">
                  <c:v>44362</c:v>
                </c:pt>
                <c:pt idx="397">
                  <c:v>44363</c:v>
                </c:pt>
                <c:pt idx="398">
                  <c:v>44364</c:v>
                </c:pt>
                <c:pt idx="399">
                  <c:v>44365</c:v>
                </c:pt>
                <c:pt idx="400">
                  <c:v>44366</c:v>
                </c:pt>
                <c:pt idx="401">
                  <c:v>44367</c:v>
                </c:pt>
                <c:pt idx="402">
                  <c:v>44368</c:v>
                </c:pt>
                <c:pt idx="403">
                  <c:v>44369</c:v>
                </c:pt>
                <c:pt idx="404">
                  <c:v>44370</c:v>
                </c:pt>
                <c:pt idx="405">
                  <c:v>44371</c:v>
                </c:pt>
                <c:pt idx="406">
                  <c:v>44372</c:v>
                </c:pt>
                <c:pt idx="407">
                  <c:v>44373</c:v>
                </c:pt>
                <c:pt idx="408">
                  <c:v>44374</c:v>
                </c:pt>
                <c:pt idx="409">
                  <c:v>44375</c:v>
                </c:pt>
                <c:pt idx="410">
                  <c:v>44376</c:v>
                </c:pt>
                <c:pt idx="411">
                  <c:v>44377</c:v>
                </c:pt>
                <c:pt idx="412">
                  <c:v>44378</c:v>
                </c:pt>
                <c:pt idx="413">
                  <c:v>44379</c:v>
                </c:pt>
                <c:pt idx="414">
                  <c:v>44380</c:v>
                </c:pt>
                <c:pt idx="415">
                  <c:v>44381</c:v>
                </c:pt>
                <c:pt idx="416">
                  <c:v>44382</c:v>
                </c:pt>
                <c:pt idx="417">
                  <c:v>44383</c:v>
                </c:pt>
                <c:pt idx="418">
                  <c:v>44384</c:v>
                </c:pt>
                <c:pt idx="419">
                  <c:v>44385</c:v>
                </c:pt>
                <c:pt idx="420">
                  <c:v>44386</c:v>
                </c:pt>
                <c:pt idx="421">
                  <c:v>44387</c:v>
                </c:pt>
                <c:pt idx="422">
                  <c:v>44388</c:v>
                </c:pt>
                <c:pt idx="423">
                  <c:v>44389</c:v>
                </c:pt>
                <c:pt idx="424">
                  <c:v>44390</c:v>
                </c:pt>
              </c:numCache>
            </c:numRef>
          </c:xVal>
          <c:yVal>
            <c:numRef>
              <c:f>Hosp!$B$2:$B$426</c:f>
              <c:numCache>
                <c:formatCode>General</c:formatCode>
                <c:ptCount val="425"/>
                <c:pt idx="0">
                  <c:v>1475</c:v>
                </c:pt>
                <c:pt idx="1">
                  <c:v>1437</c:v>
                </c:pt>
                <c:pt idx="2">
                  <c:v>1507</c:v>
                </c:pt>
                <c:pt idx="3">
                  <c:v>1474</c:v>
                </c:pt>
                <c:pt idx="4">
                  <c:v>1504</c:v>
                </c:pt>
                <c:pt idx="5">
                  <c:v>1463</c:v>
                </c:pt>
                <c:pt idx="6">
                  <c:v>1570</c:v>
                </c:pt>
                <c:pt idx="7">
                  <c:v>1581</c:v>
                </c:pt>
                <c:pt idx="8">
                  <c:v>1567</c:v>
                </c:pt>
                <c:pt idx="9">
                  <c:v>1548</c:v>
                </c:pt>
                <c:pt idx="10">
                  <c:v>1547</c:v>
                </c:pt>
                <c:pt idx="11">
                  <c:v>1597</c:v>
                </c:pt>
                <c:pt idx="12">
                  <c:v>1625</c:v>
                </c:pt>
                <c:pt idx="13">
                  <c:v>1615</c:v>
                </c:pt>
                <c:pt idx="14">
                  <c:v>1576</c:v>
                </c:pt>
                <c:pt idx="15">
                  <c:v>1481</c:v>
                </c:pt>
                <c:pt idx="16">
                  <c:v>1544</c:v>
                </c:pt>
                <c:pt idx="17">
                  <c:v>1597</c:v>
                </c:pt>
                <c:pt idx="18">
                  <c:v>1535</c:v>
                </c:pt>
                <c:pt idx="19">
                  <c:v>1662</c:v>
                </c:pt>
                <c:pt idx="20">
                  <c:v>1668</c:v>
                </c:pt>
                <c:pt idx="21">
                  <c:v>1671</c:v>
                </c:pt>
                <c:pt idx="22">
                  <c:v>1556</c:v>
                </c:pt>
                <c:pt idx="23">
                  <c:v>1596</c:v>
                </c:pt>
                <c:pt idx="24">
                  <c:v>1697</c:v>
                </c:pt>
                <c:pt idx="25">
                  <c:v>1719</c:v>
                </c:pt>
                <c:pt idx="26">
                  <c:v>1639</c:v>
                </c:pt>
                <c:pt idx="27">
                  <c:v>1755</c:v>
                </c:pt>
                <c:pt idx="28">
                  <c:v>1717</c:v>
                </c:pt>
                <c:pt idx="29">
                  <c:v>1719</c:v>
                </c:pt>
                <c:pt idx="30">
                  <c:v>1720</c:v>
                </c:pt>
                <c:pt idx="31">
                  <c:v>1727</c:v>
                </c:pt>
                <c:pt idx="32">
                  <c:v>1713</c:v>
                </c:pt>
                <c:pt idx="33">
                  <c:v>1733</c:v>
                </c:pt>
                <c:pt idx="34">
                  <c:v>1731</c:v>
                </c:pt>
                <c:pt idx="35">
                  <c:v>1786</c:v>
                </c:pt>
                <c:pt idx="36">
                  <c:v>1723</c:v>
                </c:pt>
                <c:pt idx="37">
                  <c:v>1783</c:v>
                </c:pt>
                <c:pt idx="38">
                  <c:v>1770</c:v>
                </c:pt>
                <c:pt idx="39">
                  <c:v>1812</c:v>
                </c:pt>
                <c:pt idx="40">
                  <c:v>1800</c:v>
                </c:pt>
                <c:pt idx="41">
                  <c:v>1803</c:v>
                </c:pt>
                <c:pt idx="42">
                  <c:v>1792</c:v>
                </c:pt>
                <c:pt idx="43">
                  <c:v>1769</c:v>
                </c:pt>
                <c:pt idx="44">
                  <c:v>1796</c:v>
                </c:pt>
                <c:pt idx="45">
                  <c:v>1894</c:v>
                </c:pt>
                <c:pt idx="46">
                  <c:v>1792</c:v>
                </c:pt>
                <c:pt idx="47">
                  <c:v>1910</c:v>
                </c:pt>
                <c:pt idx="48">
                  <c:v>1860</c:v>
                </c:pt>
                <c:pt idx="49">
                  <c:v>1899</c:v>
                </c:pt>
                <c:pt idx="50">
                  <c:v>1930</c:v>
                </c:pt>
                <c:pt idx="51">
                  <c:v>1983</c:v>
                </c:pt>
                <c:pt idx="52">
                  <c:v>2065</c:v>
                </c:pt>
                <c:pt idx="53">
                  <c:v>2203</c:v>
                </c:pt>
                <c:pt idx="54">
                  <c:v>2156</c:v>
                </c:pt>
                <c:pt idx="55">
                  <c:v>2199</c:v>
                </c:pt>
                <c:pt idx="56">
                  <c:v>2202</c:v>
                </c:pt>
                <c:pt idx="57">
                  <c:v>2241</c:v>
                </c:pt>
                <c:pt idx="58">
                  <c:v>2283</c:v>
                </c:pt>
                <c:pt idx="59">
                  <c:v>2304</c:v>
                </c:pt>
                <c:pt idx="60">
                  <c:v>2312</c:v>
                </c:pt>
                <c:pt idx="61">
                  <c:v>2321</c:v>
                </c:pt>
                <c:pt idx="62">
                  <c:v>2383</c:v>
                </c:pt>
                <c:pt idx="63">
                  <c:v>2377</c:v>
                </c:pt>
                <c:pt idx="64">
                  <c:v>2394</c:v>
                </c:pt>
                <c:pt idx="65">
                  <c:v>2389</c:v>
                </c:pt>
                <c:pt idx="66">
                  <c:v>2409</c:v>
                </c:pt>
                <c:pt idx="67">
                  <c:v>2440</c:v>
                </c:pt>
                <c:pt idx="68">
                  <c:v>2492</c:v>
                </c:pt>
                <c:pt idx="69">
                  <c:v>2514</c:v>
                </c:pt>
                <c:pt idx="70">
                  <c:v>2520</c:v>
                </c:pt>
                <c:pt idx="71">
                  <c:v>2622</c:v>
                </c:pt>
                <c:pt idx="72">
                  <c:v>2623</c:v>
                </c:pt>
                <c:pt idx="73">
                  <c:v>2637</c:v>
                </c:pt>
                <c:pt idx="74">
                  <c:v>2676</c:v>
                </c:pt>
                <c:pt idx="75">
                  <c:v>2748</c:v>
                </c:pt>
                <c:pt idx="76">
                  <c:v>2752</c:v>
                </c:pt>
                <c:pt idx="77">
                  <c:v>2806</c:v>
                </c:pt>
                <c:pt idx="78">
                  <c:v>2759</c:v>
                </c:pt>
                <c:pt idx="79">
                  <c:v>2783</c:v>
                </c:pt>
                <c:pt idx="80">
                  <c:v>2819</c:v>
                </c:pt>
                <c:pt idx="81">
                  <c:v>2779</c:v>
                </c:pt>
                <c:pt idx="82">
                  <c:v>2820</c:v>
                </c:pt>
                <c:pt idx="83">
                  <c:v>2802</c:v>
                </c:pt>
                <c:pt idx="84">
                  <c:v>2857</c:v>
                </c:pt>
                <c:pt idx="85">
                  <c:v>2836</c:v>
                </c:pt>
                <c:pt idx="86">
                  <c:v>2846</c:v>
                </c:pt>
                <c:pt idx="87">
                  <c:v>2831</c:v>
                </c:pt>
                <c:pt idx="88">
                  <c:v>2836</c:v>
                </c:pt>
                <c:pt idx="89">
                  <c:v>2763</c:v>
                </c:pt>
                <c:pt idx="90">
                  <c:v>2794</c:v>
                </c:pt>
                <c:pt idx="91">
                  <c:v>2760</c:v>
                </c:pt>
                <c:pt idx="92">
                  <c:v>2712</c:v>
                </c:pt>
                <c:pt idx="93">
                  <c:v>2736</c:v>
                </c:pt>
                <c:pt idx="94">
                  <c:v>2630</c:v>
                </c:pt>
                <c:pt idx="95">
                  <c:v>2720</c:v>
                </c:pt>
                <c:pt idx="96">
                  <c:v>2747</c:v>
                </c:pt>
                <c:pt idx="97">
                  <c:v>2662</c:v>
                </c:pt>
                <c:pt idx="98">
                  <c:v>2753</c:v>
                </c:pt>
                <c:pt idx="99">
                  <c:v>2738</c:v>
                </c:pt>
                <c:pt idx="100">
                  <c:v>2694</c:v>
                </c:pt>
                <c:pt idx="101">
                  <c:v>2722</c:v>
                </c:pt>
                <c:pt idx="102">
                  <c:v>2719</c:v>
                </c:pt>
                <c:pt idx="103">
                  <c:v>2529</c:v>
                </c:pt>
                <c:pt idx="104">
                  <c:v>2623</c:v>
                </c:pt>
                <c:pt idx="105">
                  <c:v>2649</c:v>
                </c:pt>
                <c:pt idx="106">
                  <c:v>2616</c:v>
                </c:pt>
                <c:pt idx="107">
                  <c:v>2665</c:v>
                </c:pt>
                <c:pt idx="108">
                  <c:v>2695</c:v>
                </c:pt>
                <c:pt idx="109">
                  <c:v>2641</c:v>
                </c:pt>
                <c:pt idx="110">
                  <c:v>2611</c:v>
                </c:pt>
                <c:pt idx="111">
                  <c:v>2648</c:v>
                </c:pt>
                <c:pt idx="112">
                  <c:v>2603</c:v>
                </c:pt>
                <c:pt idx="113">
                  <c:v>2700</c:v>
                </c:pt>
                <c:pt idx="114">
                  <c:v>2681</c:v>
                </c:pt>
                <c:pt idx="115">
                  <c:v>2625</c:v>
                </c:pt>
                <c:pt idx="116">
                  <c:v>2612</c:v>
                </c:pt>
                <c:pt idx="117">
                  <c:v>2654</c:v>
                </c:pt>
                <c:pt idx="118">
                  <c:v>2623</c:v>
                </c:pt>
                <c:pt idx="119">
                  <c:v>2546</c:v>
                </c:pt>
                <c:pt idx="120">
                  <c:v>2547</c:v>
                </c:pt>
                <c:pt idx="121">
                  <c:v>2493</c:v>
                </c:pt>
                <c:pt idx="122">
                  <c:v>2424</c:v>
                </c:pt>
                <c:pt idx="123">
                  <c:v>2454</c:v>
                </c:pt>
                <c:pt idx="124">
                  <c:v>2409</c:v>
                </c:pt>
                <c:pt idx="125">
                  <c:v>2394</c:v>
                </c:pt>
                <c:pt idx="126">
                  <c:v>2271</c:v>
                </c:pt>
                <c:pt idx="127">
                  <c:v>2353</c:v>
                </c:pt>
                <c:pt idx="128">
                  <c:v>2326</c:v>
                </c:pt>
                <c:pt idx="129">
                  <c:v>2402</c:v>
                </c:pt>
                <c:pt idx="130">
                  <c:v>2228</c:v>
                </c:pt>
                <c:pt idx="131">
                  <c:v>2214</c:v>
                </c:pt>
                <c:pt idx="132">
                  <c:v>2149</c:v>
                </c:pt>
                <c:pt idx="133">
                  <c:v>2171</c:v>
                </c:pt>
                <c:pt idx="134">
                  <c:v>2171</c:v>
                </c:pt>
                <c:pt idx="135">
                  <c:v>2241</c:v>
                </c:pt>
                <c:pt idx="136">
                  <c:v>2127</c:v>
                </c:pt>
                <c:pt idx="137">
                  <c:v>2144</c:v>
                </c:pt>
                <c:pt idx="138">
                  <c:v>2112</c:v>
                </c:pt>
                <c:pt idx="139">
                  <c:v>2125</c:v>
                </c:pt>
                <c:pt idx="140">
                  <c:v>2076</c:v>
                </c:pt>
                <c:pt idx="141">
                  <c:v>2111</c:v>
                </c:pt>
                <c:pt idx="142">
                  <c:v>2122</c:v>
                </c:pt>
                <c:pt idx="143">
                  <c:v>2059</c:v>
                </c:pt>
                <c:pt idx="144">
                  <c:v>2040</c:v>
                </c:pt>
                <c:pt idx="145">
                  <c:v>2082</c:v>
                </c:pt>
                <c:pt idx="146">
                  <c:v>1987</c:v>
                </c:pt>
                <c:pt idx="147">
                  <c:v>2059</c:v>
                </c:pt>
                <c:pt idx="148">
                  <c:v>2058</c:v>
                </c:pt>
                <c:pt idx="149">
                  <c:v>2058</c:v>
                </c:pt>
                <c:pt idx="150">
                  <c:v>1994</c:v>
                </c:pt>
                <c:pt idx="151">
                  <c:v>1976</c:v>
                </c:pt>
                <c:pt idx="152">
                  <c:v>1921</c:v>
                </c:pt>
                <c:pt idx="153">
                  <c:v>1971</c:v>
                </c:pt>
                <c:pt idx="154">
                  <c:v>1980</c:v>
                </c:pt>
                <c:pt idx="155">
                  <c:v>2025</c:v>
                </c:pt>
                <c:pt idx="156">
                  <c:v>1957</c:v>
                </c:pt>
                <c:pt idx="157">
                  <c:v>2039</c:v>
                </c:pt>
                <c:pt idx="158">
                  <c:v>1991</c:v>
                </c:pt>
                <c:pt idx="159">
                  <c:v>2010</c:v>
                </c:pt>
                <c:pt idx="160">
                  <c:v>1968</c:v>
                </c:pt>
                <c:pt idx="161">
                  <c:v>1981</c:v>
                </c:pt>
                <c:pt idx="162">
                  <c:v>1948</c:v>
                </c:pt>
                <c:pt idx="163">
                  <c:v>1975</c:v>
                </c:pt>
                <c:pt idx="164">
                  <c:v>1942</c:v>
                </c:pt>
                <c:pt idx="165">
                  <c:v>2014</c:v>
                </c:pt>
                <c:pt idx="166">
                  <c:v>1996</c:v>
                </c:pt>
                <c:pt idx="167">
                  <c:v>2019</c:v>
                </c:pt>
                <c:pt idx="168">
                  <c:v>1991</c:v>
                </c:pt>
                <c:pt idx="169">
                  <c:v>2003</c:v>
                </c:pt>
                <c:pt idx="170">
                  <c:v>1972</c:v>
                </c:pt>
                <c:pt idx="171">
                  <c:v>1966</c:v>
                </c:pt>
                <c:pt idx="172">
                  <c:v>1963</c:v>
                </c:pt>
                <c:pt idx="173">
                  <c:v>2047</c:v>
                </c:pt>
                <c:pt idx="174">
                  <c:v>2046</c:v>
                </c:pt>
                <c:pt idx="175">
                  <c:v>1996</c:v>
                </c:pt>
                <c:pt idx="176">
                  <c:v>1939</c:v>
                </c:pt>
                <c:pt idx="177">
                  <c:v>2030</c:v>
                </c:pt>
                <c:pt idx="178">
                  <c:v>1964</c:v>
                </c:pt>
                <c:pt idx="179">
                  <c:v>2035</c:v>
                </c:pt>
                <c:pt idx="180">
                  <c:v>2000</c:v>
                </c:pt>
                <c:pt idx="181">
                  <c:v>1970</c:v>
                </c:pt>
                <c:pt idx="182">
                  <c:v>1908</c:v>
                </c:pt>
                <c:pt idx="183">
                  <c:v>2099</c:v>
                </c:pt>
                <c:pt idx="184">
                  <c:v>1950</c:v>
                </c:pt>
                <c:pt idx="185">
                  <c:v>1920</c:v>
                </c:pt>
                <c:pt idx="186">
                  <c:v>1953</c:v>
                </c:pt>
                <c:pt idx="187">
                  <c:v>1948</c:v>
                </c:pt>
                <c:pt idx="188">
                  <c:v>1946</c:v>
                </c:pt>
                <c:pt idx="189">
                  <c:v>1962</c:v>
                </c:pt>
                <c:pt idx="190">
                  <c:v>1907</c:v>
                </c:pt>
                <c:pt idx="191">
                  <c:v>1942</c:v>
                </c:pt>
                <c:pt idx="192">
                  <c:v>1946</c:v>
                </c:pt>
                <c:pt idx="193">
                  <c:v>1962</c:v>
                </c:pt>
                <c:pt idx="194">
                  <c:v>1897</c:v>
                </c:pt>
                <c:pt idx="195">
                  <c:v>1973</c:v>
                </c:pt>
                <c:pt idx="196">
                  <c:v>1924</c:v>
                </c:pt>
                <c:pt idx="197">
                  <c:v>1878</c:v>
                </c:pt>
                <c:pt idx="198">
                  <c:v>1955</c:v>
                </c:pt>
                <c:pt idx="199">
                  <c:v>1913</c:v>
                </c:pt>
                <c:pt idx="200">
                  <c:v>1935</c:v>
                </c:pt>
                <c:pt idx="201">
                  <c:v>1913</c:v>
                </c:pt>
                <c:pt idx="202">
                  <c:v>1888</c:v>
                </c:pt>
                <c:pt idx="203">
                  <c:v>1858</c:v>
                </c:pt>
                <c:pt idx="204">
                  <c:v>1902</c:v>
                </c:pt>
                <c:pt idx="205">
                  <c:v>1877</c:v>
                </c:pt>
                <c:pt idx="206">
                  <c:v>1914</c:v>
                </c:pt>
                <c:pt idx="207">
                  <c:v>1882</c:v>
                </c:pt>
                <c:pt idx="208">
                  <c:v>1907</c:v>
                </c:pt>
                <c:pt idx="209">
                  <c:v>1845</c:v>
                </c:pt>
                <c:pt idx="210">
                  <c:v>1914</c:v>
                </c:pt>
                <c:pt idx="211">
                  <c:v>1849</c:v>
                </c:pt>
                <c:pt idx="212">
                  <c:v>1877</c:v>
                </c:pt>
                <c:pt idx="213">
                  <c:v>1878</c:v>
                </c:pt>
                <c:pt idx="214">
                  <c:v>1894</c:v>
                </c:pt>
                <c:pt idx="215">
                  <c:v>1918</c:v>
                </c:pt>
                <c:pt idx="216">
                  <c:v>1950</c:v>
                </c:pt>
                <c:pt idx="217">
                  <c:v>1964</c:v>
                </c:pt>
                <c:pt idx="218">
                  <c:v>1938</c:v>
                </c:pt>
                <c:pt idx="219">
                  <c:v>1917</c:v>
                </c:pt>
                <c:pt idx="220">
                  <c:v>2029</c:v>
                </c:pt>
                <c:pt idx="221">
                  <c:v>1975</c:v>
                </c:pt>
                <c:pt idx="222">
                  <c:v>2086</c:v>
                </c:pt>
                <c:pt idx="223">
                  <c:v>2143</c:v>
                </c:pt>
                <c:pt idx="224">
                  <c:v>2197</c:v>
                </c:pt>
                <c:pt idx="225">
                  <c:v>2149</c:v>
                </c:pt>
                <c:pt idx="226">
                  <c:v>2216</c:v>
                </c:pt>
                <c:pt idx="227">
                  <c:v>2173</c:v>
                </c:pt>
                <c:pt idx="228">
                  <c:v>2253</c:v>
                </c:pt>
                <c:pt idx="229">
                  <c:v>2361</c:v>
                </c:pt>
                <c:pt idx="230">
                  <c:v>2392</c:v>
                </c:pt>
                <c:pt idx="231">
                  <c:v>2351</c:v>
                </c:pt>
                <c:pt idx="232">
                  <c:v>2400</c:v>
                </c:pt>
                <c:pt idx="233">
                  <c:v>2420</c:v>
                </c:pt>
                <c:pt idx="234">
                  <c:v>2446</c:v>
                </c:pt>
                <c:pt idx="235">
                  <c:v>2374</c:v>
                </c:pt>
                <c:pt idx="236">
                  <c:v>2391</c:v>
                </c:pt>
                <c:pt idx="237">
                  <c:v>2402</c:v>
                </c:pt>
                <c:pt idx="238">
                  <c:v>2428</c:v>
                </c:pt>
                <c:pt idx="239">
                  <c:v>2440</c:v>
                </c:pt>
                <c:pt idx="240">
                  <c:v>2450</c:v>
                </c:pt>
                <c:pt idx="241">
                  <c:v>2454</c:v>
                </c:pt>
                <c:pt idx="242">
                  <c:v>2409</c:v>
                </c:pt>
                <c:pt idx="243">
                  <c:v>2426</c:v>
                </c:pt>
                <c:pt idx="244">
                  <c:v>2442</c:v>
                </c:pt>
                <c:pt idx="245">
                  <c:v>2465</c:v>
                </c:pt>
                <c:pt idx="246">
                  <c:v>2445</c:v>
                </c:pt>
                <c:pt idx="247">
                  <c:v>2452</c:v>
                </c:pt>
                <c:pt idx="248">
                  <c:v>2455</c:v>
                </c:pt>
                <c:pt idx="249">
                  <c:v>2487</c:v>
                </c:pt>
                <c:pt idx="250">
                  <c:v>2436</c:v>
                </c:pt>
                <c:pt idx="251">
                  <c:v>2495</c:v>
                </c:pt>
                <c:pt idx="252">
                  <c:v>2526</c:v>
                </c:pt>
                <c:pt idx="253">
                  <c:v>2545</c:v>
                </c:pt>
                <c:pt idx="254">
                  <c:v>2535</c:v>
                </c:pt>
                <c:pt idx="255">
                  <c:v>2558</c:v>
                </c:pt>
                <c:pt idx="256">
                  <c:v>2541</c:v>
                </c:pt>
                <c:pt idx="257">
                  <c:v>2593</c:v>
                </c:pt>
                <c:pt idx="258">
                  <c:v>2552</c:v>
                </c:pt>
                <c:pt idx="259">
                  <c:v>2544</c:v>
                </c:pt>
                <c:pt idx="260">
                  <c:v>2531</c:v>
                </c:pt>
                <c:pt idx="261">
                  <c:v>2431</c:v>
                </c:pt>
                <c:pt idx="262">
                  <c:v>2479</c:v>
                </c:pt>
                <c:pt idx="263">
                  <c:v>2474</c:v>
                </c:pt>
                <c:pt idx="264">
                  <c:v>2367</c:v>
                </c:pt>
                <c:pt idx="265">
                  <c:v>2338</c:v>
                </c:pt>
                <c:pt idx="266">
                  <c:v>2264</c:v>
                </c:pt>
                <c:pt idx="267">
                  <c:v>2230</c:v>
                </c:pt>
                <c:pt idx="268">
                  <c:v>2235</c:v>
                </c:pt>
                <c:pt idx="269">
                  <c:v>2158</c:v>
                </c:pt>
                <c:pt idx="270">
                  <c:v>2073</c:v>
                </c:pt>
                <c:pt idx="271">
                  <c:v>2104</c:v>
                </c:pt>
                <c:pt idx="272">
                  <c:v>2067</c:v>
                </c:pt>
                <c:pt idx="273">
                  <c:v>2041</c:v>
                </c:pt>
                <c:pt idx="274">
                  <c:v>2029</c:v>
                </c:pt>
                <c:pt idx="275">
                  <c:v>2046</c:v>
                </c:pt>
                <c:pt idx="276">
                  <c:v>1956</c:v>
                </c:pt>
                <c:pt idx="277">
                  <c:v>1956</c:v>
                </c:pt>
                <c:pt idx="278">
                  <c:v>1827</c:v>
                </c:pt>
                <c:pt idx="279">
                  <c:v>1791</c:v>
                </c:pt>
                <c:pt idx="280">
                  <c:v>1803</c:v>
                </c:pt>
                <c:pt idx="281">
                  <c:v>1799</c:v>
                </c:pt>
                <c:pt idx="282">
                  <c:v>1808</c:v>
                </c:pt>
                <c:pt idx="283">
                  <c:v>1724</c:v>
                </c:pt>
                <c:pt idx="284">
                  <c:v>1751</c:v>
                </c:pt>
                <c:pt idx="285">
                  <c:v>1703</c:v>
                </c:pt>
                <c:pt idx="286">
                  <c:v>1714</c:v>
                </c:pt>
                <c:pt idx="287">
                  <c:v>1684</c:v>
                </c:pt>
                <c:pt idx="288">
                  <c:v>1618</c:v>
                </c:pt>
                <c:pt idx="289">
                  <c:v>1610</c:v>
                </c:pt>
                <c:pt idx="290">
                  <c:v>1542</c:v>
                </c:pt>
                <c:pt idx="291">
                  <c:v>1575</c:v>
                </c:pt>
                <c:pt idx="292">
                  <c:v>1508</c:v>
                </c:pt>
                <c:pt idx="293">
                  <c:v>1500</c:v>
                </c:pt>
                <c:pt idx="294">
                  <c:v>1490</c:v>
                </c:pt>
                <c:pt idx="295">
                  <c:v>1502</c:v>
                </c:pt>
                <c:pt idx="296">
                  <c:v>1451</c:v>
                </c:pt>
                <c:pt idx="297">
                  <c:v>1545</c:v>
                </c:pt>
                <c:pt idx="298">
                  <c:v>1459</c:v>
                </c:pt>
                <c:pt idx="299">
                  <c:v>1496</c:v>
                </c:pt>
                <c:pt idx="300">
                  <c:v>1501</c:v>
                </c:pt>
                <c:pt idx="301">
                  <c:v>1466</c:v>
                </c:pt>
                <c:pt idx="302">
                  <c:v>1471</c:v>
                </c:pt>
                <c:pt idx="303">
                  <c:v>1547</c:v>
                </c:pt>
                <c:pt idx="304">
                  <c:v>1531</c:v>
                </c:pt>
                <c:pt idx="305">
                  <c:v>1450</c:v>
                </c:pt>
                <c:pt idx="306">
                  <c:v>1437</c:v>
                </c:pt>
                <c:pt idx="307">
                  <c:v>1415</c:v>
                </c:pt>
                <c:pt idx="308">
                  <c:v>1356</c:v>
                </c:pt>
                <c:pt idx="309">
                  <c:v>1338</c:v>
                </c:pt>
                <c:pt idx="310">
                  <c:v>1384</c:v>
                </c:pt>
                <c:pt idx="311">
                  <c:v>1409</c:v>
                </c:pt>
                <c:pt idx="312">
                  <c:v>1309</c:v>
                </c:pt>
                <c:pt idx="313">
                  <c:v>1365</c:v>
                </c:pt>
                <c:pt idx="314">
                  <c:v>1375</c:v>
                </c:pt>
                <c:pt idx="315">
                  <c:v>1379</c:v>
                </c:pt>
                <c:pt idx="316">
                  <c:v>1411</c:v>
                </c:pt>
                <c:pt idx="317">
                  <c:v>1420</c:v>
                </c:pt>
                <c:pt idx="318">
                  <c:v>1380</c:v>
                </c:pt>
                <c:pt idx="319">
                  <c:v>1421</c:v>
                </c:pt>
                <c:pt idx="320">
                  <c:v>1354</c:v>
                </c:pt>
                <c:pt idx="321">
                  <c:v>1387</c:v>
                </c:pt>
                <c:pt idx="322">
                  <c:v>1429</c:v>
                </c:pt>
                <c:pt idx="323">
                  <c:v>1414</c:v>
                </c:pt>
                <c:pt idx="324">
                  <c:v>1416</c:v>
                </c:pt>
                <c:pt idx="325">
                  <c:v>1417</c:v>
                </c:pt>
                <c:pt idx="326">
                  <c:v>1420</c:v>
                </c:pt>
                <c:pt idx="327">
                  <c:v>1461</c:v>
                </c:pt>
                <c:pt idx="328">
                  <c:v>1496</c:v>
                </c:pt>
                <c:pt idx="329">
                  <c:v>1424</c:v>
                </c:pt>
                <c:pt idx="330">
                  <c:v>1493</c:v>
                </c:pt>
                <c:pt idx="331">
                  <c:v>1526</c:v>
                </c:pt>
                <c:pt idx="332">
                  <c:v>1549</c:v>
                </c:pt>
                <c:pt idx="333">
                  <c:v>1626</c:v>
                </c:pt>
                <c:pt idx="334">
                  <c:v>1662</c:v>
                </c:pt>
                <c:pt idx="335">
                  <c:v>1671</c:v>
                </c:pt>
                <c:pt idx="336">
                  <c:v>1763</c:v>
                </c:pt>
                <c:pt idx="337">
                  <c:v>2096</c:v>
                </c:pt>
                <c:pt idx="338">
                  <c:v>1826</c:v>
                </c:pt>
                <c:pt idx="339">
                  <c:v>1828</c:v>
                </c:pt>
                <c:pt idx="340">
                  <c:v>1883</c:v>
                </c:pt>
                <c:pt idx="341">
                  <c:v>1962</c:v>
                </c:pt>
                <c:pt idx="342">
                  <c:v>2061</c:v>
                </c:pt>
                <c:pt idx="343">
                  <c:v>2091</c:v>
                </c:pt>
                <c:pt idx="344">
                  <c:v>2065</c:v>
                </c:pt>
                <c:pt idx="345">
                  <c:v>2117</c:v>
                </c:pt>
                <c:pt idx="346">
                  <c:v>2148</c:v>
                </c:pt>
                <c:pt idx="347">
                  <c:v>2174</c:v>
                </c:pt>
                <c:pt idx="348">
                  <c:v>2231</c:v>
                </c:pt>
                <c:pt idx="349">
                  <c:v>2266</c:v>
                </c:pt>
                <c:pt idx="350">
                  <c:v>2275</c:v>
                </c:pt>
                <c:pt idx="351">
                  <c:v>2224</c:v>
                </c:pt>
                <c:pt idx="352">
                  <c:v>2272</c:v>
                </c:pt>
                <c:pt idx="353">
                  <c:v>2287</c:v>
                </c:pt>
                <c:pt idx="354">
                  <c:v>2233</c:v>
                </c:pt>
                <c:pt idx="355">
                  <c:v>2304</c:v>
                </c:pt>
                <c:pt idx="356">
                  <c:v>2288</c:v>
                </c:pt>
                <c:pt idx="357">
                  <c:v>2301</c:v>
                </c:pt>
                <c:pt idx="358">
                  <c:v>2275</c:v>
                </c:pt>
                <c:pt idx="359">
                  <c:v>2327</c:v>
                </c:pt>
                <c:pt idx="360">
                  <c:v>2308</c:v>
                </c:pt>
                <c:pt idx="361">
                  <c:v>2308</c:v>
                </c:pt>
                <c:pt idx="362">
                  <c:v>2298</c:v>
                </c:pt>
                <c:pt idx="363">
                  <c:v>2278</c:v>
                </c:pt>
                <c:pt idx="364">
                  <c:v>2331</c:v>
                </c:pt>
                <c:pt idx="365">
                  <c:v>2342</c:v>
                </c:pt>
                <c:pt idx="366">
                  <c:v>2348</c:v>
                </c:pt>
                <c:pt idx="367">
                  <c:v>2348</c:v>
                </c:pt>
                <c:pt idx="368">
                  <c:v>2386</c:v>
                </c:pt>
                <c:pt idx="369">
                  <c:v>2365</c:v>
                </c:pt>
                <c:pt idx="370">
                  <c:v>2397</c:v>
                </c:pt>
                <c:pt idx="371">
                  <c:v>2416</c:v>
                </c:pt>
                <c:pt idx="372">
                  <c:v>2334</c:v>
                </c:pt>
                <c:pt idx="373">
                  <c:v>2392</c:v>
                </c:pt>
                <c:pt idx="374">
                  <c:v>2381</c:v>
                </c:pt>
                <c:pt idx="375">
                  <c:v>2412</c:v>
                </c:pt>
                <c:pt idx="376">
                  <c:v>2407</c:v>
                </c:pt>
                <c:pt idx="377">
                  <c:v>2472</c:v>
                </c:pt>
                <c:pt idx="378">
                  <c:v>2528</c:v>
                </c:pt>
                <c:pt idx="379">
                  <c:v>2488</c:v>
                </c:pt>
                <c:pt idx="380">
                  <c:v>2510</c:v>
                </c:pt>
                <c:pt idx="381">
                  <c:v>2553</c:v>
                </c:pt>
                <c:pt idx="382">
                  <c:v>2562</c:v>
                </c:pt>
                <c:pt idx="383">
                  <c:v>2575</c:v>
                </c:pt>
                <c:pt idx="384">
                  <c:v>2618</c:v>
                </c:pt>
                <c:pt idx="385">
                  <c:v>2699</c:v>
                </c:pt>
                <c:pt idx="386">
                  <c:v>2614</c:v>
                </c:pt>
                <c:pt idx="387">
                  <c:v>2665</c:v>
                </c:pt>
                <c:pt idx="388">
                  <c:v>2736</c:v>
                </c:pt>
                <c:pt idx="389">
                  <c:v>2764</c:v>
                </c:pt>
                <c:pt idx="390">
                  <c:v>2697</c:v>
                </c:pt>
                <c:pt idx="391">
                  <c:v>2797</c:v>
                </c:pt>
                <c:pt idx="392">
                  <c:v>2804</c:v>
                </c:pt>
                <c:pt idx="393">
                  <c:v>2776</c:v>
                </c:pt>
                <c:pt idx="394">
                  <c:v>2792</c:v>
                </c:pt>
                <c:pt idx="395">
                  <c:v>2793</c:v>
                </c:pt>
                <c:pt idx="396">
                  <c:v>2837</c:v>
                </c:pt>
                <c:pt idx="397">
                  <c:v>2863</c:v>
                </c:pt>
                <c:pt idx="398">
                  <c:v>2854</c:v>
                </c:pt>
                <c:pt idx="399">
                  <c:v>2819</c:v>
                </c:pt>
                <c:pt idx="400">
                  <c:v>2824</c:v>
                </c:pt>
                <c:pt idx="401">
                  <c:v>2870</c:v>
                </c:pt>
                <c:pt idx="402">
                  <c:v>2935</c:v>
                </c:pt>
                <c:pt idx="403">
                  <c:v>2937</c:v>
                </c:pt>
                <c:pt idx="404">
                  <c:v>2919</c:v>
                </c:pt>
                <c:pt idx="405">
                  <c:v>2832</c:v>
                </c:pt>
                <c:pt idx="406">
                  <c:v>2833</c:v>
                </c:pt>
                <c:pt idx="407">
                  <c:v>2701</c:v>
                </c:pt>
                <c:pt idx="408">
                  <c:v>2781</c:v>
                </c:pt>
                <c:pt idx="409">
                  <c:v>2762</c:v>
                </c:pt>
                <c:pt idx="410">
                  <c:v>2768</c:v>
                </c:pt>
                <c:pt idx="411">
                  <c:v>2778</c:v>
                </c:pt>
                <c:pt idx="412">
                  <c:v>2732</c:v>
                </c:pt>
                <c:pt idx="413">
                  <c:v>2725</c:v>
                </c:pt>
                <c:pt idx="414">
                  <c:v>2717</c:v>
                </c:pt>
                <c:pt idx="415">
                  <c:v>2668</c:v>
                </c:pt>
                <c:pt idx="416">
                  <c:v>2662</c:v>
                </c:pt>
                <c:pt idx="417">
                  <c:v>2628</c:v>
                </c:pt>
                <c:pt idx="418">
                  <c:v>2627</c:v>
                </c:pt>
                <c:pt idx="419">
                  <c:v>2579</c:v>
                </c:pt>
                <c:pt idx="420">
                  <c:v>2526</c:v>
                </c:pt>
                <c:pt idx="421">
                  <c:v>2464</c:v>
                </c:pt>
                <c:pt idx="422">
                  <c:v>2373</c:v>
                </c:pt>
                <c:pt idx="423">
                  <c:v>2334</c:v>
                </c:pt>
                <c:pt idx="424">
                  <c:v>2269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2FE-4E2E-89FA-2D947806BAA3}"/>
            </c:ext>
          </c:extLst>
        </c:ser>
        <c:ser>
          <c:idx val="1"/>
          <c:order val="1"/>
          <c:tx>
            <c:strRef>
              <c:f>Hosp!$C$1</c:f>
              <c:strCache>
                <c:ptCount val="1"/>
                <c:pt idx="0">
                  <c:v>hospital_obs</c:v>
                </c:pt>
              </c:strCache>
            </c:strRef>
          </c:tx>
          <c:spPr>
            <a:ln w="1587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square"/>
            <c:size val="3"/>
            <c:spPr>
              <a:solidFill>
                <a:schemeClr val="accent1">
                  <a:lumMod val="40000"/>
                  <a:lumOff val="60000"/>
                </a:schemeClr>
              </a:solidFill>
              <a:ln w="9525" cap="rnd">
                <a:solidFill>
                  <a:schemeClr val="accent1">
                    <a:lumMod val="50000"/>
                  </a:schemeClr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xVal>
            <c:numRef>
              <c:f>Hosp!$A$2:$A$426</c:f>
              <c:numCache>
                <c:formatCode>m/d/yyyy</c:formatCode>
                <c:ptCount val="425"/>
                <c:pt idx="0">
                  <c:v>43966</c:v>
                </c:pt>
                <c:pt idx="1">
                  <c:v>43967</c:v>
                </c:pt>
                <c:pt idx="2">
                  <c:v>43968</c:v>
                </c:pt>
                <c:pt idx="3">
                  <c:v>43969</c:v>
                </c:pt>
                <c:pt idx="4">
                  <c:v>43970</c:v>
                </c:pt>
                <c:pt idx="5">
                  <c:v>43971</c:v>
                </c:pt>
                <c:pt idx="6">
                  <c:v>43972</c:v>
                </c:pt>
                <c:pt idx="7">
                  <c:v>43973</c:v>
                </c:pt>
                <c:pt idx="8">
                  <c:v>43974</c:v>
                </c:pt>
                <c:pt idx="9">
                  <c:v>43975</c:v>
                </c:pt>
                <c:pt idx="10">
                  <c:v>43976</c:v>
                </c:pt>
                <c:pt idx="11">
                  <c:v>43977</c:v>
                </c:pt>
                <c:pt idx="12">
                  <c:v>43978</c:v>
                </c:pt>
                <c:pt idx="13">
                  <c:v>43979</c:v>
                </c:pt>
                <c:pt idx="14">
                  <c:v>43980</c:v>
                </c:pt>
                <c:pt idx="15">
                  <c:v>43981</c:v>
                </c:pt>
                <c:pt idx="16">
                  <c:v>43982</c:v>
                </c:pt>
                <c:pt idx="17">
                  <c:v>43983</c:v>
                </c:pt>
                <c:pt idx="18">
                  <c:v>43984</c:v>
                </c:pt>
                <c:pt idx="19">
                  <c:v>43985</c:v>
                </c:pt>
                <c:pt idx="20">
                  <c:v>43986</c:v>
                </c:pt>
                <c:pt idx="21">
                  <c:v>43987</c:v>
                </c:pt>
                <c:pt idx="22">
                  <c:v>43988</c:v>
                </c:pt>
                <c:pt idx="23">
                  <c:v>43989</c:v>
                </c:pt>
                <c:pt idx="24">
                  <c:v>43990</c:v>
                </c:pt>
                <c:pt idx="25">
                  <c:v>43991</c:v>
                </c:pt>
                <c:pt idx="26">
                  <c:v>43992</c:v>
                </c:pt>
                <c:pt idx="27">
                  <c:v>43993</c:v>
                </c:pt>
                <c:pt idx="28">
                  <c:v>43994</c:v>
                </c:pt>
                <c:pt idx="29">
                  <c:v>43995</c:v>
                </c:pt>
                <c:pt idx="30">
                  <c:v>43996</c:v>
                </c:pt>
                <c:pt idx="31">
                  <c:v>43997</c:v>
                </c:pt>
                <c:pt idx="32">
                  <c:v>43998</c:v>
                </c:pt>
                <c:pt idx="33">
                  <c:v>43999</c:v>
                </c:pt>
                <c:pt idx="34">
                  <c:v>44000</c:v>
                </c:pt>
                <c:pt idx="35">
                  <c:v>44001</c:v>
                </c:pt>
                <c:pt idx="36">
                  <c:v>44002</c:v>
                </c:pt>
                <c:pt idx="37">
                  <c:v>44003</c:v>
                </c:pt>
                <c:pt idx="38">
                  <c:v>44004</c:v>
                </c:pt>
                <c:pt idx="39">
                  <c:v>44005</c:v>
                </c:pt>
                <c:pt idx="40">
                  <c:v>44006</c:v>
                </c:pt>
                <c:pt idx="41">
                  <c:v>44007</c:v>
                </c:pt>
                <c:pt idx="42">
                  <c:v>44008</c:v>
                </c:pt>
                <c:pt idx="43">
                  <c:v>44009</c:v>
                </c:pt>
                <c:pt idx="44">
                  <c:v>44010</c:v>
                </c:pt>
                <c:pt idx="45">
                  <c:v>44011</c:v>
                </c:pt>
                <c:pt idx="46">
                  <c:v>44012</c:v>
                </c:pt>
                <c:pt idx="47">
                  <c:v>44013</c:v>
                </c:pt>
                <c:pt idx="48">
                  <c:v>44014</c:v>
                </c:pt>
                <c:pt idx="49">
                  <c:v>44015</c:v>
                </c:pt>
                <c:pt idx="50">
                  <c:v>44016</c:v>
                </c:pt>
                <c:pt idx="51">
                  <c:v>44017</c:v>
                </c:pt>
                <c:pt idx="52">
                  <c:v>44018</c:v>
                </c:pt>
                <c:pt idx="53">
                  <c:v>44019</c:v>
                </c:pt>
                <c:pt idx="54">
                  <c:v>44020</c:v>
                </c:pt>
                <c:pt idx="55">
                  <c:v>44021</c:v>
                </c:pt>
                <c:pt idx="56">
                  <c:v>44022</c:v>
                </c:pt>
                <c:pt idx="57">
                  <c:v>44023</c:v>
                </c:pt>
                <c:pt idx="58">
                  <c:v>44024</c:v>
                </c:pt>
                <c:pt idx="59">
                  <c:v>44025</c:v>
                </c:pt>
                <c:pt idx="60">
                  <c:v>44026</c:v>
                </c:pt>
                <c:pt idx="61">
                  <c:v>44027</c:v>
                </c:pt>
                <c:pt idx="62">
                  <c:v>44028</c:v>
                </c:pt>
                <c:pt idx="63">
                  <c:v>44029</c:v>
                </c:pt>
                <c:pt idx="64">
                  <c:v>44030</c:v>
                </c:pt>
                <c:pt idx="65">
                  <c:v>44031</c:v>
                </c:pt>
                <c:pt idx="66">
                  <c:v>44032</c:v>
                </c:pt>
                <c:pt idx="67">
                  <c:v>44033</c:v>
                </c:pt>
                <c:pt idx="68">
                  <c:v>44034</c:v>
                </c:pt>
                <c:pt idx="69">
                  <c:v>44035</c:v>
                </c:pt>
                <c:pt idx="70">
                  <c:v>44036</c:v>
                </c:pt>
                <c:pt idx="71">
                  <c:v>44037</c:v>
                </c:pt>
                <c:pt idx="72">
                  <c:v>44038</c:v>
                </c:pt>
                <c:pt idx="73">
                  <c:v>44039</c:v>
                </c:pt>
                <c:pt idx="74">
                  <c:v>44040</c:v>
                </c:pt>
                <c:pt idx="75">
                  <c:v>44041</c:v>
                </c:pt>
                <c:pt idx="76">
                  <c:v>44042</c:v>
                </c:pt>
                <c:pt idx="77">
                  <c:v>44043</c:v>
                </c:pt>
                <c:pt idx="78">
                  <c:v>44044</c:v>
                </c:pt>
                <c:pt idx="79">
                  <c:v>44045</c:v>
                </c:pt>
                <c:pt idx="80">
                  <c:v>44046</c:v>
                </c:pt>
                <c:pt idx="81">
                  <c:v>44047</c:v>
                </c:pt>
                <c:pt idx="82">
                  <c:v>44048</c:v>
                </c:pt>
                <c:pt idx="83">
                  <c:v>44049</c:v>
                </c:pt>
                <c:pt idx="84">
                  <c:v>44050</c:v>
                </c:pt>
                <c:pt idx="85">
                  <c:v>44051</c:v>
                </c:pt>
                <c:pt idx="86">
                  <c:v>44052</c:v>
                </c:pt>
                <c:pt idx="87">
                  <c:v>44053</c:v>
                </c:pt>
                <c:pt idx="88">
                  <c:v>44054</c:v>
                </c:pt>
                <c:pt idx="89">
                  <c:v>44055</c:v>
                </c:pt>
                <c:pt idx="90">
                  <c:v>44056</c:v>
                </c:pt>
                <c:pt idx="91">
                  <c:v>44057</c:v>
                </c:pt>
                <c:pt idx="92">
                  <c:v>44058</c:v>
                </c:pt>
                <c:pt idx="93">
                  <c:v>44059</c:v>
                </c:pt>
                <c:pt idx="94">
                  <c:v>44060</c:v>
                </c:pt>
                <c:pt idx="95">
                  <c:v>44061</c:v>
                </c:pt>
                <c:pt idx="96">
                  <c:v>44062</c:v>
                </c:pt>
                <c:pt idx="97">
                  <c:v>44063</c:v>
                </c:pt>
                <c:pt idx="98">
                  <c:v>44064</c:v>
                </c:pt>
                <c:pt idx="99">
                  <c:v>44065</c:v>
                </c:pt>
                <c:pt idx="100">
                  <c:v>44066</c:v>
                </c:pt>
                <c:pt idx="101">
                  <c:v>44067</c:v>
                </c:pt>
                <c:pt idx="102">
                  <c:v>44068</c:v>
                </c:pt>
                <c:pt idx="103">
                  <c:v>44069</c:v>
                </c:pt>
                <c:pt idx="104">
                  <c:v>44070</c:v>
                </c:pt>
                <c:pt idx="105">
                  <c:v>44071</c:v>
                </c:pt>
                <c:pt idx="106">
                  <c:v>44072</c:v>
                </c:pt>
                <c:pt idx="107">
                  <c:v>44073</c:v>
                </c:pt>
                <c:pt idx="108">
                  <c:v>44074</c:v>
                </c:pt>
                <c:pt idx="109">
                  <c:v>44075</c:v>
                </c:pt>
                <c:pt idx="110">
                  <c:v>44076</c:v>
                </c:pt>
                <c:pt idx="111">
                  <c:v>44077</c:v>
                </c:pt>
                <c:pt idx="112">
                  <c:v>44078</c:v>
                </c:pt>
                <c:pt idx="113">
                  <c:v>44079</c:v>
                </c:pt>
                <c:pt idx="114">
                  <c:v>44080</c:v>
                </c:pt>
                <c:pt idx="115">
                  <c:v>44081</c:v>
                </c:pt>
                <c:pt idx="116">
                  <c:v>44082</c:v>
                </c:pt>
                <c:pt idx="117">
                  <c:v>44083</c:v>
                </c:pt>
                <c:pt idx="118">
                  <c:v>44084</c:v>
                </c:pt>
                <c:pt idx="119">
                  <c:v>44085</c:v>
                </c:pt>
                <c:pt idx="120">
                  <c:v>44086</c:v>
                </c:pt>
                <c:pt idx="121">
                  <c:v>44087</c:v>
                </c:pt>
                <c:pt idx="122">
                  <c:v>44088</c:v>
                </c:pt>
                <c:pt idx="123">
                  <c:v>44089</c:v>
                </c:pt>
                <c:pt idx="124">
                  <c:v>44090</c:v>
                </c:pt>
                <c:pt idx="125">
                  <c:v>44091</c:v>
                </c:pt>
                <c:pt idx="126">
                  <c:v>44092</c:v>
                </c:pt>
                <c:pt idx="127">
                  <c:v>44093</c:v>
                </c:pt>
                <c:pt idx="128">
                  <c:v>44094</c:v>
                </c:pt>
                <c:pt idx="129">
                  <c:v>44095</c:v>
                </c:pt>
                <c:pt idx="130">
                  <c:v>44096</c:v>
                </c:pt>
                <c:pt idx="131">
                  <c:v>44097</c:v>
                </c:pt>
                <c:pt idx="132">
                  <c:v>44098</c:v>
                </c:pt>
                <c:pt idx="133">
                  <c:v>44099</c:v>
                </c:pt>
                <c:pt idx="134">
                  <c:v>44100</c:v>
                </c:pt>
                <c:pt idx="135">
                  <c:v>44101</c:v>
                </c:pt>
                <c:pt idx="136">
                  <c:v>44102</c:v>
                </c:pt>
                <c:pt idx="137">
                  <c:v>44103</c:v>
                </c:pt>
                <c:pt idx="138">
                  <c:v>44104</c:v>
                </c:pt>
                <c:pt idx="139">
                  <c:v>44105</c:v>
                </c:pt>
                <c:pt idx="140">
                  <c:v>44106</c:v>
                </c:pt>
                <c:pt idx="141">
                  <c:v>44107</c:v>
                </c:pt>
                <c:pt idx="142">
                  <c:v>44108</c:v>
                </c:pt>
                <c:pt idx="143">
                  <c:v>44109</c:v>
                </c:pt>
                <c:pt idx="144">
                  <c:v>44110</c:v>
                </c:pt>
                <c:pt idx="145">
                  <c:v>44111</c:v>
                </c:pt>
                <c:pt idx="146">
                  <c:v>44112</c:v>
                </c:pt>
                <c:pt idx="147">
                  <c:v>44113</c:v>
                </c:pt>
                <c:pt idx="148">
                  <c:v>44114</c:v>
                </c:pt>
                <c:pt idx="149">
                  <c:v>44115</c:v>
                </c:pt>
                <c:pt idx="150">
                  <c:v>44116</c:v>
                </c:pt>
                <c:pt idx="151">
                  <c:v>44117</c:v>
                </c:pt>
                <c:pt idx="152">
                  <c:v>44118</c:v>
                </c:pt>
                <c:pt idx="153">
                  <c:v>44119</c:v>
                </c:pt>
                <c:pt idx="154">
                  <c:v>44120</c:v>
                </c:pt>
                <c:pt idx="155">
                  <c:v>44121</c:v>
                </c:pt>
                <c:pt idx="156">
                  <c:v>44122</c:v>
                </c:pt>
                <c:pt idx="157">
                  <c:v>44123</c:v>
                </c:pt>
                <c:pt idx="158">
                  <c:v>44124</c:v>
                </c:pt>
                <c:pt idx="159">
                  <c:v>44125</c:v>
                </c:pt>
                <c:pt idx="160">
                  <c:v>44126</c:v>
                </c:pt>
                <c:pt idx="161">
                  <c:v>44127</c:v>
                </c:pt>
                <c:pt idx="162">
                  <c:v>44128</c:v>
                </c:pt>
                <c:pt idx="163">
                  <c:v>44129</c:v>
                </c:pt>
                <c:pt idx="164">
                  <c:v>44130</c:v>
                </c:pt>
                <c:pt idx="165">
                  <c:v>44131</c:v>
                </c:pt>
                <c:pt idx="166">
                  <c:v>44132</c:v>
                </c:pt>
                <c:pt idx="167">
                  <c:v>44133</c:v>
                </c:pt>
                <c:pt idx="168">
                  <c:v>44134</c:v>
                </c:pt>
                <c:pt idx="169">
                  <c:v>44135</c:v>
                </c:pt>
                <c:pt idx="170">
                  <c:v>44136</c:v>
                </c:pt>
                <c:pt idx="171">
                  <c:v>44137</c:v>
                </c:pt>
                <c:pt idx="172">
                  <c:v>44138</c:v>
                </c:pt>
                <c:pt idx="173">
                  <c:v>44139</c:v>
                </c:pt>
                <c:pt idx="174">
                  <c:v>44140</c:v>
                </c:pt>
                <c:pt idx="175">
                  <c:v>44141</c:v>
                </c:pt>
                <c:pt idx="176">
                  <c:v>44142</c:v>
                </c:pt>
                <c:pt idx="177">
                  <c:v>44143</c:v>
                </c:pt>
                <c:pt idx="178">
                  <c:v>44144</c:v>
                </c:pt>
                <c:pt idx="179">
                  <c:v>44145</c:v>
                </c:pt>
                <c:pt idx="180">
                  <c:v>44146</c:v>
                </c:pt>
                <c:pt idx="181">
                  <c:v>44147</c:v>
                </c:pt>
                <c:pt idx="182">
                  <c:v>44148</c:v>
                </c:pt>
                <c:pt idx="183">
                  <c:v>44149</c:v>
                </c:pt>
                <c:pt idx="184">
                  <c:v>44150</c:v>
                </c:pt>
                <c:pt idx="185">
                  <c:v>44151</c:v>
                </c:pt>
                <c:pt idx="186">
                  <c:v>44152</c:v>
                </c:pt>
                <c:pt idx="187">
                  <c:v>44153</c:v>
                </c:pt>
                <c:pt idx="188">
                  <c:v>44154</c:v>
                </c:pt>
                <c:pt idx="189">
                  <c:v>44155</c:v>
                </c:pt>
                <c:pt idx="190">
                  <c:v>44156</c:v>
                </c:pt>
                <c:pt idx="191">
                  <c:v>44157</c:v>
                </c:pt>
                <c:pt idx="192">
                  <c:v>44158</c:v>
                </c:pt>
                <c:pt idx="193">
                  <c:v>44159</c:v>
                </c:pt>
                <c:pt idx="194">
                  <c:v>44160</c:v>
                </c:pt>
                <c:pt idx="195">
                  <c:v>44161</c:v>
                </c:pt>
                <c:pt idx="196">
                  <c:v>44162</c:v>
                </c:pt>
                <c:pt idx="197">
                  <c:v>44163</c:v>
                </c:pt>
                <c:pt idx="198">
                  <c:v>44164</c:v>
                </c:pt>
                <c:pt idx="199">
                  <c:v>44165</c:v>
                </c:pt>
                <c:pt idx="200">
                  <c:v>44166</c:v>
                </c:pt>
                <c:pt idx="201">
                  <c:v>44167</c:v>
                </c:pt>
                <c:pt idx="202">
                  <c:v>44168</c:v>
                </c:pt>
                <c:pt idx="203">
                  <c:v>44169</c:v>
                </c:pt>
                <c:pt idx="204">
                  <c:v>44170</c:v>
                </c:pt>
                <c:pt idx="205">
                  <c:v>44171</c:v>
                </c:pt>
                <c:pt idx="206">
                  <c:v>44172</c:v>
                </c:pt>
                <c:pt idx="207">
                  <c:v>44173</c:v>
                </c:pt>
                <c:pt idx="208">
                  <c:v>44174</c:v>
                </c:pt>
                <c:pt idx="209">
                  <c:v>44175</c:v>
                </c:pt>
                <c:pt idx="210">
                  <c:v>44176</c:v>
                </c:pt>
                <c:pt idx="211">
                  <c:v>44177</c:v>
                </c:pt>
                <c:pt idx="212">
                  <c:v>44178</c:v>
                </c:pt>
                <c:pt idx="213">
                  <c:v>44179</c:v>
                </c:pt>
                <c:pt idx="214">
                  <c:v>44180</c:v>
                </c:pt>
                <c:pt idx="215">
                  <c:v>44181</c:v>
                </c:pt>
                <c:pt idx="216">
                  <c:v>44182</c:v>
                </c:pt>
                <c:pt idx="217">
                  <c:v>44183</c:v>
                </c:pt>
                <c:pt idx="218">
                  <c:v>44184</c:v>
                </c:pt>
                <c:pt idx="219">
                  <c:v>44185</c:v>
                </c:pt>
                <c:pt idx="220">
                  <c:v>44186</c:v>
                </c:pt>
                <c:pt idx="221">
                  <c:v>44187</c:v>
                </c:pt>
                <c:pt idx="222">
                  <c:v>44188</c:v>
                </c:pt>
                <c:pt idx="223">
                  <c:v>44189</c:v>
                </c:pt>
                <c:pt idx="224">
                  <c:v>44190</c:v>
                </c:pt>
                <c:pt idx="225">
                  <c:v>44191</c:v>
                </c:pt>
                <c:pt idx="226">
                  <c:v>44192</c:v>
                </c:pt>
                <c:pt idx="227">
                  <c:v>44193</c:v>
                </c:pt>
                <c:pt idx="228">
                  <c:v>44194</c:v>
                </c:pt>
                <c:pt idx="229">
                  <c:v>44195</c:v>
                </c:pt>
                <c:pt idx="230">
                  <c:v>44196</c:v>
                </c:pt>
                <c:pt idx="231">
                  <c:v>44197</c:v>
                </c:pt>
                <c:pt idx="232">
                  <c:v>44198</c:v>
                </c:pt>
                <c:pt idx="233">
                  <c:v>44199</c:v>
                </c:pt>
                <c:pt idx="234">
                  <c:v>44200</c:v>
                </c:pt>
                <c:pt idx="235">
                  <c:v>44201</c:v>
                </c:pt>
                <c:pt idx="236">
                  <c:v>44202</c:v>
                </c:pt>
                <c:pt idx="237">
                  <c:v>44203</c:v>
                </c:pt>
                <c:pt idx="238">
                  <c:v>44204</c:v>
                </c:pt>
                <c:pt idx="239">
                  <c:v>44205</c:v>
                </c:pt>
                <c:pt idx="240">
                  <c:v>44206</c:v>
                </c:pt>
                <c:pt idx="241">
                  <c:v>44207</c:v>
                </c:pt>
                <c:pt idx="242">
                  <c:v>44208</c:v>
                </c:pt>
                <c:pt idx="243">
                  <c:v>44209</c:v>
                </c:pt>
                <c:pt idx="244">
                  <c:v>44210</c:v>
                </c:pt>
                <c:pt idx="245">
                  <c:v>44211</c:v>
                </c:pt>
                <c:pt idx="246">
                  <c:v>44212</c:v>
                </c:pt>
                <c:pt idx="247">
                  <c:v>44213</c:v>
                </c:pt>
                <c:pt idx="248">
                  <c:v>44214</c:v>
                </c:pt>
                <c:pt idx="249">
                  <c:v>44215</c:v>
                </c:pt>
                <c:pt idx="250">
                  <c:v>44216</c:v>
                </c:pt>
                <c:pt idx="251">
                  <c:v>44217</c:v>
                </c:pt>
                <c:pt idx="252">
                  <c:v>44218</c:v>
                </c:pt>
                <c:pt idx="253">
                  <c:v>44219</c:v>
                </c:pt>
                <c:pt idx="254">
                  <c:v>44220</c:v>
                </c:pt>
                <c:pt idx="255">
                  <c:v>44221</c:v>
                </c:pt>
                <c:pt idx="256">
                  <c:v>44222</c:v>
                </c:pt>
                <c:pt idx="257">
                  <c:v>44223</c:v>
                </c:pt>
                <c:pt idx="258">
                  <c:v>44224</c:v>
                </c:pt>
                <c:pt idx="259">
                  <c:v>44225</c:v>
                </c:pt>
                <c:pt idx="260">
                  <c:v>44226</c:v>
                </c:pt>
                <c:pt idx="261">
                  <c:v>44227</c:v>
                </c:pt>
                <c:pt idx="262">
                  <c:v>44228</c:v>
                </c:pt>
                <c:pt idx="263">
                  <c:v>44229</c:v>
                </c:pt>
                <c:pt idx="264">
                  <c:v>44230</c:v>
                </c:pt>
                <c:pt idx="265">
                  <c:v>44231</c:v>
                </c:pt>
                <c:pt idx="266">
                  <c:v>44232</c:v>
                </c:pt>
                <c:pt idx="267">
                  <c:v>44233</c:v>
                </c:pt>
                <c:pt idx="268">
                  <c:v>44234</c:v>
                </c:pt>
                <c:pt idx="269">
                  <c:v>44235</c:v>
                </c:pt>
                <c:pt idx="270">
                  <c:v>44236</c:v>
                </c:pt>
                <c:pt idx="271">
                  <c:v>44237</c:v>
                </c:pt>
                <c:pt idx="272">
                  <c:v>44238</c:v>
                </c:pt>
                <c:pt idx="273">
                  <c:v>44239</c:v>
                </c:pt>
                <c:pt idx="274">
                  <c:v>44240</c:v>
                </c:pt>
                <c:pt idx="275">
                  <c:v>44241</c:v>
                </c:pt>
                <c:pt idx="276">
                  <c:v>44242</c:v>
                </c:pt>
                <c:pt idx="277">
                  <c:v>44243</c:v>
                </c:pt>
                <c:pt idx="278">
                  <c:v>44244</c:v>
                </c:pt>
                <c:pt idx="279">
                  <c:v>44245</c:v>
                </c:pt>
                <c:pt idx="280">
                  <c:v>44246</c:v>
                </c:pt>
                <c:pt idx="281">
                  <c:v>44247</c:v>
                </c:pt>
                <c:pt idx="282">
                  <c:v>44248</c:v>
                </c:pt>
                <c:pt idx="283">
                  <c:v>44249</c:v>
                </c:pt>
                <c:pt idx="284">
                  <c:v>44250</c:v>
                </c:pt>
                <c:pt idx="285">
                  <c:v>44251</c:v>
                </c:pt>
                <c:pt idx="286">
                  <c:v>44252</c:v>
                </c:pt>
                <c:pt idx="287">
                  <c:v>44253</c:v>
                </c:pt>
                <c:pt idx="288">
                  <c:v>44254</c:v>
                </c:pt>
                <c:pt idx="289">
                  <c:v>44255</c:v>
                </c:pt>
                <c:pt idx="290">
                  <c:v>44256</c:v>
                </c:pt>
                <c:pt idx="291">
                  <c:v>44257</c:v>
                </c:pt>
                <c:pt idx="292">
                  <c:v>44258</c:v>
                </c:pt>
                <c:pt idx="293">
                  <c:v>44259</c:v>
                </c:pt>
                <c:pt idx="294">
                  <c:v>44260</c:v>
                </c:pt>
                <c:pt idx="295">
                  <c:v>44261</c:v>
                </c:pt>
                <c:pt idx="296">
                  <c:v>44262</c:v>
                </c:pt>
                <c:pt idx="297">
                  <c:v>44263</c:v>
                </c:pt>
                <c:pt idx="298">
                  <c:v>44264</c:v>
                </c:pt>
                <c:pt idx="299">
                  <c:v>44265</c:v>
                </c:pt>
                <c:pt idx="300">
                  <c:v>44266</c:v>
                </c:pt>
                <c:pt idx="301">
                  <c:v>44267</c:v>
                </c:pt>
                <c:pt idx="302">
                  <c:v>44268</c:v>
                </c:pt>
                <c:pt idx="303">
                  <c:v>44269</c:v>
                </c:pt>
                <c:pt idx="304">
                  <c:v>44270</c:v>
                </c:pt>
                <c:pt idx="305">
                  <c:v>44271</c:v>
                </c:pt>
                <c:pt idx="306">
                  <c:v>44272</c:v>
                </c:pt>
                <c:pt idx="307">
                  <c:v>44273</c:v>
                </c:pt>
                <c:pt idx="308">
                  <c:v>44274</c:v>
                </c:pt>
                <c:pt idx="309">
                  <c:v>44275</c:v>
                </c:pt>
                <c:pt idx="310">
                  <c:v>44276</c:v>
                </c:pt>
                <c:pt idx="311">
                  <c:v>44277</c:v>
                </c:pt>
                <c:pt idx="312">
                  <c:v>44278</c:v>
                </c:pt>
                <c:pt idx="313">
                  <c:v>44279</c:v>
                </c:pt>
                <c:pt idx="314">
                  <c:v>44280</c:v>
                </c:pt>
                <c:pt idx="315">
                  <c:v>44281</c:v>
                </c:pt>
                <c:pt idx="316">
                  <c:v>44282</c:v>
                </c:pt>
                <c:pt idx="317">
                  <c:v>44283</c:v>
                </c:pt>
                <c:pt idx="318">
                  <c:v>44284</c:v>
                </c:pt>
                <c:pt idx="319">
                  <c:v>44285</c:v>
                </c:pt>
                <c:pt idx="320">
                  <c:v>44286</c:v>
                </c:pt>
                <c:pt idx="321">
                  <c:v>44287</c:v>
                </c:pt>
                <c:pt idx="322">
                  <c:v>44288</c:v>
                </c:pt>
                <c:pt idx="323">
                  <c:v>44289</c:v>
                </c:pt>
                <c:pt idx="324">
                  <c:v>44290</c:v>
                </c:pt>
                <c:pt idx="325">
                  <c:v>44291</c:v>
                </c:pt>
                <c:pt idx="326">
                  <c:v>44292</c:v>
                </c:pt>
                <c:pt idx="327">
                  <c:v>44293</c:v>
                </c:pt>
                <c:pt idx="328">
                  <c:v>44294</c:v>
                </c:pt>
                <c:pt idx="329">
                  <c:v>44295</c:v>
                </c:pt>
                <c:pt idx="330">
                  <c:v>44296</c:v>
                </c:pt>
                <c:pt idx="331">
                  <c:v>44297</c:v>
                </c:pt>
                <c:pt idx="332">
                  <c:v>44298</c:v>
                </c:pt>
                <c:pt idx="333">
                  <c:v>44299</c:v>
                </c:pt>
                <c:pt idx="334">
                  <c:v>44300</c:v>
                </c:pt>
                <c:pt idx="335">
                  <c:v>44301</c:v>
                </c:pt>
                <c:pt idx="336">
                  <c:v>44302</c:v>
                </c:pt>
                <c:pt idx="337">
                  <c:v>44303</c:v>
                </c:pt>
                <c:pt idx="338">
                  <c:v>44304</c:v>
                </c:pt>
                <c:pt idx="339">
                  <c:v>44305</c:v>
                </c:pt>
                <c:pt idx="340">
                  <c:v>44306</c:v>
                </c:pt>
                <c:pt idx="341">
                  <c:v>44307</c:v>
                </c:pt>
                <c:pt idx="342">
                  <c:v>44308</c:v>
                </c:pt>
                <c:pt idx="343">
                  <c:v>44309</c:v>
                </c:pt>
                <c:pt idx="344">
                  <c:v>44310</c:v>
                </c:pt>
                <c:pt idx="345">
                  <c:v>44311</c:v>
                </c:pt>
                <c:pt idx="346">
                  <c:v>44312</c:v>
                </c:pt>
                <c:pt idx="347">
                  <c:v>44313</c:v>
                </c:pt>
                <c:pt idx="348">
                  <c:v>44314</c:v>
                </c:pt>
                <c:pt idx="349">
                  <c:v>44315</c:v>
                </c:pt>
                <c:pt idx="350">
                  <c:v>44316</c:v>
                </c:pt>
                <c:pt idx="351">
                  <c:v>44317</c:v>
                </c:pt>
                <c:pt idx="352">
                  <c:v>44318</c:v>
                </c:pt>
                <c:pt idx="353">
                  <c:v>44319</c:v>
                </c:pt>
                <c:pt idx="354">
                  <c:v>44320</c:v>
                </c:pt>
                <c:pt idx="355">
                  <c:v>44321</c:v>
                </c:pt>
                <c:pt idx="356">
                  <c:v>44322</c:v>
                </c:pt>
                <c:pt idx="357">
                  <c:v>44323</c:v>
                </c:pt>
                <c:pt idx="358">
                  <c:v>44324</c:v>
                </c:pt>
                <c:pt idx="359">
                  <c:v>44325</c:v>
                </c:pt>
                <c:pt idx="360">
                  <c:v>44326</c:v>
                </c:pt>
                <c:pt idx="361">
                  <c:v>44327</c:v>
                </c:pt>
                <c:pt idx="362">
                  <c:v>44328</c:v>
                </c:pt>
                <c:pt idx="363">
                  <c:v>44329</c:v>
                </c:pt>
                <c:pt idx="364">
                  <c:v>44330</c:v>
                </c:pt>
                <c:pt idx="365">
                  <c:v>44331</c:v>
                </c:pt>
                <c:pt idx="366">
                  <c:v>44332</c:v>
                </c:pt>
                <c:pt idx="367">
                  <c:v>44333</c:v>
                </c:pt>
                <c:pt idx="368">
                  <c:v>44334</c:v>
                </c:pt>
                <c:pt idx="369">
                  <c:v>44335</c:v>
                </c:pt>
                <c:pt idx="370">
                  <c:v>44336</c:v>
                </c:pt>
                <c:pt idx="371">
                  <c:v>44337</c:v>
                </c:pt>
                <c:pt idx="372">
                  <c:v>44338</c:v>
                </c:pt>
                <c:pt idx="373">
                  <c:v>44339</c:v>
                </c:pt>
                <c:pt idx="374">
                  <c:v>44340</c:v>
                </c:pt>
                <c:pt idx="375">
                  <c:v>44341</c:v>
                </c:pt>
                <c:pt idx="376">
                  <c:v>44342</c:v>
                </c:pt>
                <c:pt idx="377">
                  <c:v>44343</c:v>
                </c:pt>
                <c:pt idx="378">
                  <c:v>44344</c:v>
                </c:pt>
                <c:pt idx="379">
                  <c:v>44345</c:v>
                </c:pt>
                <c:pt idx="380">
                  <c:v>44346</c:v>
                </c:pt>
                <c:pt idx="381">
                  <c:v>44347</c:v>
                </c:pt>
                <c:pt idx="382">
                  <c:v>44348</c:v>
                </c:pt>
                <c:pt idx="383">
                  <c:v>44349</c:v>
                </c:pt>
                <c:pt idx="384">
                  <c:v>44350</c:v>
                </c:pt>
                <c:pt idx="385">
                  <c:v>44351</c:v>
                </c:pt>
                <c:pt idx="386">
                  <c:v>44352</c:v>
                </c:pt>
                <c:pt idx="387">
                  <c:v>44353</c:v>
                </c:pt>
                <c:pt idx="388">
                  <c:v>44354</c:v>
                </c:pt>
                <c:pt idx="389">
                  <c:v>44355</c:v>
                </c:pt>
                <c:pt idx="390">
                  <c:v>44356</c:v>
                </c:pt>
                <c:pt idx="391">
                  <c:v>44357</c:v>
                </c:pt>
                <c:pt idx="392">
                  <c:v>44358</c:v>
                </c:pt>
                <c:pt idx="393">
                  <c:v>44359</c:v>
                </c:pt>
                <c:pt idx="394">
                  <c:v>44360</c:v>
                </c:pt>
                <c:pt idx="395">
                  <c:v>44361</c:v>
                </c:pt>
                <c:pt idx="396">
                  <c:v>44362</c:v>
                </c:pt>
                <c:pt idx="397">
                  <c:v>44363</c:v>
                </c:pt>
                <c:pt idx="398">
                  <c:v>44364</c:v>
                </c:pt>
                <c:pt idx="399">
                  <c:v>44365</c:v>
                </c:pt>
                <c:pt idx="400">
                  <c:v>44366</c:v>
                </c:pt>
                <c:pt idx="401">
                  <c:v>44367</c:v>
                </c:pt>
                <c:pt idx="402">
                  <c:v>44368</c:v>
                </c:pt>
                <c:pt idx="403">
                  <c:v>44369</c:v>
                </c:pt>
                <c:pt idx="404">
                  <c:v>44370</c:v>
                </c:pt>
                <c:pt idx="405">
                  <c:v>44371</c:v>
                </c:pt>
                <c:pt idx="406">
                  <c:v>44372</c:v>
                </c:pt>
                <c:pt idx="407">
                  <c:v>44373</c:v>
                </c:pt>
                <c:pt idx="408">
                  <c:v>44374</c:v>
                </c:pt>
                <c:pt idx="409">
                  <c:v>44375</c:v>
                </c:pt>
                <c:pt idx="410">
                  <c:v>44376</c:v>
                </c:pt>
                <c:pt idx="411">
                  <c:v>44377</c:v>
                </c:pt>
                <c:pt idx="412">
                  <c:v>44378</c:v>
                </c:pt>
                <c:pt idx="413">
                  <c:v>44379</c:v>
                </c:pt>
                <c:pt idx="414">
                  <c:v>44380</c:v>
                </c:pt>
                <c:pt idx="415">
                  <c:v>44381</c:v>
                </c:pt>
                <c:pt idx="416">
                  <c:v>44382</c:v>
                </c:pt>
                <c:pt idx="417">
                  <c:v>44383</c:v>
                </c:pt>
                <c:pt idx="418">
                  <c:v>44384</c:v>
                </c:pt>
                <c:pt idx="419">
                  <c:v>44385</c:v>
                </c:pt>
                <c:pt idx="420">
                  <c:v>44386</c:v>
                </c:pt>
                <c:pt idx="421">
                  <c:v>44387</c:v>
                </c:pt>
                <c:pt idx="422">
                  <c:v>44388</c:v>
                </c:pt>
                <c:pt idx="423">
                  <c:v>44389</c:v>
                </c:pt>
                <c:pt idx="424">
                  <c:v>44390</c:v>
                </c:pt>
              </c:numCache>
            </c:numRef>
          </c:xVal>
          <c:yVal>
            <c:numRef>
              <c:f>Hosp!$C$2:$C$426</c:f>
              <c:numCache>
                <c:formatCode>General</c:formatCode>
                <c:ptCount val="425"/>
                <c:pt idx="0">
                  <c:v>568</c:v>
                </c:pt>
                <c:pt idx="1">
                  <c:v>514</c:v>
                </c:pt>
                <c:pt idx="2">
                  <c:v>610</c:v>
                </c:pt>
                <c:pt idx="3">
                  <c:v>603</c:v>
                </c:pt>
                <c:pt idx="4">
                  <c:v>571</c:v>
                </c:pt>
                <c:pt idx="5">
                  <c:v>575</c:v>
                </c:pt>
                <c:pt idx="6">
                  <c:v>570</c:v>
                </c:pt>
                <c:pt idx="7">
                  <c:v>606</c:v>
                </c:pt>
                <c:pt idx="8">
                  <c:v>594</c:v>
                </c:pt>
                <c:pt idx="9">
                  <c:v>630</c:v>
                </c:pt>
                <c:pt idx="10">
                  <c:v>660</c:v>
                </c:pt>
                <c:pt idx="11">
                  <c:v>670</c:v>
                </c:pt>
                <c:pt idx="12">
                  <c:v>717</c:v>
                </c:pt>
                <c:pt idx="13">
                  <c:v>663</c:v>
                </c:pt>
                <c:pt idx="14">
                  <c:v>636</c:v>
                </c:pt>
                <c:pt idx="15">
                  <c:v>682</c:v>
                </c:pt>
                <c:pt idx="16">
                  <c:v>704</c:v>
                </c:pt>
                <c:pt idx="17">
                  <c:v>695</c:v>
                </c:pt>
                <c:pt idx="18">
                  <c:v>694</c:v>
                </c:pt>
                <c:pt idx="19">
                  <c:v>750</c:v>
                </c:pt>
                <c:pt idx="20">
                  <c:v>751</c:v>
                </c:pt>
                <c:pt idx="21">
                  <c:v>724</c:v>
                </c:pt>
                <c:pt idx="22">
                  <c:v>679</c:v>
                </c:pt>
                <c:pt idx="23">
                  <c:v>702</c:v>
                </c:pt>
                <c:pt idx="24">
                  <c:v>764</c:v>
                </c:pt>
                <c:pt idx="25">
                  <c:v>831</c:v>
                </c:pt>
                <c:pt idx="26">
                  <c:v>817</c:v>
                </c:pt>
                <c:pt idx="27">
                  <c:v>825</c:v>
                </c:pt>
                <c:pt idx="28">
                  <c:v>886</c:v>
                </c:pt>
                <c:pt idx="29">
                  <c:v>883</c:v>
                </c:pt>
                <c:pt idx="30">
                  <c:v>856</c:v>
                </c:pt>
                <c:pt idx="31">
                  <c:v>873</c:v>
                </c:pt>
                <c:pt idx="32">
                  <c:v>963</c:v>
                </c:pt>
                <c:pt idx="33">
                  <c:v>936</c:v>
                </c:pt>
                <c:pt idx="34">
                  <c:v>919</c:v>
                </c:pt>
                <c:pt idx="35">
                  <c:v>954</c:v>
                </c:pt>
                <c:pt idx="36">
                  <c:v>932</c:v>
                </c:pt>
                <c:pt idx="37">
                  <c:v>1027</c:v>
                </c:pt>
                <c:pt idx="38">
                  <c:v>1029</c:v>
                </c:pt>
                <c:pt idx="39">
                  <c:v>1128</c:v>
                </c:pt>
                <c:pt idx="40">
                  <c:v>1115</c:v>
                </c:pt>
                <c:pt idx="41">
                  <c:v>1146</c:v>
                </c:pt>
                <c:pt idx="42">
                  <c:v>1154</c:v>
                </c:pt>
                <c:pt idx="43">
                  <c:v>1133</c:v>
                </c:pt>
                <c:pt idx="44">
                  <c:v>1181</c:v>
                </c:pt>
                <c:pt idx="45">
                  <c:v>1255</c:v>
                </c:pt>
                <c:pt idx="46">
                  <c:v>1269</c:v>
                </c:pt>
                <c:pt idx="47">
                  <c:v>1348</c:v>
                </c:pt>
                <c:pt idx="48">
                  <c:v>1375</c:v>
                </c:pt>
                <c:pt idx="49">
                  <c:v>1450</c:v>
                </c:pt>
                <c:pt idx="50">
                  <c:v>1449</c:v>
                </c:pt>
                <c:pt idx="51">
                  <c:v>1490</c:v>
                </c:pt>
                <c:pt idx="52">
                  <c:v>1560</c:v>
                </c:pt>
                <c:pt idx="53">
                  <c:v>1685</c:v>
                </c:pt>
                <c:pt idx="54">
                  <c:v>1592</c:v>
                </c:pt>
                <c:pt idx="55">
                  <c:v>1769</c:v>
                </c:pt>
                <c:pt idx="56">
                  <c:v>1834</c:v>
                </c:pt>
                <c:pt idx="57">
                  <c:v>1869</c:v>
                </c:pt>
                <c:pt idx="58">
                  <c:v>1955</c:v>
                </c:pt>
                <c:pt idx="59">
                  <c:v>1939</c:v>
                </c:pt>
                <c:pt idx="60">
                  <c:v>1978</c:v>
                </c:pt>
                <c:pt idx="61">
                  <c:v>1945</c:v>
                </c:pt>
                <c:pt idx="62">
                  <c:v>2025</c:v>
                </c:pt>
                <c:pt idx="63">
                  <c:v>2009</c:v>
                </c:pt>
                <c:pt idx="64">
                  <c:v>2046</c:v>
                </c:pt>
                <c:pt idx="65">
                  <c:v>1980</c:v>
                </c:pt>
                <c:pt idx="66">
                  <c:v>2051</c:v>
                </c:pt>
                <c:pt idx="67">
                  <c:v>2133</c:v>
                </c:pt>
                <c:pt idx="68">
                  <c:v>2172</c:v>
                </c:pt>
                <c:pt idx="69">
                  <c:v>2116</c:v>
                </c:pt>
                <c:pt idx="70">
                  <c:v>2197</c:v>
                </c:pt>
                <c:pt idx="71">
                  <c:v>2257</c:v>
                </c:pt>
                <c:pt idx="72">
                  <c:v>2242</c:v>
                </c:pt>
                <c:pt idx="73">
                  <c:v>2294</c:v>
                </c:pt>
                <c:pt idx="74">
                  <c:v>2316</c:v>
                </c:pt>
                <c:pt idx="75">
                  <c:v>2337</c:v>
                </c:pt>
                <c:pt idx="76">
                  <c:v>2334</c:v>
                </c:pt>
                <c:pt idx="77">
                  <c:v>2369</c:v>
                </c:pt>
                <c:pt idx="78">
                  <c:v>2326</c:v>
                </c:pt>
                <c:pt idx="79">
                  <c:v>2349</c:v>
                </c:pt>
                <c:pt idx="80">
                  <c:v>2336</c:v>
                </c:pt>
                <c:pt idx="81">
                  <c:v>2358</c:v>
                </c:pt>
                <c:pt idx="82">
                  <c:v>2381</c:v>
                </c:pt>
                <c:pt idx="83">
                  <c:v>2356</c:v>
                </c:pt>
                <c:pt idx="84">
                  <c:v>2440</c:v>
                </c:pt>
                <c:pt idx="85">
                  <c:v>2367</c:v>
                </c:pt>
                <c:pt idx="86">
                  <c:v>2401</c:v>
                </c:pt>
                <c:pt idx="87">
                  <c:v>2406</c:v>
                </c:pt>
                <c:pt idx="88">
                  <c:v>2323</c:v>
                </c:pt>
                <c:pt idx="89">
                  <c:v>2299</c:v>
                </c:pt>
                <c:pt idx="90">
                  <c:v>2279</c:v>
                </c:pt>
                <c:pt idx="91">
                  <c:v>2270</c:v>
                </c:pt>
                <c:pt idx="92">
                  <c:v>2175</c:v>
                </c:pt>
                <c:pt idx="93">
                  <c:v>2193</c:v>
                </c:pt>
                <c:pt idx="94">
                  <c:v>2173</c:v>
                </c:pt>
                <c:pt idx="95">
                  <c:v>2172</c:v>
                </c:pt>
                <c:pt idx="96">
                  <c:v>2193</c:v>
                </c:pt>
                <c:pt idx="97">
                  <c:v>2132</c:v>
                </c:pt>
                <c:pt idx="98">
                  <c:v>2124</c:v>
                </c:pt>
                <c:pt idx="99">
                  <c:v>2020</c:v>
                </c:pt>
                <c:pt idx="100">
                  <c:v>2020</c:v>
                </c:pt>
                <c:pt idx="101">
                  <c:v>1994</c:v>
                </c:pt>
                <c:pt idx="102">
                  <c:v>1973</c:v>
                </c:pt>
                <c:pt idx="103">
                  <c:v>1790</c:v>
                </c:pt>
                <c:pt idx="104">
                  <c:v>1908</c:v>
                </c:pt>
                <c:pt idx="105">
                  <c:v>1917</c:v>
                </c:pt>
                <c:pt idx="106">
                  <c:v>1890</c:v>
                </c:pt>
                <c:pt idx="107">
                  <c:v>1952</c:v>
                </c:pt>
                <c:pt idx="108">
                  <c:v>1873</c:v>
                </c:pt>
                <c:pt idx="109">
                  <c:v>1873</c:v>
                </c:pt>
                <c:pt idx="110">
                  <c:v>1863</c:v>
                </c:pt>
                <c:pt idx="111">
                  <c:v>1888</c:v>
                </c:pt>
                <c:pt idx="112">
                  <c:v>1829</c:v>
                </c:pt>
                <c:pt idx="113">
                  <c:v>1804</c:v>
                </c:pt>
                <c:pt idx="114">
                  <c:v>1723</c:v>
                </c:pt>
                <c:pt idx="115">
                  <c:v>1755</c:v>
                </c:pt>
                <c:pt idx="116">
                  <c:v>1731</c:v>
                </c:pt>
                <c:pt idx="117">
                  <c:v>1726</c:v>
                </c:pt>
                <c:pt idx="118">
                  <c:v>1677</c:v>
                </c:pt>
                <c:pt idx="119">
                  <c:v>1609</c:v>
                </c:pt>
                <c:pt idx="120">
                  <c:v>1559</c:v>
                </c:pt>
                <c:pt idx="121">
                  <c:v>1557</c:v>
                </c:pt>
                <c:pt idx="122">
                  <c:v>1493</c:v>
                </c:pt>
                <c:pt idx="123">
                  <c:v>1546</c:v>
                </c:pt>
                <c:pt idx="124">
                  <c:v>1593</c:v>
                </c:pt>
                <c:pt idx="125">
                  <c:v>1566</c:v>
                </c:pt>
                <c:pt idx="126">
                  <c:v>1485</c:v>
                </c:pt>
                <c:pt idx="127">
                  <c:v>1423</c:v>
                </c:pt>
                <c:pt idx="128">
                  <c:v>1401</c:v>
                </c:pt>
                <c:pt idx="129">
                  <c:v>1263</c:v>
                </c:pt>
                <c:pt idx="130">
                  <c:v>1338</c:v>
                </c:pt>
                <c:pt idx="131">
                  <c:v>1333</c:v>
                </c:pt>
                <c:pt idx="132">
                  <c:v>1257</c:v>
                </c:pt>
                <c:pt idx="133">
                  <c:v>1301</c:v>
                </c:pt>
                <c:pt idx="134">
                  <c:v>1210</c:v>
                </c:pt>
                <c:pt idx="135">
                  <c:v>1275</c:v>
                </c:pt>
                <c:pt idx="136">
                  <c:v>1268</c:v>
                </c:pt>
                <c:pt idx="137">
                  <c:v>1309</c:v>
                </c:pt>
                <c:pt idx="138">
                  <c:v>1291</c:v>
                </c:pt>
                <c:pt idx="139">
                  <c:v>1334</c:v>
                </c:pt>
                <c:pt idx="140">
                  <c:v>1244</c:v>
                </c:pt>
                <c:pt idx="141">
                  <c:v>1252</c:v>
                </c:pt>
                <c:pt idx="142">
                  <c:v>1219</c:v>
                </c:pt>
                <c:pt idx="143">
                  <c:v>1274</c:v>
                </c:pt>
                <c:pt idx="144">
                  <c:v>1248</c:v>
                </c:pt>
                <c:pt idx="145">
                  <c:v>1252</c:v>
                </c:pt>
                <c:pt idx="146">
                  <c:v>1176</c:v>
                </c:pt>
                <c:pt idx="147">
                  <c:v>1218</c:v>
                </c:pt>
                <c:pt idx="148">
                  <c:v>1144</c:v>
                </c:pt>
                <c:pt idx="149">
                  <c:v>1231</c:v>
                </c:pt>
                <c:pt idx="150">
                  <c:v>1123</c:v>
                </c:pt>
                <c:pt idx="151">
                  <c:v>1182</c:v>
                </c:pt>
                <c:pt idx="152">
                  <c:v>1141</c:v>
                </c:pt>
                <c:pt idx="153">
                  <c:v>1215</c:v>
                </c:pt>
                <c:pt idx="154">
                  <c:v>1164</c:v>
                </c:pt>
                <c:pt idx="155">
                  <c:v>1215</c:v>
                </c:pt>
                <c:pt idx="156">
                  <c:v>1152</c:v>
                </c:pt>
                <c:pt idx="157">
                  <c:v>1251</c:v>
                </c:pt>
                <c:pt idx="158">
                  <c:v>1156</c:v>
                </c:pt>
                <c:pt idx="159">
                  <c:v>1200</c:v>
                </c:pt>
                <c:pt idx="160">
                  <c:v>1137</c:v>
                </c:pt>
                <c:pt idx="161">
                  <c:v>1147</c:v>
                </c:pt>
                <c:pt idx="162">
                  <c:v>1120</c:v>
                </c:pt>
                <c:pt idx="163">
                  <c:v>1171</c:v>
                </c:pt>
                <c:pt idx="164">
                  <c:v>1180</c:v>
                </c:pt>
                <c:pt idx="165">
                  <c:v>1249</c:v>
                </c:pt>
                <c:pt idx="166">
                  <c:v>1185</c:v>
                </c:pt>
                <c:pt idx="167">
                  <c:v>1254</c:v>
                </c:pt>
                <c:pt idx="168">
                  <c:v>1253</c:v>
                </c:pt>
                <c:pt idx="169">
                  <c:v>1208</c:v>
                </c:pt>
                <c:pt idx="170">
                  <c:v>1176</c:v>
                </c:pt>
                <c:pt idx="171">
                  <c:v>1179</c:v>
                </c:pt>
                <c:pt idx="172">
                  <c:v>1216</c:v>
                </c:pt>
                <c:pt idx="173">
                  <c:v>1230</c:v>
                </c:pt>
                <c:pt idx="174">
                  <c:v>1248</c:v>
                </c:pt>
                <c:pt idx="175">
                  <c:v>1181</c:v>
                </c:pt>
                <c:pt idx="176">
                  <c:v>1086</c:v>
                </c:pt>
                <c:pt idx="177">
                  <c:v>1160</c:v>
                </c:pt>
                <c:pt idx="178">
                  <c:v>1159</c:v>
                </c:pt>
                <c:pt idx="179">
                  <c:v>1152</c:v>
                </c:pt>
                <c:pt idx="180">
                  <c:v>1179</c:v>
                </c:pt>
                <c:pt idx="181">
                  <c:v>1109</c:v>
                </c:pt>
                <c:pt idx="182">
                  <c:v>1041</c:v>
                </c:pt>
                <c:pt idx="183">
                  <c:v>1065</c:v>
                </c:pt>
                <c:pt idx="184">
                  <c:v>1064</c:v>
                </c:pt>
                <c:pt idx="185">
                  <c:v>1038</c:v>
                </c:pt>
                <c:pt idx="186">
                  <c:v>1100</c:v>
                </c:pt>
                <c:pt idx="187">
                  <c:v>1110</c:v>
                </c:pt>
                <c:pt idx="188">
                  <c:v>1082</c:v>
                </c:pt>
                <c:pt idx="189">
                  <c:v>1110</c:v>
                </c:pt>
                <c:pt idx="190">
                  <c:v>1083</c:v>
                </c:pt>
                <c:pt idx="191">
                  <c:v>1075</c:v>
                </c:pt>
                <c:pt idx="192">
                  <c:v>1106</c:v>
                </c:pt>
                <c:pt idx="193">
                  <c:v>1136</c:v>
                </c:pt>
                <c:pt idx="194">
                  <c:v>1103</c:v>
                </c:pt>
                <c:pt idx="195">
                  <c:v>1186</c:v>
                </c:pt>
                <c:pt idx="196">
                  <c:v>1059</c:v>
                </c:pt>
                <c:pt idx="197">
                  <c:v>1079</c:v>
                </c:pt>
                <c:pt idx="198">
                  <c:v>1152</c:v>
                </c:pt>
                <c:pt idx="199">
                  <c:v>1090</c:v>
                </c:pt>
                <c:pt idx="200">
                  <c:v>1156</c:v>
                </c:pt>
                <c:pt idx="201">
                  <c:v>1214</c:v>
                </c:pt>
                <c:pt idx="202">
                  <c:v>1163</c:v>
                </c:pt>
                <c:pt idx="203">
                  <c:v>1133</c:v>
                </c:pt>
                <c:pt idx="204">
                  <c:v>1179</c:v>
                </c:pt>
                <c:pt idx="205">
                  <c:v>1157</c:v>
                </c:pt>
                <c:pt idx="206">
                  <c:v>1202</c:v>
                </c:pt>
                <c:pt idx="207">
                  <c:v>1180</c:v>
                </c:pt>
                <c:pt idx="208">
                  <c:v>1192</c:v>
                </c:pt>
                <c:pt idx="209">
                  <c:v>1192</c:v>
                </c:pt>
                <c:pt idx="210">
                  <c:v>1213</c:v>
                </c:pt>
                <c:pt idx="211">
                  <c:v>1186</c:v>
                </c:pt>
                <c:pt idx="212">
                  <c:v>1149</c:v>
                </c:pt>
                <c:pt idx="213">
                  <c:v>1223</c:v>
                </c:pt>
                <c:pt idx="214">
                  <c:v>1236</c:v>
                </c:pt>
                <c:pt idx="215">
                  <c:v>1243</c:v>
                </c:pt>
                <c:pt idx="216">
                  <c:v>1246</c:v>
                </c:pt>
                <c:pt idx="217">
                  <c:v>1272</c:v>
                </c:pt>
                <c:pt idx="218">
                  <c:v>1323</c:v>
                </c:pt>
                <c:pt idx="219">
                  <c:v>1318</c:v>
                </c:pt>
                <c:pt idx="220">
                  <c:v>1409</c:v>
                </c:pt>
                <c:pt idx="221">
                  <c:v>1444</c:v>
                </c:pt>
                <c:pt idx="222">
                  <c:v>1477</c:v>
                </c:pt>
                <c:pt idx="223">
                  <c:v>1457</c:v>
                </c:pt>
                <c:pt idx="224">
                  <c:v>1468</c:v>
                </c:pt>
                <c:pt idx="225">
                  <c:v>1548</c:v>
                </c:pt>
                <c:pt idx="226">
                  <c:v>1564</c:v>
                </c:pt>
                <c:pt idx="227">
                  <c:v>1661</c:v>
                </c:pt>
                <c:pt idx="228">
                  <c:v>1725</c:v>
                </c:pt>
                <c:pt idx="229">
                  <c:v>1796</c:v>
                </c:pt>
                <c:pt idx="230">
                  <c:v>1768</c:v>
                </c:pt>
                <c:pt idx="231">
                  <c:v>1694</c:v>
                </c:pt>
                <c:pt idx="232">
                  <c:v>1800</c:v>
                </c:pt>
                <c:pt idx="233">
                  <c:v>1853</c:v>
                </c:pt>
                <c:pt idx="234">
                  <c:v>1848</c:v>
                </c:pt>
                <c:pt idx="235">
                  <c:v>1904</c:v>
                </c:pt>
                <c:pt idx="236">
                  <c:v>1968</c:v>
                </c:pt>
                <c:pt idx="237">
                  <c:v>1979</c:v>
                </c:pt>
                <c:pt idx="238">
                  <c:v>1926</c:v>
                </c:pt>
                <c:pt idx="239">
                  <c:v>2011</c:v>
                </c:pt>
                <c:pt idx="240">
                  <c:v>1983</c:v>
                </c:pt>
                <c:pt idx="241">
                  <c:v>2054</c:v>
                </c:pt>
                <c:pt idx="242">
                  <c:v>2023</c:v>
                </c:pt>
                <c:pt idx="243">
                  <c:v>2016</c:v>
                </c:pt>
                <c:pt idx="244">
                  <c:v>1975</c:v>
                </c:pt>
                <c:pt idx="245">
                  <c:v>2030</c:v>
                </c:pt>
                <c:pt idx="246">
                  <c:v>2056</c:v>
                </c:pt>
                <c:pt idx="247">
                  <c:v>1976</c:v>
                </c:pt>
                <c:pt idx="248">
                  <c:v>2087</c:v>
                </c:pt>
                <c:pt idx="249">
                  <c:v>2066</c:v>
                </c:pt>
                <c:pt idx="250">
                  <c:v>1969</c:v>
                </c:pt>
                <c:pt idx="251">
                  <c:v>1989</c:v>
                </c:pt>
                <c:pt idx="252">
                  <c:v>2088</c:v>
                </c:pt>
                <c:pt idx="253">
                  <c:v>2082</c:v>
                </c:pt>
                <c:pt idx="254">
                  <c:v>2036</c:v>
                </c:pt>
                <c:pt idx="255">
                  <c:v>2026</c:v>
                </c:pt>
                <c:pt idx="256">
                  <c:v>1887</c:v>
                </c:pt>
                <c:pt idx="257">
                  <c:v>1878</c:v>
                </c:pt>
                <c:pt idx="258">
                  <c:v>1788</c:v>
                </c:pt>
                <c:pt idx="259">
                  <c:v>1760</c:v>
                </c:pt>
                <c:pt idx="260">
                  <c:v>1732</c:v>
                </c:pt>
                <c:pt idx="261">
                  <c:v>1647</c:v>
                </c:pt>
                <c:pt idx="262">
                  <c:v>1635</c:v>
                </c:pt>
                <c:pt idx="263">
                  <c:v>1606</c:v>
                </c:pt>
                <c:pt idx="264">
                  <c:v>1503</c:v>
                </c:pt>
                <c:pt idx="265">
                  <c:v>1414</c:v>
                </c:pt>
                <c:pt idx="266">
                  <c:v>1366</c:v>
                </c:pt>
                <c:pt idx="267">
                  <c:v>1290</c:v>
                </c:pt>
                <c:pt idx="268">
                  <c:v>1282</c:v>
                </c:pt>
                <c:pt idx="269">
                  <c:v>1206</c:v>
                </c:pt>
                <c:pt idx="270">
                  <c:v>1180</c:v>
                </c:pt>
                <c:pt idx="271">
                  <c:v>1226</c:v>
                </c:pt>
                <c:pt idx="272">
                  <c:v>1165</c:v>
                </c:pt>
                <c:pt idx="273">
                  <c:v>1138</c:v>
                </c:pt>
                <c:pt idx="274">
                  <c:v>1077</c:v>
                </c:pt>
                <c:pt idx="275">
                  <c:v>1085</c:v>
                </c:pt>
                <c:pt idx="276">
                  <c:v>1025</c:v>
                </c:pt>
                <c:pt idx="277">
                  <c:v>1020</c:v>
                </c:pt>
                <c:pt idx="278">
                  <c:v>947</c:v>
                </c:pt>
                <c:pt idx="279">
                  <c:v>925</c:v>
                </c:pt>
                <c:pt idx="280">
                  <c:v>883</c:v>
                </c:pt>
                <c:pt idx="281">
                  <c:v>900</c:v>
                </c:pt>
                <c:pt idx="282">
                  <c:v>917</c:v>
                </c:pt>
                <c:pt idx="283">
                  <c:v>864</c:v>
                </c:pt>
                <c:pt idx="284">
                  <c:v>869</c:v>
                </c:pt>
                <c:pt idx="285">
                  <c:v>880</c:v>
                </c:pt>
                <c:pt idx="286">
                  <c:v>748</c:v>
                </c:pt>
                <c:pt idx="287">
                  <c:v>771</c:v>
                </c:pt>
                <c:pt idx="288">
                  <c:v>693</c:v>
                </c:pt>
                <c:pt idx="289">
                  <c:v>778</c:v>
                </c:pt>
                <c:pt idx="290">
                  <c:v>675</c:v>
                </c:pt>
                <c:pt idx="291">
                  <c:v>762</c:v>
                </c:pt>
                <c:pt idx="292">
                  <c:v>689</c:v>
                </c:pt>
                <c:pt idx="293">
                  <c:v>718</c:v>
                </c:pt>
                <c:pt idx="294">
                  <c:v>694</c:v>
                </c:pt>
                <c:pt idx="295">
                  <c:v>733</c:v>
                </c:pt>
                <c:pt idx="296">
                  <c:v>658</c:v>
                </c:pt>
                <c:pt idx="297">
                  <c:v>685</c:v>
                </c:pt>
                <c:pt idx="298">
                  <c:v>666</c:v>
                </c:pt>
                <c:pt idx="299">
                  <c:v>696</c:v>
                </c:pt>
                <c:pt idx="300">
                  <c:v>654</c:v>
                </c:pt>
                <c:pt idx="301">
                  <c:v>661</c:v>
                </c:pt>
                <c:pt idx="302">
                  <c:v>637</c:v>
                </c:pt>
                <c:pt idx="303">
                  <c:v>700</c:v>
                </c:pt>
                <c:pt idx="304">
                  <c:v>624</c:v>
                </c:pt>
                <c:pt idx="305">
                  <c:v>668</c:v>
                </c:pt>
                <c:pt idx="306">
                  <c:v>615</c:v>
                </c:pt>
                <c:pt idx="307">
                  <c:v>667</c:v>
                </c:pt>
                <c:pt idx="308">
                  <c:v>605</c:v>
                </c:pt>
                <c:pt idx="309">
                  <c:v>648</c:v>
                </c:pt>
                <c:pt idx="310">
                  <c:v>638</c:v>
                </c:pt>
                <c:pt idx="311">
                  <c:v>729</c:v>
                </c:pt>
                <c:pt idx="312">
                  <c:v>654</c:v>
                </c:pt>
                <c:pt idx="313">
                  <c:v>760</c:v>
                </c:pt>
                <c:pt idx="314">
                  <c:v>719</c:v>
                </c:pt>
                <c:pt idx="315">
                  <c:v>743</c:v>
                </c:pt>
                <c:pt idx="316">
                  <c:v>703</c:v>
                </c:pt>
                <c:pt idx="317">
                  <c:v>777</c:v>
                </c:pt>
                <c:pt idx="318">
                  <c:v>751</c:v>
                </c:pt>
                <c:pt idx="319">
                  <c:v>811</c:v>
                </c:pt>
                <c:pt idx="320">
                  <c:v>733</c:v>
                </c:pt>
                <c:pt idx="321">
                  <c:v>765</c:v>
                </c:pt>
                <c:pt idx="322">
                  <c:v>763</c:v>
                </c:pt>
                <c:pt idx="323">
                  <c:v>799</c:v>
                </c:pt>
                <c:pt idx="324">
                  <c:v>813</c:v>
                </c:pt>
                <c:pt idx="325">
                  <c:v>862</c:v>
                </c:pt>
                <c:pt idx="326">
                  <c:v>859</c:v>
                </c:pt>
                <c:pt idx="327">
                  <c:v>873</c:v>
                </c:pt>
                <c:pt idx="328">
                  <c:v>970</c:v>
                </c:pt>
                <c:pt idx="329">
                  <c:v>998</c:v>
                </c:pt>
                <c:pt idx="330">
                  <c:v>1066</c:v>
                </c:pt>
                <c:pt idx="331">
                  <c:v>1066</c:v>
                </c:pt>
                <c:pt idx="332">
                  <c:v>1108</c:v>
                </c:pt>
                <c:pt idx="333">
                  <c:v>1196</c:v>
                </c:pt>
                <c:pt idx="334">
                  <c:v>1246</c:v>
                </c:pt>
                <c:pt idx="335">
                  <c:v>1248</c:v>
                </c:pt>
                <c:pt idx="336">
                  <c:v>1340</c:v>
                </c:pt>
                <c:pt idx="337">
                  <c:v>1635</c:v>
                </c:pt>
                <c:pt idx="338">
                  <c:v>1462</c:v>
                </c:pt>
                <c:pt idx="339">
                  <c:v>1506</c:v>
                </c:pt>
                <c:pt idx="340">
                  <c:v>1549</c:v>
                </c:pt>
                <c:pt idx="341">
                  <c:v>1578</c:v>
                </c:pt>
                <c:pt idx="342">
                  <c:v>1694</c:v>
                </c:pt>
                <c:pt idx="343">
                  <c:v>1719</c:v>
                </c:pt>
                <c:pt idx="344">
                  <c:v>1704</c:v>
                </c:pt>
                <c:pt idx="345">
                  <c:v>1779</c:v>
                </c:pt>
                <c:pt idx="346">
                  <c:v>1839</c:v>
                </c:pt>
                <c:pt idx="347">
                  <c:v>1837</c:v>
                </c:pt>
                <c:pt idx="348">
                  <c:v>1853</c:v>
                </c:pt>
                <c:pt idx="349">
                  <c:v>1892</c:v>
                </c:pt>
                <c:pt idx="350">
                  <c:v>1881</c:v>
                </c:pt>
                <c:pt idx="351">
                  <c:v>1855</c:v>
                </c:pt>
                <c:pt idx="352">
                  <c:v>1944</c:v>
                </c:pt>
                <c:pt idx="353">
                  <c:v>1977</c:v>
                </c:pt>
                <c:pt idx="354">
                  <c:v>1945</c:v>
                </c:pt>
                <c:pt idx="355">
                  <c:v>1959</c:v>
                </c:pt>
                <c:pt idx="356">
                  <c:v>1948</c:v>
                </c:pt>
                <c:pt idx="357">
                  <c:v>1955</c:v>
                </c:pt>
                <c:pt idx="358">
                  <c:v>2020</c:v>
                </c:pt>
                <c:pt idx="359">
                  <c:v>1984</c:v>
                </c:pt>
                <c:pt idx="360">
                  <c:v>2007</c:v>
                </c:pt>
                <c:pt idx="361">
                  <c:v>2046</c:v>
                </c:pt>
                <c:pt idx="362">
                  <c:v>2055</c:v>
                </c:pt>
                <c:pt idx="363">
                  <c:v>1962</c:v>
                </c:pt>
                <c:pt idx="364">
                  <c:v>2072</c:v>
                </c:pt>
                <c:pt idx="365">
                  <c:v>2065</c:v>
                </c:pt>
                <c:pt idx="366">
                  <c:v>2065</c:v>
                </c:pt>
                <c:pt idx="367">
                  <c:v>2081</c:v>
                </c:pt>
                <c:pt idx="368">
                  <c:v>2143</c:v>
                </c:pt>
                <c:pt idx="369">
                  <c:v>2119</c:v>
                </c:pt>
                <c:pt idx="370">
                  <c:v>2159</c:v>
                </c:pt>
                <c:pt idx="371">
                  <c:v>2183</c:v>
                </c:pt>
                <c:pt idx="372">
                  <c:v>2102</c:v>
                </c:pt>
                <c:pt idx="373">
                  <c:v>2188</c:v>
                </c:pt>
                <c:pt idx="374">
                  <c:v>2165</c:v>
                </c:pt>
                <c:pt idx="375">
                  <c:v>2185</c:v>
                </c:pt>
                <c:pt idx="376">
                  <c:v>2179</c:v>
                </c:pt>
                <c:pt idx="377">
                  <c:v>2243</c:v>
                </c:pt>
                <c:pt idx="378">
                  <c:v>2246</c:v>
                </c:pt>
                <c:pt idx="379">
                  <c:v>2216</c:v>
                </c:pt>
                <c:pt idx="380">
                  <c:v>2261</c:v>
                </c:pt>
                <c:pt idx="381">
                  <c:v>2310</c:v>
                </c:pt>
                <c:pt idx="382">
                  <c:v>2313</c:v>
                </c:pt>
                <c:pt idx="383">
                  <c:v>2342</c:v>
                </c:pt>
                <c:pt idx="384">
                  <c:v>2399</c:v>
                </c:pt>
                <c:pt idx="385">
                  <c:v>2447</c:v>
                </c:pt>
                <c:pt idx="386">
                  <c:v>2424</c:v>
                </c:pt>
                <c:pt idx="387">
                  <c:v>2470</c:v>
                </c:pt>
                <c:pt idx="388">
                  <c:v>2547</c:v>
                </c:pt>
                <c:pt idx="389">
                  <c:v>2605</c:v>
                </c:pt>
                <c:pt idx="390">
                  <c:v>2521</c:v>
                </c:pt>
                <c:pt idx="391">
                  <c:v>2615</c:v>
                </c:pt>
                <c:pt idx="392">
                  <c:v>2646</c:v>
                </c:pt>
                <c:pt idx="393">
                  <c:v>2546</c:v>
                </c:pt>
                <c:pt idx="394">
                  <c:v>2603</c:v>
                </c:pt>
                <c:pt idx="395">
                  <c:v>2543</c:v>
                </c:pt>
                <c:pt idx="396">
                  <c:v>2648</c:v>
                </c:pt>
                <c:pt idx="397">
                  <c:v>2659</c:v>
                </c:pt>
                <c:pt idx="398">
                  <c:v>2697</c:v>
                </c:pt>
                <c:pt idx="399">
                  <c:v>2734</c:v>
                </c:pt>
                <c:pt idx="400">
                  <c:v>2733</c:v>
                </c:pt>
                <c:pt idx="401">
                  <c:v>2770</c:v>
                </c:pt>
                <c:pt idx="402">
                  <c:v>2840</c:v>
                </c:pt>
                <c:pt idx="403">
                  <c:v>2840</c:v>
                </c:pt>
                <c:pt idx="404">
                  <c:v>2806</c:v>
                </c:pt>
                <c:pt idx="405">
                  <c:v>2726</c:v>
                </c:pt>
                <c:pt idx="406">
                  <c:v>2705</c:v>
                </c:pt>
                <c:pt idx="407">
                  <c:v>2590</c:v>
                </c:pt>
                <c:pt idx="408">
                  <c:v>2671</c:v>
                </c:pt>
                <c:pt idx="409">
                  <c:v>2653</c:v>
                </c:pt>
                <c:pt idx="410">
                  <c:v>2651</c:v>
                </c:pt>
                <c:pt idx="411">
                  <c:v>2643</c:v>
                </c:pt>
                <c:pt idx="412">
                  <c:v>2587</c:v>
                </c:pt>
                <c:pt idx="413">
                  <c:v>2576</c:v>
                </c:pt>
                <c:pt idx="414">
                  <c:v>2559</c:v>
                </c:pt>
                <c:pt idx="415">
                  <c:v>2494</c:v>
                </c:pt>
                <c:pt idx="416">
                  <c:v>2468</c:v>
                </c:pt>
                <c:pt idx="417">
                  <c:v>2440</c:v>
                </c:pt>
                <c:pt idx="418">
                  <c:v>2449</c:v>
                </c:pt>
                <c:pt idx="419">
                  <c:v>2391</c:v>
                </c:pt>
                <c:pt idx="420">
                  <c:v>2325</c:v>
                </c:pt>
                <c:pt idx="421">
                  <c:v>2262</c:v>
                </c:pt>
                <c:pt idx="422">
                  <c:v>2168</c:v>
                </c:pt>
                <c:pt idx="423">
                  <c:v>2125</c:v>
                </c:pt>
                <c:pt idx="424">
                  <c:v>2048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D2FE-4E2E-89FA-2D947806BA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7593567"/>
        <c:axId val="447593983"/>
      </c:scatterChart>
      <c:scatterChart>
        <c:scatterStyle val="smoothMarker"/>
        <c:varyColors val="0"/>
        <c:ser>
          <c:idx val="2"/>
          <c:order val="2"/>
          <c:tx>
            <c:strRef>
              <c:f>Hosp!$D$1</c:f>
              <c:strCache>
                <c:ptCount val="1"/>
                <c:pt idx="0">
                  <c:v>Porcentaje Ocupación</c:v>
                </c:pt>
              </c:strCache>
            </c:strRef>
          </c:tx>
          <c:spPr>
            <a:ln w="15875" cap="rnd">
              <a:solidFill>
                <a:srgbClr val="C00000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square"/>
            <c:size val="3"/>
            <c:spPr>
              <a:solidFill>
                <a:srgbClr val="FF8B8B"/>
              </a:solidFill>
              <a:ln w="9525" cap="rnd">
                <a:solidFill>
                  <a:srgbClr val="C00000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xVal>
            <c:numRef>
              <c:f>Hosp!$A$2:$A$426</c:f>
              <c:numCache>
                <c:formatCode>m/d/yyyy</c:formatCode>
                <c:ptCount val="425"/>
                <c:pt idx="0">
                  <c:v>43966</c:v>
                </c:pt>
                <c:pt idx="1">
                  <c:v>43967</c:v>
                </c:pt>
                <c:pt idx="2">
                  <c:v>43968</c:v>
                </c:pt>
                <c:pt idx="3">
                  <c:v>43969</c:v>
                </c:pt>
                <c:pt idx="4">
                  <c:v>43970</c:v>
                </c:pt>
                <c:pt idx="5">
                  <c:v>43971</c:v>
                </c:pt>
                <c:pt idx="6">
                  <c:v>43972</c:v>
                </c:pt>
                <c:pt idx="7">
                  <c:v>43973</c:v>
                </c:pt>
                <c:pt idx="8">
                  <c:v>43974</c:v>
                </c:pt>
                <c:pt idx="9">
                  <c:v>43975</c:v>
                </c:pt>
                <c:pt idx="10">
                  <c:v>43976</c:v>
                </c:pt>
                <c:pt idx="11">
                  <c:v>43977</c:v>
                </c:pt>
                <c:pt idx="12">
                  <c:v>43978</c:v>
                </c:pt>
                <c:pt idx="13">
                  <c:v>43979</c:v>
                </c:pt>
                <c:pt idx="14">
                  <c:v>43980</c:v>
                </c:pt>
                <c:pt idx="15">
                  <c:v>43981</c:v>
                </c:pt>
                <c:pt idx="16">
                  <c:v>43982</c:v>
                </c:pt>
                <c:pt idx="17">
                  <c:v>43983</c:v>
                </c:pt>
                <c:pt idx="18">
                  <c:v>43984</c:v>
                </c:pt>
                <c:pt idx="19">
                  <c:v>43985</c:v>
                </c:pt>
                <c:pt idx="20">
                  <c:v>43986</c:v>
                </c:pt>
                <c:pt idx="21">
                  <c:v>43987</c:v>
                </c:pt>
                <c:pt idx="22">
                  <c:v>43988</c:v>
                </c:pt>
                <c:pt idx="23">
                  <c:v>43989</c:v>
                </c:pt>
                <c:pt idx="24">
                  <c:v>43990</c:v>
                </c:pt>
                <c:pt idx="25">
                  <c:v>43991</c:v>
                </c:pt>
                <c:pt idx="26">
                  <c:v>43992</c:v>
                </c:pt>
                <c:pt idx="27">
                  <c:v>43993</c:v>
                </c:pt>
                <c:pt idx="28">
                  <c:v>43994</c:v>
                </c:pt>
                <c:pt idx="29">
                  <c:v>43995</c:v>
                </c:pt>
                <c:pt idx="30">
                  <c:v>43996</c:v>
                </c:pt>
                <c:pt idx="31">
                  <c:v>43997</c:v>
                </c:pt>
                <c:pt idx="32">
                  <c:v>43998</c:v>
                </c:pt>
                <c:pt idx="33">
                  <c:v>43999</c:v>
                </c:pt>
                <c:pt idx="34">
                  <c:v>44000</c:v>
                </c:pt>
                <c:pt idx="35">
                  <c:v>44001</c:v>
                </c:pt>
                <c:pt idx="36">
                  <c:v>44002</c:v>
                </c:pt>
                <c:pt idx="37">
                  <c:v>44003</c:v>
                </c:pt>
                <c:pt idx="38">
                  <c:v>44004</c:v>
                </c:pt>
                <c:pt idx="39">
                  <c:v>44005</c:v>
                </c:pt>
                <c:pt idx="40">
                  <c:v>44006</c:v>
                </c:pt>
                <c:pt idx="41">
                  <c:v>44007</c:v>
                </c:pt>
                <c:pt idx="42">
                  <c:v>44008</c:v>
                </c:pt>
                <c:pt idx="43">
                  <c:v>44009</c:v>
                </c:pt>
                <c:pt idx="44">
                  <c:v>44010</c:v>
                </c:pt>
                <c:pt idx="45">
                  <c:v>44011</c:v>
                </c:pt>
                <c:pt idx="46">
                  <c:v>44012</c:v>
                </c:pt>
                <c:pt idx="47">
                  <c:v>44013</c:v>
                </c:pt>
                <c:pt idx="48">
                  <c:v>44014</c:v>
                </c:pt>
                <c:pt idx="49">
                  <c:v>44015</c:v>
                </c:pt>
                <c:pt idx="50">
                  <c:v>44016</c:v>
                </c:pt>
                <c:pt idx="51">
                  <c:v>44017</c:v>
                </c:pt>
                <c:pt idx="52">
                  <c:v>44018</c:v>
                </c:pt>
                <c:pt idx="53">
                  <c:v>44019</c:v>
                </c:pt>
                <c:pt idx="54">
                  <c:v>44020</c:v>
                </c:pt>
                <c:pt idx="55">
                  <c:v>44021</c:v>
                </c:pt>
                <c:pt idx="56">
                  <c:v>44022</c:v>
                </c:pt>
                <c:pt idx="57">
                  <c:v>44023</c:v>
                </c:pt>
                <c:pt idx="58">
                  <c:v>44024</c:v>
                </c:pt>
                <c:pt idx="59">
                  <c:v>44025</c:v>
                </c:pt>
                <c:pt idx="60">
                  <c:v>44026</c:v>
                </c:pt>
                <c:pt idx="61">
                  <c:v>44027</c:v>
                </c:pt>
                <c:pt idx="62">
                  <c:v>44028</c:v>
                </c:pt>
                <c:pt idx="63">
                  <c:v>44029</c:v>
                </c:pt>
                <c:pt idx="64">
                  <c:v>44030</c:v>
                </c:pt>
                <c:pt idx="65">
                  <c:v>44031</c:v>
                </c:pt>
                <c:pt idx="66">
                  <c:v>44032</c:v>
                </c:pt>
                <c:pt idx="67">
                  <c:v>44033</c:v>
                </c:pt>
                <c:pt idx="68">
                  <c:v>44034</c:v>
                </c:pt>
                <c:pt idx="69">
                  <c:v>44035</c:v>
                </c:pt>
                <c:pt idx="70">
                  <c:v>44036</c:v>
                </c:pt>
                <c:pt idx="71">
                  <c:v>44037</c:v>
                </c:pt>
                <c:pt idx="72">
                  <c:v>44038</c:v>
                </c:pt>
                <c:pt idx="73">
                  <c:v>44039</c:v>
                </c:pt>
                <c:pt idx="74">
                  <c:v>44040</c:v>
                </c:pt>
                <c:pt idx="75">
                  <c:v>44041</c:v>
                </c:pt>
                <c:pt idx="76">
                  <c:v>44042</c:v>
                </c:pt>
                <c:pt idx="77">
                  <c:v>44043</c:v>
                </c:pt>
                <c:pt idx="78">
                  <c:v>44044</c:v>
                </c:pt>
                <c:pt idx="79">
                  <c:v>44045</c:v>
                </c:pt>
                <c:pt idx="80">
                  <c:v>44046</c:v>
                </c:pt>
                <c:pt idx="81">
                  <c:v>44047</c:v>
                </c:pt>
                <c:pt idx="82">
                  <c:v>44048</c:v>
                </c:pt>
                <c:pt idx="83">
                  <c:v>44049</c:v>
                </c:pt>
                <c:pt idx="84">
                  <c:v>44050</c:v>
                </c:pt>
                <c:pt idx="85">
                  <c:v>44051</c:v>
                </c:pt>
                <c:pt idx="86">
                  <c:v>44052</c:v>
                </c:pt>
                <c:pt idx="87">
                  <c:v>44053</c:v>
                </c:pt>
                <c:pt idx="88">
                  <c:v>44054</c:v>
                </c:pt>
                <c:pt idx="89">
                  <c:v>44055</c:v>
                </c:pt>
                <c:pt idx="90">
                  <c:v>44056</c:v>
                </c:pt>
                <c:pt idx="91">
                  <c:v>44057</c:v>
                </c:pt>
                <c:pt idx="92">
                  <c:v>44058</c:v>
                </c:pt>
                <c:pt idx="93">
                  <c:v>44059</c:v>
                </c:pt>
                <c:pt idx="94">
                  <c:v>44060</c:v>
                </c:pt>
                <c:pt idx="95">
                  <c:v>44061</c:v>
                </c:pt>
                <c:pt idx="96">
                  <c:v>44062</c:v>
                </c:pt>
                <c:pt idx="97">
                  <c:v>44063</c:v>
                </c:pt>
                <c:pt idx="98">
                  <c:v>44064</c:v>
                </c:pt>
                <c:pt idx="99">
                  <c:v>44065</c:v>
                </c:pt>
                <c:pt idx="100">
                  <c:v>44066</c:v>
                </c:pt>
                <c:pt idx="101">
                  <c:v>44067</c:v>
                </c:pt>
                <c:pt idx="102">
                  <c:v>44068</c:v>
                </c:pt>
                <c:pt idx="103">
                  <c:v>44069</c:v>
                </c:pt>
                <c:pt idx="104">
                  <c:v>44070</c:v>
                </c:pt>
                <c:pt idx="105">
                  <c:v>44071</c:v>
                </c:pt>
                <c:pt idx="106">
                  <c:v>44072</c:v>
                </c:pt>
                <c:pt idx="107">
                  <c:v>44073</c:v>
                </c:pt>
                <c:pt idx="108">
                  <c:v>44074</c:v>
                </c:pt>
                <c:pt idx="109">
                  <c:v>44075</c:v>
                </c:pt>
                <c:pt idx="110">
                  <c:v>44076</c:v>
                </c:pt>
                <c:pt idx="111">
                  <c:v>44077</c:v>
                </c:pt>
                <c:pt idx="112">
                  <c:v>44078</c:v>
                </c:pt>
                <c:pt idx="113">
                  <c:v>44079</c:v>
                </c:pt>
                <c:pt idx="114">
                  <c:v>44080</c:v>
                </c:pt>
                <c:pt idx="115">
                  <c:v>44081</c:v>
                </c:pt>
                <c:pt idx="116">
                  <c:v>44082</c:v>
                </c:pt>
                <c:pt idx="117">
                  <c:v>44083</c:v>
                </c:pt>
                <c:pt idx="118">
                  <c:v>44084</c:v>
                </c:pt>
                <c:pt idx="119">
                  <c:v>44085</c:v>
                </c:pt>
                <c:pt idx="120">
                  <c:v>44086</c:v>
                </c:pt>
                <c:pt idx="121">
                  <c:v>44087</c:v>
                </c:pt>
                <c:pt idx="122">
                  <c:v>44088</c:v>
                </c:pt>
                <c:pt idx="123">
                  <c:v>44089</c:v>
                </c:pt>
                <c:pt idx="124">
                  <c:v>44090</c:v>
                </c:pt>
                <c:pt idx="125">
                  <c:v>44091</c:v>
                </c:pt>
                <c:pt idx="126">
                  <c:v>44092</c:v>
                </c:pt>
                <c:pt idx="127">
                  <c:v>44093</c:v>
                </c:pt>
                <c:pt idx="128">
                  <c:v>44094</c:v>
                </c:pt>
                <c:pt idx="129">
                  <c:v>44095</c:v>
                </c:pt>
                <c:pt idx="130">
                  <c:v>44096</c:v>
                </c:pt>
                <c:pt idx="131">
                  <c:v>44097</c:v>
                </c:pt>
                <c:pt idx="132">
                  <c:v>44098</c:v>
                </c:pt>
                <c:pt idx="133">
                  <c:v>44099</c:v>
                </c:pt>
                <c:pt idx="134">
                  <c:v>44100</c:v>
                </c:pt>
                <c:pt idx="135">
                  <c:v>44101</c:v>
                </c:pt>
                <c:pt idx="136">
                  <c:v>44102</c:v>
                </c:pt>
                <c:pt idx="137">
                  <c:v>44103</c:v>
                </c:pt>
                <c:pt idx="138">
                  <c:v>44104</c:v>
                </c:pt>
                <c:pt idx="139">
                  <c:v>44105</c:v>
                </c:pt>
                <c:pt idx="140">
                  <c:v>44106</c:v>
                </c:pt>
                <c:pt idx="141">
                  <c:v>44107</c:v>
                </c:pt>
                <c:pt idx="142">
                  <c:v>44108</c:v>
                </c:pt>
                <c:pt idx="143">
                  <c:v>44109</c:v>
                </c:pt>
                <c:pt idx="144">
                  <c:v>44110</c:v>
                </c:pt>
                <c:pt idx="145">
                  <c:v>44111</c:v>
                </c:pt>
                <c:pt idx="146">
                  <c:v>44112</c:v>
                </c:pt>
                <c:pt idx="147">
                  <c:v>44113</c:v>
                </c:pt>
                <c:pt idx="148">
                  <c:v>44114</c:v>
                </c:pt>
                <c:pt idx="149">
                  <c:v>44115</c:v>
                </c:pt>
                <c:pt idx="150">
                  <c:v>44116</c:v>
                </c:pt>
                <c:pt idx="151">
                  <c:v>44117</c:v>
                </c:pt>
                <c:pt idx="152">
                  <c:v>44118</c:v>
                </c:pt>
                <c:pt idx="153">
                  <c:v>44119</c:v>
                </c:pt>
                <c:pt idx="154">
                  <c:v>44120</c:v>
                </c:pt>
                <c:pt idx="155">
                  <c:v>44121</c:v>
                </c:pt>
                <c:pt idx="156">
                  <c:v>44122</c:v>
                </c:pt>
                <c:pt idx="157">
                  <c:v>44123</c:v>
                </c:pt>
                <c:pt idx="158">
                  <c:v>44124</c:v>
                </c:pt>
                <c:pt idx="159">
                  <c:v>44125</c:v>
                </c:pt>
                <c:pt idx="160">
                  <c:v>44126</c:v>
                </c:pt>
                <c:pt idx="161">
                  <c:v>44127</c:v>
                </c:pt>
                <c:pt idx="162">
                  <c:v>44128</c:v>
                </c:pt>
                <c:pt idx="163">
                  <c:v>44129</c:v>
                </c:pt>
                <c:pt idx="164">
                  <c:v>44130</c:v>
                </c:pt>
                <c:pt idx="165">
                  <c:v>44131</c:v>
                </c:pt>
                <c:pt idx="166">
                  <c:v>44132</c:v>
                </c:pt>
                <c:pt idx="167">
                  <c:v>44133</c:v>
                </c:pt>
                <c:pt idx="168">
                  <c:v>44134</c:v>
                </c:pt>
                <c:pt idx="169">
                  <c:v>44135</c:v>
                </c:pt>
                <c:pt idx="170">
                  <c:v>44136</c:v>
                </c:pt>
                <c:pt idx="171">
                  <c:v>44137</c:v>
                </c:pt>
                <c:pt idx="172">
                  <c:v>44138</c:v>
                </c:pt>
                <c:pt idx="173">
                  <c:v>44139</c:v>
                </c:pt>
                <c:pt idx="174">
                  <c:v>44140</c:v>
                </c:pt>
                <c:pt idx="175">
                  <c:v>44141</c:v>
                </c:pt>
                <c:pt idx="176">
                  <c:v>44142</c:v>
                </c:pt>
                <c:pt idx="177">
                  <c:v>44143</c:v>
                </c:pt>
                <c:pt idx="178">
                  <c:v>44144</c:v>
                </c:pt>
                <c:pt idx="179">
                  <c:v>44145</c:v>
                </c:pt>
                <c:pt idx="180">
                  <c:v>44146</c:v>
                </c:pt>
                <c:pt idx="181">
                  <c:v>44147</c:v>
                </c:pt>
                <c:pt idx="182">
                  <c:v>44148</c:v>
                </c:pt>
                <c:pt idx="183">
                  <c:v>44149</c:v>
                </c:pt>
                <c:pt idx="184">
                  <c:v>44150</c:v>
                </c:pt>
                <c:pt idx="185">
                  <c:v>44151</c:v>
                </c:pt>
                <c:pt idx="186">
                  <c:v>44152</c:v>
                </c:pt>
                <c:pt idx="187">
                  <c:v>44153</c:v>
                </c:pt>
                <c:pt idx="188">
                  <c:v>44154</c:v>
                </c:pt>
                <c:pt idx="189">
                  <c:v>44155</c:v>
                </c:pt>
                <c:pt idx="190">
                  <c:v>44156</c:v>
                </c:pt>
                <c:pt idx="191">
                  <c:v>44157</c:v>
                </c:pt>
                <c:pt idx="192">
                  <c:v>44158</c:v>
                </c:pt>
                <c:pt idx="193">
                  <c:v>44159</c:v>
                </c:pt>
                <c:pt idx="194">
                  <c:v>44160</c:v>
                </c:pt>
                <c:pt idx="195">
                  <c:v>44161</c:v>
                </c:pt>
                <c:pt idx="196">
                  <c:v>44162</c:v>
                </c:pt>
                <c:pt idx="197">
                  <c:v>44163</c:v>
                </c:pt>
                <c:pt idx="198">
                  <c:v>44164</c:v>
                </c:pt>
                <c:pt idx="199">
                  <c:v>44165</c:v>
                </c:pt>
                <c:pt idx="200">
                  <c:v>44166</c:v>
                </c:pt>
                <c:pt idx="201">
                  <c:v>44167</c:v>
                </c:pt>
                <c:pt idx="202">
                  <c:v>44168</c:v>
                </c:pt>
                <c:pt idx="203">
                  <c:v>44169</c:v>
                </c:pt>
                <c:pt idx="204">
                  <c:v>44170</c:v>
                </c:pt>
                <c:pt idx="205">
                  <c:v>44171</c:v>
                </c:pt>
                <c:pt idx="206">
                  <c:v>44172</c:v>
                </c:pt>
                <c:pt idx="207">
                  <c:v>44173</c:v>
                </c:pt>
                <c:pt idx="208">
                  <c:v>44174</c:v>
                </c:pt>
                <c:pt idx="209">
                  <c:v>44175</c:v>
                </c:pt>
                <c:pt idx="210">
                  <c:v>44176</c:v>
                </c:pt>
                <c:pt idx="211">
                  <c:v>44177</c:v>
                </c:pt>
                <c:pt idx="212">
                  <c:v>44178</c:v>
                </c:pt>
                <c:pt idx="213">
                  <c:v>44179</c:v>
                </c:pt>
                <c:pt idx="214">
                  <c:v>44180</c:v>
                </c:pt>
                <c:pt idx="215">
                  <c:v>44181</c:v>
                </c:pt>
                <c:pt idx="216">
                  <c:v>44182</c:v>
                </c:pt>
                <c:pt idx="217">
                  <c:v>44183</c:v>
                </c:pt>
                <c:pt idx="218">
                  <c:v>44184</c:v>
                </c:pt>
                <c:pt idx="219">
                  <c:v>44185</c:v>
                </c:pt>
                <c:pt idx="220">
                  <c:v>44186</c:v>
                </c:pt>
                <c:pt idx="221">
                  <c:v>44187</c:v>
                </c:pt>
                <c:pt idx="222">
                  <c:v>44188</c:v>
                </c:pt>
                <c:pt idx="223">
                  <c:v>44189</c:v>
                </c:pt>
                <c:pt idx="224">
                  <c:v>44190</c:v>
                </c:pt>
                <c:pt idx="225">
                  <c:v>44191</c:v>
                </c:pt>
                <c:pt idx="226">
                  <c:v>44192</c:v>
                </c:pt>
                <c:pt idx="227">
                  <c:v>44193</c:v>
                </c:pt>
                <c:pt idx="228">
                  <c:v>44194</c:v>
                </c:pt>
                <c:pt idx="229">
                  <c:v>44195</c:v>
                </c:pt>
                <c:pt idx="230">
                  <c:v>44196</c:v>
                </c:pt>
                <c:pt idx="231">
                  <c:v>44197</c:v>
                </c:pt>
                <c:pt idx="232">
                  <c:v>44198</c:v>
                </c:pt>
                <c:pt idx="233">
                  <c:v>44199</c:v>
                </c:pt>
                <c:pt idx="234">
                  <c:v>44200</c:v>
                </c:pt>
                <c:pt idx="235">
                  <c:v>44201</c:v>
                </c:pt>
                <c:pt idx="236">
                  <c:v>44202</c:v>
                </c:pt>
                <c:pt idx="237">
                  <c:v>44203</c:v>
                </c:pt>
                <c:pt idx="238">
                  <c:v>44204</c:v>
                </c:pt>
                <c:pt idx="239">
                  <c:v>44205</c:v>
                </c:pt>
                <c:pt idx="240">
                  <c:v>44206</c:v>
                </c:pt>
                <c:pt idx="241">
                  <c:v>44207</c:v>
                </c:pt>
                <c:pt idx="242">
                  <c:v>44208</c:v>
                </c:pt>
                <c:pt idx="243">
                  <c:v>44209</c:v>
                </c:pt>
                <c:pt idx="244">
                  <c:v>44210</c:v>
                </c:pt>
                <c:pt idx="245">
                  <c:v>44211</c:v>
                </c:pt>
                <c:pt idx="246">
                  <c:v>44212</c:v>
                </c:pt>
                <c:pt idx="247">
                  <c:v>44213</c:v>
                </c:pt>
                <c:pt idx="248">
                  <c:v>44214</c:v>
                </c:pt>
                <c:pt idx="249">
                  <c:v>44215</c:v>
                </c:pt>
                <c:pt idx="250">
                  <c:v>44216</c:v>
                </c:pt>
                <c:pt idx="251">
                  <c:v>44217</c:v>
                </c:pt>
                <c:pt idx="252">
                  <c:v>44218</c:v>
                </c:pt>
                <c:pt idx="253">
                  <c:v>44219</c:v>
                </c:pt>
                <c:pt idx="254">
                  <c:v>44220</c:v>
                </c:pt>
                <c:pt idx="255">
                  <c:v>44221</c:v>
                </c:pt>
                <c:pt idx="256">
                  <c:v>44222</c:v>
                </c:pt>
                <c:pt idx="257">
                  <c:v>44223</c:v>
                </c:pt>
                <c:pt idx="258">
                  <c:v>44224</c:v>
                </c:pt>
                <c:pt idx="259">
                  <c:v>44225</c:v>
                </c:pt>
                <c:pt idx="260">
                  <c:v>44226</c:v>
                </c:pt>
                <c:pt idx="261">
                  <c:v>44227</c:v>
                </c:pt>
                <c:pt idx="262">
                  <c:v>44228</c:v>
                </c:pt>
                <c:pt idx="263">
                  <c:v>44229</c:v>
                </c:pt>
                <c:pt idx="264">
                  <c:v>44230</c:v>
                </c:pt>
                <c:pt idx="265">
                  <c:v>44231</c:v>
                </c:pt>
                <c:pt idx="266">
                  <c:v>44232</c:v>
                </c:pt>
                <c:pt idx="267">
                  <c:v>44233</c:v>
                </c:pt>
                <c:pt idx="268">
                  <c:v>44234</c:v>
                </c:pt>
                <c:pt idx="269">
                  <c:v>44235</c:v>
                </c:pt>
                <c:pt idx="270">
                  <c:v>44236</c:v>
                </c:pt>
                <c:pt idx="271">
                  <c:v>44237</c:v>
                </c:pt>
                <c:pt idx="272">
                  <c:v>44238</c:v>
                </c:pt>
                <c:pt idx="273">
                  <c:v>44239</c:v>
                </c:pt>
                <c:pt idx="274">
                  <c:v>44240</c:v>
                </c:pt>
                <c:pt idx="275">
                  <c:v>44241</c:v>
                </c:pt>
                <c:pt idx="276">
                  <c:v>44242</c:v>
                </c:pt>
                <c:pt idx="277">
                  <c:v>44243</c:v>
                </c:pt>
                <c:pt idx="278">
                  <c:v>44244</c:v>
                </c:pt>
                <c:pt idx="279">
                  <c:v>44245</c:v>
                </c:pt>
                <c:pt idx="280">
                  <c:v>44246</c:v>
                </c:pt>
                <c:pt idx="281">
                  <c:v>44247</c:v>
                </c:pt>
                <c:pt idx="282">
                  <c:v>44248</c:v>
                </c:pt>
                <c:pt idx="283">
                  <c:v>44249</c:v>
                </c:pt>
                <c:pt idx="284">
                  <c:v>44250</c:v>
                </c:pt>
                <c:pt idx="285">
                  <c:v>44251</c:v>
                </c:pt>
                <c:pt idx="286">
                  <c:v>44252</c:v>
                </c:pt>
                <c:pt idx="287">
                  <c:v>44253</c:v>
                </c:pt>
                <c:pt idx="288">
                  <c:v>44254</c:v>
                </c:pt>
                <c:pt idx="289">
                  <c:v>44255</c:v>
                </c:pt>
                <c:pt idx="290">
                  <c:v>44256</c:v>
                </c:pt>
                <c:pt idx="291">
                  <c:v>44257</c:v>
                </c:pt>
                <c:pt idx="292">
                  <c:v>44258</c:v>
                </c:pt>
                <c:pt idx="293">
                  <c:v>44259</c:v>
                </c:pt>
                <c:pt idx="294">
                  <c:v>44260</c:v>
                </c:pt>
                <c:pt idx="295">
                  <c:v>44261</c:v>
                </c:pt>
                <c:pt idx="296">
                  <c:v>44262</c:v>
                </c:pt>
                <c:pt idx="297">
                  <c:v>44263</c:v>
                </c:pt>
                <c:pt idx="298">
                  <c:v>44264</c:v>
                </c:pt>
                <c:pt idx="299">
                  <c:v>44265</c:v>
                </c:pt>
                <c:pt idx="300">
                  <c:v>44266</c:v>
                </c:pt>
                <c:pt idx="301">
                  <c:v>44267</c:v>
                </c:pt>
                <c:pt idx="302">
                  <c:v>44268</c:v>
                </c:pt>
                <c:pt idx="303">
                  <c:v>44269</c:v>
                </c:pt>
                <c:pt idx="304">
                  <c:v>44270</c:v>
                </c:pt>
                <c:pt idx="305">
                  <c:v>44271</c:v>
                </c:pt>
                <c:pt idx="306">
                  <c:v>44272</c:v>
                </c:pt>
                <c:pt idx="307">
                  <c:v>44273</c:v>
                </c:pt>
                <c:pt idx="308">
                  <c:v>44274</c:v>
                </c:pt>
                <c:pt idx="309">
                  <c:v>44275</c:v>
                </c:pt>
                <c:pt idx="310">
                  <c:v>44276</c:v>
                </c:pt>
                <c:pt idx="311">
                  <c:v>44277</c:v>
                </c:pt>
                <c:pt idx="312">
                  <c:v>44278</c:v>
                </c:pt>
                <c:pt idx="313">
                  <c:v>44279</c:v>
                </c:pt>
                <c:pt idx="314">
                  <c:v>44280</c:v>
                </c:pt>
                <c:pt idx="315">
                  <c:v>44281</c:v>
                </c:pt>
                <c:pt idx="316">
                  <c:v>44282</c:v>
                </c:pt>
                <c:pt idx="317">
                  <c:v>44283</c:v>
                </c:pt>
                <c:pt idx="318">
                  <c:v>44284</c:v>
                </c:pt>
                <c:pt idx="319">
                  <c:v>44285</c:v>
                </c:pt>
                <c:pt idx="320">
                  <c:v>44286</c:v>
                </c:pt>
                <c:pt idx="321">
                  <c:v>44287</c:v>
                </c:pt>
                <c:pt idx="322">
                  <c:v>44288</c:v>
                </c:pt>
                <c:pt idx="323">
                  <c:v>44289</c:v>
                </c:pt>
                <c:pt idx="324">
                  <c:v>44290</c:v>
                </c:pt>
                <c:pt idx="325">
                  <c:v>44291</c:v>
                </c:pt>
                <c:pt idx="326">
                  <c:v>44292</c:v>
                </c:pt>
                <c:pt idx="327">
                  <c:v>44293</c:v>
                </c:pt>
                <c:pt idx="328">
                  <c:v>44294</c:v>
                </c:pt>
                <c:pt idx="329">
                  <c:v>44295</c:v>
                </c:pt>
                <c:pt idx="330">
                  <c:v>44296</c:v>
                </c:pt>
                <c:pt idx="331">
                  <c:v>44297</c:v>
                </c:pt>
                <c:pt idx="332">
                  <c:v>44298</c:v>
                </c:pt>
                <c:pt idx="333">
                  <c:v>44299</c:v>
                </c:pt>
                <c:pt idx="334">
                  <c:v>44300</c:v>
                </c:pt>
                <c:pt idx="335">
                  <c:v>44301</c:v>
                </c:pt>
                <c:pt idx="336">
                  <c:v>44302</c:v>
                </c:pt>
                <c:pt idx="337">
                  <c:v>44303</c:v>
                </c:pt>
                <c:pt idx="338">
                  <c:v>44304</c:v>
                </c:pt>
                <c:pt idx="339">
                  <c:v>44305</c:v>
                </c:pt>
                <c:pt idx="340">
                  <c:v>44306</c:v>
                </c:pt>
                <c:pt idx="341">
                  <c:v>44307</c:v>
                </c:pt>
                <c:pt idx="342">
                  <c:v>44308</c:v>
                </c:pt>
                <c:pt idx="343">
                  <c:v>44309</c:v>
                </c:pt>
                <c:pt idx="344">
                  <c:v>44310</c:v>
                </c:pt>
                <c:pt idx="345">
                  <c:v>44311</c:v>
                </c:pt>
                <c:pt idx="346">
                  <c:v>44312</c:v>
                </c:pt>
                <c:pt idx="347">
                  <c:v>44313</c:v>
                </c:pt>
                <c:pt idx="348">
                  <c:v>44314</c:v>
                </c:pt>
                <c:pt idx="349">
                  <c:v>44315</c:v>
                </c:pt>
                <c:pt idx="350">
                  <c:v>44316</c:v>
                </c:pt>
                <c:pt idx="351">
                  <c:v>44317</c:v>
                </c:pt>
                <c:pt idx="352">
                  <c:v>44318</c:v>
                </c:pt>
                <c:pt idx="353">
                  <c:v>44319</c:v>
                </c:pt>
                <c:pt idx="354">
                  <c:v>44320</c:v>
                </c:pt>
                <c:pt idx="355">
                  <c:v>44321</c:v>
                </c:pt>
                <c:pt idx="356">
                  <c:v>44322</c:v>
                </c:pt>
                <c:pt idx="357">
                  <c:v>44323</c:v>
                </c:pt>
                <c:pt idx="358">
                  <c:v>44324</c:v>
                </c:pt>
                <c:pt idx="359">
                  <c:v>44325</c:v>
                </c:pt>
                <c:pt idx="360">
                  <c:v>44326</c:v>
                </c:pt>
                <c:pt idx="361">
                  <c:v>44327</c:v>
                </c:pt>
                <c:pt idx="362">
                  <c:v>44328</c:v>
                </c:pt>
                <c:pt idx="363">
                  <c:v>44329</c:v>
                </c:pt>
                <c:pt idx="364">
                  <c:v>44330</c:v>
                </c:pt>
                <c:pt idx="365">
                  <c:v>44331</c:v>
                </c:pt>
                <c:pt idx="366">
                  <c:v>44332</c:v>
                </c:pt>
                <c:pt idx="367">
                  <c:v>44333</c:v>
                </c:pt>
                <c:pt idx="368">
                  <c:v>44334</c:v>
                </c:pt>
                <c:pt idx="369">
                  <c:v>44335</c:v>
                </c:pt>
                <c:pt idx="370">
                  <c:v>44336</c:v>
                </c:pt>
                <c:pt idx="371">
                  <c:v>44337</c:v>
                </c:pt>
                <c:pt idx="372">
                  <c:v>44338</c:v>
                </c:pt>
                <c:pt idx="373">
                  <c:v>44339</c:v>
                </c:pt>
                <c:pt idx="374">
                  <c:v>44340</c:v>
                </c:pt>
                <c:pt idx="375">
                  <c:v>44341</c:v>
                </c:pt>
                <c:pt idx="376">
                  <c:v>44342</c:v>
                </c:pt>
                <c:pt idx="377">
                  <c:v>44343</c:v>
                </c:pt>
                <c:pt idx="378">
                  <c:v>44344</c:v>
                </c:pt>
                <c:pt idx="379">
                  <c:v>44345</c:v>
                </c:pt>
                <c:pt idx="380">
                  <c:v>44346</c:v>
                </c:pt>
                <c:pt idx="381">
                  <c:v>44347</c:v>
                </c:pt>
                <c:pt idx="382">
                  <c:v>44348</c:v>
                </c:pt>
                <c:pt idx="383">
                  <c:v>44349</c:v>
                </c:pt>
                <c:pt idx="384">
                  <c:v>44350</c:v>
                </c:pt>
                <c:pt idx="385">
                  <c:v>44351</c:v>
                </c:pt>
                <c:pt idx="386">
                  <c:v>44352</c:v>
                </c:pt>
                <c:pt idx="387">
                  <c:v>44353</c:v>
                </c:pt>
                <c:pt idx="388">
                  <c:v>44354</c:v>
                </c:pt>
                <c:pt idx="389">
                  <c:v>44355</c:v>
                </c:pt>
                <c:pt idx="390">
                  <c:v>44356</c:v>
                </c:pt>
                <c:pt idx="391">
                  <c:v>44357</c:v>
                </c:pt>
                <c:pt idx="392">
                  <c:v>44358</c:v>
                </c:pt>
                <c:pt idx="393">
                  <c:v>44359</c:v>
                </c:pt>
                <c:pt idx="394">
                  <c:v>44360</c:v>
                </c:pt>
                <c:pt idx="395">
                  <c:v>44361</c:v>
                </c:pt>
                <c:pt idx="396">
                  <c:v>44362</c:v>
                </c:pt>
                <c:pt idx="397">
                  <c:v>44363</c:v>
                </c:pt>
                <c:pt idx="398">
                  <c:v>44364</c:v>
                </c:pt>
                <c:pt idx="399">
                  <c:v>44365</c:v>
                </c:pt>
                <c:pt idx="400">
                  <c:v>44366</c:v>
                </c:pt>
                <c:pt idx="401">
                  <c:v>44367</c:v>
                </c:pt>
                <c:pt idx="402">
                  <c:v>44368</c:v>
                </c:pt>
                <c:pt idx="403">
                  <c:v>44369</c:v>
                </c:pt>
                <c:pt idx="404">
                  <c:v>44370</c:v>
                </c:pt>
                <c:pt idx="405">
                  <c:v>44371</c:v>
                </c:pt>
                <c:pt idx="406">
                  <c:v>44372</c:v>
                </c:pt>
                <c:pt idx="407">
                  <c:v>44373</c:v>
                </c:pt>
                <c:pt idx="408">
                  <c:v>44374</c:v>
                </c:pt>
                <c:pt idx="409">
                  <c:v>44375</c:v>
                </c:pt>
                <c:pt idx="410">
                  <c:v>44376</c:v>
                </c:pt>
                <c:pt idx="411">
                  <c:v>44377</c:v>
                </c:pt>
                <c:pt idx="412">
                  <c:v>44378</c:v>
                </c:pt>
                <c:pt idx="413">
                  <c:v>44379</c:v>
                </c:pt>
                <c:pt idx="414">
                  <c:v>44380</c:v>
                </c:pt>
                <c:pt idx="415">
                  <c:v>44381</c:v>
                </c:pt>
                <c:pt idx="416">
                  <c:v>44382</c:v>
                </c:pt>
                <c:pt idx="417">
                  <c:v>44383</c:v>
                </c:pt>
                <c:pt idx="418">
                  <c:v>44384</c:v>
                </c:pt>
                <c:pt idx="419">
                  <c:v>44385</c:v>
                </c:pt>
                <c:pt idx="420">
                  <c:v>44386</c:v>
                </c:pt>
                <c:pt idx="421">
                  <c:v>44387</c:v>
                </c:pt>
                <c:pt idx="422">
                  <c:v>44388</c:v>
                </c:pt>
                <c:pt idx="423">
                  <c:v>44389</c:v>
                </c:pt>
                <c:pt idx="424">
                  <c:v>44390</c:v>
                </c:pt>
              </c:numCache>
            </c:numRef>
          </c:xVal>
          <c:yVal>
            <c:numRef>
              <c:f>Hosp!$D$2:$D$426</c:f>
              <c:numCache>
                <c:formatCode>General</c:formatCode>
                <c:ptCount val="425"/>
                <c:pt idx="0">
                  <c:v>38.508474576271183</c:v>
                </c:pt>
                <c:pt idx="1">
                  <c:v>35.76896311760612</c:v>
                </c:pt>
                <c:pt idx="2">
                  <c:v>40.477770404777701</c:v>
                </c:pt>
                <c:pt idx="3">
                  <c:v>40.909090909090914</c:v>
                </c:pt>
                <c:pt idx="4">
                  <c:v>37.965425531914896</c:v>
                </c:pt>
                <c:pt idx="5">
                  <c:v>39.302802460697194</c:v>
                </c:pt>
                <c:pt idx="6">
                  <c:v>36.30573248407643</c:v>
                </c:pt>
                <c:pt idx="7">
                  <c:v>38.330170777988613</c:v>
                </c:pt>
                <c:pt idx="8">
                  <c:v>37.906828334396934</c:v>
                </c:pt>
                <c:pt idx="9">
                  <c:v>40.697674418604649</c:v>
                </c:pt>
                <c:pt idx="10">
                  <c:v>42.663219133807367</c:v>
                </c:pt>
                <c:pt idx="11">
                  <c:v>41.953663118346903</c:v>
                </c:pt>
                <c:pt idx="12">
                  <c:v>44.123076923076923</c:v>
                </c:pt>
                <c:pt idx="13">
                  <c:v>41.05263157894737</c:v>
                </c:pt>
                <c:pt idx="14">
                  <c:v>40.35532994923858</c:v>
                </c:pt>
                <c:pt idx="15">
                  <c:v>46.049966239027682</c:v>
                </c:pt>
                <c:pt idx="16">
                  <c:v>45.595854922279791</c:v>
                </c:pt>
                <c:pt idx="17">
                  <c:v>43.519098309329998</c:v>
                </c:pt>
                <c:pt idx="18">
                  <c:v>45.211726384364823</c:v>
                </c:pt>
                <c:pt idx="19">
                  <c:v>45.126353790613713</c:v>
                </c:pt>
                <c:pt idx="20">
                  <c:v>45.02398081534772</c:v>
                </c:pt>
                <c:pt idx="21">
                  <c:v>43.327348892878511</c:v>
                </c:pt>
                <c:pt idx="22">
                  <c:v>43.637532133676096</c:v>
                </c:pt>
                <c:pt idx="23">
                  <c:v>43.984962406015036</c:v>
                </c:pt>
                <c:pt idx="24">
                  <c:v>45.020624631703008</c:v>
                </c:pt>
                <c:pt idx="25">
                  <c:v>48.342059336823731</c:v>
                </c:pt>
                <c:pt idx="26">
                  <c:v>49.847467968273342</c:v>
                </c:pt>
                <c:pt idx="27">
                  <c:v>47.008547008547005</c:v>
                </c:pt>
                <c:pt idx="28">
                  <c:v>51.601630751310424</c:v>
                </c:pt>
                <c:pt idx="29">
                  <c:v>51.367073880162884</c:v>
                </c:pt>
                <c:pt idx="30">
                  <c:v>49.767441860465119</c:v>
                </c:pt>
                <c:pt idx="31">
                  <c:v>50.550086855819345</c:v>
                </c:pt>
                <c:pt idx="32">
                  <c:v>56.217162872154113</c:v>
                </c:pt>
                <c:pt idx="33">
                  <c:v>54.010386612810159</c:v>
                </c:pt>
                <c:pt idx="34">
                  <c:v>53.090699017908726</c:v>
                </c:pt>
                <c:pt idx="35">
                  <c:v>53.415453527435609</c:v>
                </c:pt>
                <c:pt idx="36">
                  <c:v>54.091700522344745</c:v>
                </c:pt>
                <c:pt idx="37">
                  <c:v>57.599551318003364</c:v>
                </c:pt>
                <c:pt idx="38">
                  <c:v>58.13559322033899</c:v>
                </c:pt>
                <c:pt idx="39">
                  <c:v>62.251655629139066</c:v>
                </c:pt>
                <c:pt idx="40">
                  <c:v>61.944444444444443</c:v>
                </c:pt>
                <c:pt idx="41">
                  <c:v>63.560732113144759</c:v>
                </c:pt>
                <c:pt idx="42">
                  <c:v>64.397321428571431</c:v>
                </c:pt>
                <c:pt idx="43">
                  <c:v>64.047484454494068</c:v>
                </c:pt>
                <c:pt idx="44">
                  <c:v>65.757238307349667</c:v>
                </c:pt>
                <c:pt idx="45">
                  <c:v>66.261879619852166</c:v>
                </c:pt>
                <c:pt idx="46">
                  <c:v>70.814732142857139</c:v>
                </c:pt>
                <c:pt idx="47">
                  <c:v>70.575916230366488</c:v>
                </c:pt>
                <c:pt idx="48">
                  <c:v>73.924731182795696</c:v>
                </c:pt>
                <c:pt idx="49">
                  <c:v>76.355976829910475</c:v>
                </c:pt>
                <c:pt idx="50">
                  <c:v>75.07772020725389</c:v>
                </c:pt>
                <c:pt idx="51">
                  <c:v>75.138678769541102</c:v>
                </c:pt>
                <c:pt idx="52">
                  <c:v>75.544794188861985</c:v>
                </c:pt>
                <c:pt idx="53">
                  <c:v>76.486609169314562</c:v>
                </c:pt>
                <c:pt idx="54">
                  <c:v>73.840445269016698</c:v>
                </c:pt>
                <c:pt idx="55">
                  <c:v>80.445657116871303</c:v>
                </c:pt>
                <c:pt idx="56">
                  <c:v>83.287920072661208</c:v>
                </c:pt>
                <c:pt idx="57">
                  <c:v>83.400267737617142</c:v>
                </c:pt>
                <c:pt idx="58">
                  <c:v>85.632939115199306</c:v>
                </c:pt>
                <c:pt idx="59">
                  <c:v>84.157986111111114</c:v>
                </c:pt>
                <c:pt idx="60">
                  <c:v>85.553633217993081</c:v>
                </c:pt>
                <c:pt idx="61">
                  <c:v>83.800086169754422</c:v>
                </c:pt>
                <c:pt idx="62">
                  <c:v>84.976919848929924</c:v>
                </c:pt>
                <c:pt idx="63">
                  <c:v>84.518300378628524</c:v>
                </c:pt>
                <c:pt idx="64">
                  <c:v>85.463659147869677</c:v>
                </c:pt>
                <c:pt idx="65">
                  <c:v>82.879866052741733</c:v>
                </c:pt>
                <c:pt idx="66">
                  <c:v>85.139061851390622</c:v>
                </c:pt>
                <c:pt idx="67">
                  <c:v>87.418032786885249</c:v>
                </c:pt>
                <c:pt idx="68">
                  <c:v>87.158908507223103</c:v>
                </c:pt>
                <c:pt idx="69">
                  <c:v>84.168655529037395</c:v>
                </c:pt>
                <c:pt idx="70">
                  <c:v>87.182539682539684</c:v>
                </c:pt>
                <c:pt idx="71">
                  <c:v>86.079328756674286</c:v>
                </c:pt>
                <c:pt idx="72">
                  <c:v>85.474647350362176</c:v>
                </c:pt>
                <c:pt idx="73">
                  <c:v>86.992794842624193</c:v>
                </c:pt>
                <c:pt idx="74">
                  <c:v>86.54708520179372</c:v>
                </c:pt>
                <c:pt idx="75">
                  <c:v>85.043668122270745</c:v>
                </c:pt>
                <c:pt idx="76">
                  <c:v>84.811046511627907</c:v>
                </c:pt>
                <c:pt idx="77">
                  <c:v>84.426229508196727</c:v>
                </c:pt>
                <c:pt idx="78">
                  <c:v>84.305907937658574</c:v>
                </c:pt>
                <c:pt idx="79">
                  <c:v>84.405318002155951</c:v>
                </c:pt>
                <c:pt idx="80">
                  <c:v>82.866264632848527</c:v>
                </c:pt>
                <c:pt idx="81">
                  <c:v>84.850665707088879</c:v>
                </c:pt>
                <c:pt idx="82">
                  <c:v>84.432624113475171</c:v>
                </c:pt>
                <c:pt idx="83">
                  <c:v>84.082798001427548</c:v>
                </c:pt>
                <c:pt idx="84">
                  <c:v>85.404270213510685</c:v>
                </c:pt>
                <c:pt idx="85">
                  <c:v>83.462623413258115</c:v>
                </c:pt>
                <c:pt idx="86">
                  <c:v>84.364019676739289</c:v>
                </c:pt>
                <c:pt idx="87">
                  <c:v>84.987636877428471</c:v>
                </c:pt>
                <c:pt idx="88">
                  <c:v>81.911142454160796</c:v>
                </c:pt>
                <c:pt idx="89">
                  <c:v>83.206659428157806</c:v>
                </c:pt>
                <c:pt idx="90">
                  <c:v>81.567644953471728</c:v>
                </c:pt>
                <c:pt idx="91">
                  <c:v>82.246376811594203</c:v>
                </c:pt>
                <c:pt idx="92">
                  <c:v>80.19911504424779</c:v>
                </c:pt>
                <c:pt idx="93">
                  <c:v>80.153508771929822</c:v>
                </c:pt>
                <c:pt idx="94">
                  <c:v>82.623574144486696</c:v>
                </c:pt>
                <c:pt idx="95">
                  <c:v>79.852941176470594</c:v>
                </c:pt>
                <c:pt idx="96">
                  <c:v>79.832544594102657</c:v>
                </c:pt>
                <c:pt idx="97">
                  <c:v>80.090157776108185</c:v>
                </c:pt>
                <c:pt idx="98">
                  <c:v>77.152197602615331</c:v>
                </c:pt>
                <c:pt idx="99">
                  <c:v>73.776479181884596</c:v>
                </c:pt>
                <c:pt idx="100">
                  <c:v>74.981440237564954</c:v>
                </c:pt>
                <c:pt idx="101">
                  <c:v>73.254959588537844</c:v>
                </c:pt>
                <c:pt idx="102">
                  <c:v>72.56344244207429</c:v>
                </c:pt>
                <c:pt idx="103">
                  <c:v>70.778964017398181</c:v>
                </c:pt>
                <c:pt idx="104">
                  <c:v>72.741136103698054</c:v>
                </c:pt>
                <c:pt idx="105">
                  <c:v>72.366930917327295</c:v>
                </c:pt>
                <c:pt idx="106">
                  <c:v>72.247706422018354</c:v>
                </c:pt>
                <c:pt idx="107">
                  <c:v>73.245778611632275</c:v>
                </c:pt>
                <c:pt idx="108">
                  <c:v>69.499072356215208</c:v>
                </c:pt>
                <c:pt idx="109">
                  <c:v>70.920106020446809</c:v>
                </c:pt>
                <c:pt idx="110">
                  <c:v>71.351972424358479</c:v>
                </c:pt>
                <c:pt idx="111">
                  <c:v>71.299093655589118</c:v>
                </c:pt>
                <c:pt idx="112">
                  <c:v>70.26507875528236</c:v>
                </c:pt>
                <c:pt idx="113">
                  <c:v>66.81481481481481</c:v>
                </c:pt>
                <c:pt idx="114">
                  <c:v>64.267064528161129</c:v>
                </c:pt>
                <c:pt idx="115">
                  <c:v>66.857142857142861</c:v>
                </c:pt>
                <c:pt idx="116">
                  <c:v>66.271056661562028</c:v>
                </c:pt>
                <c:pt idx="117">
                  <c:v>65.033911077618683</c:v>
                </c:pt>
                <c:pt idx="118">
                  <c:v>63.934426229508205</c:v>
                </c:pt>
                <c:pt idx="119">
                  <c:v>63.197172034564019</c:v>
                </c:pt>
                <c:pt idx="120">
                  <c:v>61.209265802905378</c:v>
                </c:pt>
                <c:pt idx="121">
                  <c:v>62.454873646209386</c:v>
                </c:pt>
                <c:pt idx="122">
                  <c:v>61.592409240924098</c:v>
                </c:pt>
                <c:pt idx="123">
                  <c:v>62.999185004074974</c:v>
                </c:pt>
                <c:pt idx="124">
                  <c:v>66.127023661270229</c:v>
                </c:pt>
                <c:pt idx="125">
                  <c:v>65.413533834586474</c:v>
                </c:pt>
                <c:pt idx="126">
                  <c:v>65.389696169088509</c:v>
                </c:pt>
                <c:pt idx="127">
                  <c:v>60.475988100297492</c:v>
                </c:pt>
                <c:pt idx="128">
                  <c:v>60.232158211521927</c:v>
                </c:pt>
                <c:pt idx="129">
                  <c:v>52.581182348043299</c:v>
                </c:pt>
                <c:pt idx="130">
                  <c:v>60.053859964093363</c:v>
                </c:pt>
                <c:pt idx="131">
                  <c:v>60.207768744354105</c:v>
                </c:pt>
                <c:pt idx="132">
                  <c:v>58.492322010237316</c:v>
                </c:pt>
                <c:pt idx="133">
                  <c:v>59.926301243666515</c:v>
                </c:pt>
                <c:pt idx="134">
                  <c:v>55.734684477199451</c:v>
                </c:pt>
                <c:pt idx="135">
                  <c:v>56.89424364123159</c:v>
                </c:pt>
                <c:pt idx="136">
                  <c:v>59.614480488951571</c:v>
                </c:pt>
                <c:pt idx="137">
                  <c:v>61.054104477611936</c:v>
                </c:pt>
                <c:pt idx="138">
                  <c:v>61.126893939393945</c:v>
                </c:pt>
                <c:pt idx="139">
                  <c:v>62.776470588235291</c:v>
                </c:pt>
                <c:pt idx="140">
                  <c:v>59.922928709055881</c:v>
                </c:pt>
                <c:pt idx="141">
                  <c:v>59.308384651823772</c:v>
                </c:pt>
                <c:pt idx="142">
                  <c:v>57.44580584354383</c:v>
                </c:pt>
                <c:pt idx="143">
                  <c:v>61.874696454589603</c:v>
                </c:pt>
                <c:pt idx="144">
                  <c:v>61.176470588235297</c:v>
                </c:pt>
                <c:pt idx="145">
                  <c:v>60.13448607108549</c:v>
                </c:pt>
                <c:pt idx="146">
                  <c:v>59.18470055359839</c:v>
                </c:pt>
                <c:pt idx="147">
                  <c:v>59.154929577464785</c:v>
                </c:pt>
                <c:pt idx="148">
                  <c:v>55.587949465500486</c:v>
                </c:pt>
                <c:pt idx="149">
                  <c:v>59.815354713313894</c:v>
                </c:pt>
                <c:pt idx="150">
                  <c:v>56.318956870611835</c:v>
                </c:pt>
                <c:pt idx="151">
                  <c:v>59.81781376518218</c:v>
                </c:pt>
                <c:pt idx="152">
                  <c:v>59.396147839666838</c:v>
                </c:pt>
                <c:pt idx="153">
                  <c:v>61.643835616438359</c:v>
                </c:pt>
                <c:pt idx="154">
                  <c:v>58.787878787878789</c:v>
                </c:pt>
                <c:pt idx="155">
                  <c:v>60</c:v>
                </c:pt>
                <c:pt idx="156">
                  <c:v>58.865610628513032</c:v>
                </c:pt>
                <c:pt idx="157">
                  <c:v>61.353604708190289</c:v>
                </c:pt>
                <c:pt idx="158">
                  <c:v>58.06127574083375</c:v>
                </c:pt>
                <c:pt idx="159">
                  <c:v>59.701492537313428</c:v>
                </c:pt>
                <c:pt idx="160">
                  <c:v>57.774390243902438</c:v>
                </c:pt>
                <c:pt idx="161">
                  <c:v>57.900050479555773</c:v>
                </c:pt>
                <c:pt idx="162">
                  <c:v>57.494866529774121</c:v>
                </c:pt>
                <c:pt idx="163">
                  <c:v>59.291139240506332</c:v>
                </c:pt>
                <c:pt idx="164">
                  <c:v>60.762100926879505</c:v>
                </c:pt>
                <c:pt idx="165">
                  <c:v>62.015888778550156</c:v>
                </c:pt>
                <c:pt idx="166">
                  <c:v>59.368737474949896</c:v>
                </c:pt>
                <c:pt idx="167">
                  <c:v>62.109955423476968</c:v>
                </c:pt>
                <c:pt idx="168">
                  <c:v>62.933199397287801</c:v>
                </c:pt>
                <c:pt idx="169">
                  <c:v>60.30953569645532</c:v>
                </c:pt>
                <c:pt idx="170">
                  <c:v>59.634888438133871</c:v>
                </c:pt>
                <c:pt idx="171">
                  <c:v>59.969481180061038</c:v>
                </c:pt>
                <c:pt idx="172">
                  <c:v>61.946001018848705</c:v>
                </c:pt>
                <c:pt idx="173">
                  <c:v>60.087933561309235</c:v>
                </c:pt>
                <c:pt idx="174">
                  <c:v>60.997067448680355</c:v>
                </c:pt>
                <c:pt idx="175">
                  <c:v>59.168336673346687</c:v>
                </c:pt>
                <c:pt idx="176">
                  <c:v>56.008251676121709</c:v>
                </c:pt>
                <c:pt idx="177">
                  <c:v>57.142857142857139</c:v>
                </c:pt>
                <c:pt idx="178">
                  <c:v>59.012219959266801</c:v>
                </c:pt>
                <c:pt idx="179">
                  <c:v>56.609336609336616</c:v>
                </c:pt>
                <c:pt idx="180">
                  <c:v>58.95</c:v>
                </c:pt>
                <c:pt idx="181">
                  <c:v>56.294416243654823</c:v>
                </c:pt>
                <c:pt idx="182">
                  <c:v>54.559748427672957</c:v>
                </c:pt>
                <c:pt idx="183">
                  <c:v>50.738446879466416</c:v>
                </c:pt>
                <c:pt idx="184">
                  <c:v>54.564102564102569</c:v>
                </c:pt>
                <c:pt idx="185">
                  <c:v>54.0625</c:v>
                </c:pt>
                <c:pt idx="186">
                  <c:v>56.323604710701481</c:v>
                </c:pt>
                <c:pt idx="187">
                  <c:v>56.98151950718686</c:v>
                </c:pt>
                <c:pt idx="188">
                  <c:v>55.601233299075027</c:v>
                </c:pt>
                <c:pt idx="189">
                  <c:v>56.574923547400616</c:v>
                </c:pt>
                <c:pt idx="190">
                  <c:v>56.790770844257999</c:v>
                </c:pt>
                <c:pt idx="191">
                  <c:v>55.35530381050463</c:v>
                </c:pt>
                <c:pt idx="192">
                  <c:v>56.834532374100718</c:v>
                </c:pt>
                <c:pt idx="193">
                  <c:v>57.900101936799189</c:v>
                </c:pt>
                <c:pt idx="194">
                  <c:v>58.144438587243016</c:v>
                </c:pt>
                <c:pt idx="195">
                  <c:v>60.111505321844902</c:v>
                </c:pt>
                <c:pt idx="196">
                  <c:v>55.04158004158004</c:v>
                </c:pt>
                <c:pt idx="197">
                  <c:v>57.454739084132058</c:v>
                </c:pt>
                <c:pt idx="198">
                  <c:v>58.925831202046034</c:v>
                </c:pt>
                <c:pt idx="199">
                  <c:v>56.97856769472034</c:v>
                </c:pt>
                <c:pt idx="200">
                  <c:v>59.741602067183464</c:v>
                </c:pt>
                <c:pt idx="201">
                  <c:v>63.460533193936229</c:v>
                </c:pt>
                <c:pt idx="202">
                  <c:v>61.599576271186443</c:v>
                </c:pt>
                <c:pt idx="203">
                  <c:v>60.97954790096879</c:v>
                </c:pt>
                <c:pt idx="204">
                  <c:v>61.987381703470035</c:v>
                </c:pt>
                <c:pt idx="205">
                  <c:v>61.640916355887057</c:v>
                </c:pt>
                <c:pt idx="206">
                  <c:v>62.800417972831767</c:v>
                </c:pt>
                <c:pt idx="207">
                  <c:v>62.699256110520722</c:v>
                </c:pt>
                <c:pt idx="208">
                  <c:v>62.506554798112212</c:v>
                </c:pt>
                <c:pt idx="209">
                  <c:v>64.607046070460711</c:v>
                </c:pt>
                <c:pt idx="210">
                  <c:v>63.375130616509921</c:v>
                </c:pt>
                <c:pt idx="211">
                  <c:v>64.142779881016764</c:v>
                </c:pt>
                <c:pt idx="212">
                  <c:v>61.214704315396908</c:v>
                </c:pt>
                <c:pt idx="213">
                  <c:v>65.122470713525033</c:v>
                </c:pt>
                <c:pt idx="214">
                  <c:v>65.258711721224913</c:v>
                </c:pt>
                <c:pt idx="215">
                  <c:v>64.807090719499485</c:v>
                </c:pt>
                <c:pt idx="216">
                  <c:v>63.897435897435898</c:v>
                </c:pt>
                <c:pt idx="217">
                  <c:v>64.765784114052948</c:v>
                </c:pt>
                <c:pt idx="218">
                  <c:v>68.266253869969034</c:v>
                </c:pt>
                <c:pt idx="219">
                  <c:v>68.753260302556072</c:v>
                </c:pt>
                <c:pt idx="220">
                  <c:v>69.443075406604237</c:v>
                </c:pt>
                <c:pt idx="221">
                  <c:v>73.113924050632917</c:v>
                </c:pt>
                <c:pt idx="222">
                  <c:v>70.805369127516784</c:v>
                </c:pt>
                <c:pt idx="223">
                  <c:v>67.988800746616889</c:v>
                </c:pt>
                <c:pt idx="224">
                  <c:v>66.818388711879834</c:v>
                </c:pt>
                <c:pt idx="225">
                  <c:v>72.033503955328058</c:v>
                </c:pt>
                <c:pt idx="226">
                  <c:v>70.577617328519864</c:v>
                </c:pt>
                <c:pt idx="227">
                  <c:v>76.438104003681545</c:v>
                </c:pt>
                <c:pt idx="228">
                  <c:v>76.564580559254324</c:v>
                </c:pt>
                <c:pt idx="229">
                  <c:v>76.069462092333765</c:v>
                </c:pt>
                <c:pt idx="230">
                  <c:v>73.91304347826086</c:v>
                </c:pt>
                <c:pt idx="231">
                  <c:v>72.054444917056571</c:v>
                </c:pt>
                <c:pt idx="232">
                  <c:v>75</c:v>
                </c:pt>
                <c:pt idx="233">
                  <c:v>76.570247933884289</c:v>
                </c:pt>
                <c:pt idx="234">
                  <c:v>75.551921504497145</c:v>
                </c:pt>
                <c:pt idx="235">
                  <c:v>80.202190395956194</c:v>
                </c:pt>
                <c:pt idx="236">
                  <c:v>82.3086574654956</c:v>
                </c:pt>
                <c:pt idx="237">
                  <c:v>82.389675270607825</c:v>
                </c:pt>
                <c:pt idx="238">
                  <c:v>79.324546952224054</c:v>
                </c:pt>
                <c:pt idx="239">
                  <c:v>82.418032786885249</c:v>
                </c:pt>
                <c:pt idx="240">
                  <c:v>80.938775510204081</c:v>
                </c:pt>
                <c:pt idx="241">
                  <c:v>83.7000814995925</c:v>
                </c:pt>
                <c:pt idx="242">
                  <c:v>83.976753839767539</c:v>
                </c:pt>
                <c:pt idx="243">
                  <c:v>83.0997526793075</c:v>
                </c:pt>
                <c:pt idx="244">
                  <c:v>80.876330876330869</c:v>
                </c:pt>
                <c:pt idx="245">
                  <c:v>82.35294117647058</c:v>
                </c:pt>
                <c:pt idx="246">
                  <c:v>84.089979550102242</c:v>
                </c:pt>
                <c:pt idx="247">
                  <c:v>80.587275693311582</c:v>
                </c:pt>
                <c:pt idx="248">
                  <c:v>85.010183299388999</c:v>
                </c:pt>
                <c:pt idx="249">
                  <c:v>83.071974266184156</c:v>
                </c:pt>
                <c:pt idx="250">
                  <c:v>80.829228243021348</c:v>
                </c:pt>
                <c:pt idx="251">
                  <c:v>79.719438877755508</c:v>
                </c:pt>
                <c:pt idx="252">
                  <c:v>82.660332541567698</c:v>
                </c:pt>
                <c:pt idx="253">
                  <c:v>81.807465618860505</c:v>
                </c:pt>
                <c:pt idx="254">
                  <c:v>80.315581854043387</c:v>
                </c:pt>
                <c:pt idx="255">
                  <c:v>79.202501954652078</c:v>
                </c:pt>
                <c:pt idx="256">
                  <c:v>74.262101534828801</c:v>
                </c:pt>
                <c:pt idx="257">
                  <c:v>72.425761666023917</c:v>
                </c:pt>
                <c:pt idx="258">
                  <c:v>70.062695924764895</c:v>
                </c:pt>
                <c:pt idx="259">
                  <c:v>69.182389937106919</c:v>
                </c:pt>
                <c:pt idx="260">
                  <c:v>68.431450019755033</c:v>
                </c:pt>
                <c:pt idx="261">
                  <c:v>67.749897161661863</c:v>
                </c:pt>
                <c:pt idx="262">
                  <c:v>65.954013715207751</c:v>
                </c:pt>
                <c:pt idx="263">
                  <c:v>64.915117219078411</c:v>
                </c:pt>
                <c:pt idx="264">
                  <c:v>63.49809885931559</c:v>
                </c:pt>
                <c:pt idx="265">
                  <c:v>60.479041916167667</c:v>
                </c:pt>
                <c:pt idx="266">
                  <c:v>60.335689045936391</c:v>
                </c:pt>
                <c:pt idx="267">
                  <c:v>57.847533632286996</c:v>
                </c:pt>
                <c:pt idx="268">
                  <c:v>57.360178970917232</c:v>
                </c:pt>
                <c:pt idx="269">
                  <c:v>55.885078776645038</c:v>
                </c:pt>
                <c:pt idx="270">
                  <c:v>56.922334780511342</c:v>
                </c:pt>
                <c:pt idx="271">
                  <c:v>58.269961977186313</c:v>
                </c:pt>
                <c:pt idx="272">
                  <c:v>56.361877116594094</c:v>
                </c:pt>
                <c:pt idx="273">
                  <c:v>55.756981871631552</c:v>
                </c:pt>
                <c:pt idx="274">
                  <c:v>53.080335140463283</c:v>
                </c:pt>
                <c:pt idx="275">
                  <c:v>53.030303030303031</c:v>
                </c:pt>
                <c:pt idx="276">
                  <c:v>52.402862985685076</c:v>
                </c:pt>
                <c:pt idx="277">
                  <c:v>52.147239263803677</c:v>
                </c:pt>
                <c:pt idx="278">
                  <c:v>51.833607006020799</c:v>
                </c:pt>
                <c:pt idx="279">
                  <c:v>51.647124511446115</c:v>
                </c:pt>
                <c:pt idx="280">
                  <c:v>48.97393233499723</c:v>
                </c:pt>
                <c:pt idx="281">
                  <c:v>50.027793218454697</c:v>
                </c:pt>
                <c:pt idx="282">
                  <c:v>50.719026548672566</c:v>
                </c:pt>
                <c:pt idx="283">
                  <c:v>50.11600928074246</c:v>
                </c:pt>
                <c:pt idx="284">
                  <c:v>49.628783552255854</c:v>
                </c:pt>
                <c:pt idx="285">
                  <c:v>51.673517322372284</c:v>
                </c:pt>
                <c:pt idx="286">
                  <c:v>43.64060676779463</c:v>
                </c:pt>
                <c:pt idx="287">
                  <c:v>45.783847980997628</c:v>
                </c:pt>
                <c:pt idx="288">
                  <c:v>42.830655129789861</c:v>
                </c:pt>
                <c:pt idx="289">
                  <c:v>48.322981366459629</c:v>
                </c:pt>
                <c:pt idx="290">
                  <c:v>43.774319066147861</c:v>
                </c:pt>
                <c:pt idx="291">
                  <c:v>48.38095238095238</c:v>
                </c:pt>
                <c:pt idx="292">
                  <c:v>45.689655172413794</c:v>
                </c:pt>
                <c:pt idx="293">
                  <c:v>47.866666666666667</c:v>
                </c:pt>
                <c:pt idx="294">
                  <c:v>46.577181208053695</c:v>
                </c:pt>
                <c:pt idx="295">
                  <c:v>48.801597869507326</c:v>
                </c:pt>
                <c:pt idx="296">
                  <c:v>45.348035837353549</c:v>
                </c:pt>
                <c:pt idx="297">
                  <c:v>44.336569579288025</c:v>
                </c:pt>
                <c:pt idx="298">
                  <c:v>45.647703906785466</c:v>
                </c:pt>
                <c:pt idx="299">
                  <c:v>46.524064171122994</c:v>
                </c:pt>
                <c:pt idx="300">
                  <c:v>43.570952698201197</c:v>
                </c:pt>
                <c:pt idx="301">
                  <c:v>45.088676671214188</c:v>
                </c:pt>
                <c:pt idx="302">
                  <c:v>43.30387491502379</c:v>
                </c:pt>
                <c:pt idx="303">
                  <c:v>45.248868778280546</c:v>
                </c:pt>
                <c:pt idx="304">
                  <c:v>40.757674722403657</c:v>
                </c:pt>
                <c:pt idx="305">
                  <c:v>46.068965517241381</c:v>
                </c:pt>
                <c:pt idx="306">
                  <c:v>42.797494780793322</c:v>
                </c:pt>
                <c:pt idx="307">
                  <c:v>47.137809187279153</c:v>
                </c:pt>
                <c:pt idx="308">
                  <c:v>44.616519174041294</c:v>
                </c:pt>
                <c:pt idx="309">
                  <c:v>48.430493273542602</c:v>
                </c:pt>
                <c:pt idx="310">
                  <c:v>46.098265895953752</c:v>
                </c:pt>
                <c:pt idx="311">
                  <c:v>51.738821859474804</c:v>
                </c:pt>
                <c:pt idx="312">
                  <c:v>49.961802902979372</c:v>
                </c:pt>
                <c:pt idx="313">
                  <c:v>55.677655677655679</c:v>
                </c:pt>
                <c:pt idx="314">
                  <c:v>52.290909090909089</c:v>
                </c:pt>
                <c:pt idx="315">
                  <c:v>53.879622915155913</c:v>
                </c:pt>
                <c:pt idx="316">
                  <c:v>49.822820694542877</c:v>
                </c:pt>
                <c:pt idx="317">
                  <c:v>54.718309859154935</c:v>
                </c:pt>
                <c:pt idx="318">
                  <c:v>54.420289855072468</c:v>
                </c:pt>
                <c:pt idx="319">
                  <c:v>57.07248416608023</c:v>
                </c:pt>
                <c:pt idx="320">
                  <c:v>54.135893648449041</c:v>
                </c:pt>
                <c:pt idx="321">
                  <c:v>55.155010814708007</c:v>
                </c:pt>
                <c:pt idx="322">
                  <c:v>53.39398180545836</c:v>
                </c:pt>
                <c:pt idx="323">
                  <c:v>56.506364922206508</c:v>
                </c:pt>
                <c:pt idx="324">
                  <c:v>57.415254237288138</c:v>
                </c:pt>
                <c:pt idx="325">
                  <c:v>60.832745236414965</c:v>
                </c:pt>
                <c:pt idx="326">
                  <c:v>60.492957746478872</c:v>
                </c:pt>
                <c:pt idx="327">
                  <c:v>59.753593429158116</c:v>
                </c:pt>
                <c:pt idx="328">
                  <c:v>64.839572192513373</c:v>
                </c:pt>
                <c:pt idx="329">
                  <c:v>70.084269662921344</c:v>
                </c:pt>
                <c:pt idx="330">
                  <c:v>71.399866041527133</c:v>
                </c:pt>
                <c:pt idx="331">
                  <c:v>69.855832241153337</c:v>
                </c:pt>
                <c:pt idx="332">
                  <c:v>71.530019367333765</c:v>
                </c:pt>
                <c:pt idx="333">
                  <c:v>73.554735547355477</c:v>
                </c:pt>
                <c:pt idx="334">
                  <c:v>74.9699157641396</c:v>
                </c:pt>
                <c:pt idx="335">
                  <c:v>74.685816876122075</c:v>
                </c:pt>
                <c:pt idx="336">
                  <c:v>76.006806579693702</c:v>
                </c:pt>
                <c:pt idx="337">
                  <c:v>78.005725190839698</c:v>
                </c:pt>
                <c:pt idx="338">
                  <c:v>80.065717415115003</c:v>
                </c:pt>
                <c:pt idx="339">
                  <c:v>82.385120350109403</c:v>
                </c:pt>
                <c:pt idx="340">
                  <c:v>82.262347318109391</c:v>
                </c:pt>
                <c:pt idx="341">
                  <c:v>80.428134556574932</c:v>
                </c:pt>
                <c:pt idx="342">
                  <c:v>82.193110140708399</c:v>
                </c:pt>
                <c:pt idx="343">
                  <c:v>82.209469153515073</c:v>
                </c:pt>
                <c:pt idx="344">
                  <c:v>82.518159806295401</c:v>
                </c:pt>
                <c:pt idx="345">
                  <c:v>84.034010392064246</c:v>
                </c:pt>
                <c:pt idx="346">
                  <c:v>85.614525139664806</c:v>
                </c:pt>
                <c:pt idx="347">
                  <c:v>84.49862005519779</c:v>
                </c:pt>
                <c:pt idx="348">
                  <c:v>83.056925145674583</c:v>
                </c:pt>
                <c:pt idx="349">
                  <c:v>83.495145631067956</c:v>
                </c:pt>
                <c:pt idx="350">
                  <c:v>82.681318681318686</c:v>
                </c:pt>
                <c:pt idx="351">
                  <c:v>83.408273381294961</c:v>
                </c:pt>
                <c:pt idx="352">
                  <c:v>85.563380281690144</c:v>
                </c:pt>
                <c:pt idx="353">
                  <c:v>86.445124617402712</c:v>
                </c:pt>
                <c:pt idx="354">
                  <c:v>87.102552619793997</c:v>
                </c:pt>
                <c:pt idx="355">
                  <c:v>85.026041666666657</c:v>
                </c:pt>
                <c:pt idx="356">
                  <c:v>85.139860139860133</c:v>
                </c:pt>
                <c:pt idx="357">
                  <c:v>84.963059539330715</c:v>
                </c:pt>
                <c:pt idx="358">
                  <c:v>88.791208791208788</c:v>
                </c:pt>
                <c:pt idx="359">
                  <c:v>85.259991405242801</c:v>
                </c:pt>
                <c:pt idx="360">
                  <c:v>86.958405545927207</c:v>
                </c:pt>
                <c:pt idx="361">
                  <c:v>88.648180242634311</c:v>
                </c:pt>
                <c:pt idx="362">
                  <c:v>89.425587467362917</c:v>
                </c:pt>
                <c:pt idx="363">
                  <c:v>86.128182616330122</c:v>
                </c:pt>
                <c:pt idx="364">
                  <c:v>88.888888888888886</c:v>
                </c:pt>
                <c:pt idx="365">
                  <c:v>88.172502134927413</c:v>
                </c:pt>
                <c:pt idx="366">
                  <c:v>87.947189097103916</c:v>
                </c:pt>
                <c:pt idx="367">
                  <c:v>88.628620102214654</c:v>
                </c:pt>
                <c:pt idx="368">
                  <c:v>89.81559094719195</c:v>
                </c:pt>
                <c:pt idx="369">
                  <c:v>89.598308668076115</c:v>
                </c:pt>
                <c:pt idx="370">
                  <c:v>90.070921985815602</c:v>
                </c:pt>
                <c:pt idx="371">
                  <c:v>90.355960264900659</c:v>
                </c:pt>
                <c:pt idx="372">
                  <c:v>90.059982862039419</c:v>
                </c:pt>
                <c:pt idx="373">
                  <c:v>91.471571906354512</c:v>
                </c:pt>
                <c:pt idx="374">
                  <c:v>90.928181436371275</c:v>
                </c:pt>
                <c:pt idx="375">
                  <c:v>90.588723051409616</c:v>
                </c:pt>
                <c:pt idx="376">
                  <c:v>90.527627752388867</c:v>
                </c:pt>
                <c:pt idx="377">
                  <c:v>90.736245954692549</c:v>
                </c:pt>
                <c:pt idx="378">
                  <c:v>88.844936708860757</c:v>
                </c:pt>
                <c:pt idx="379">
                  <c:v>89.067524115755631</c:v>
                </c:pt>
                <c:pt idx="380">
                  <c:v>90.079681274900409</c:v>
                </c:pt>
                <c:pt idx="381">
                  <c:v>90.481786133960057</c:v>
                </c:pt>
                <c:pt idx="382">
                  <c:v>90.28103044496487</c:v>
                </c:pt>
                <c:pt idx="383">
                  <c:v>90.951456310679617</c:v>
                </c:pt>
                <c:pt idx="384">
                  <c:v>91.634835752482815</c:v>
                </c:pt>
                <c:pt idx="385">
                  <c:v>90.663208595776211</c:v>
                </c:pt>
                <c:pt idx="386">
                  <c:v>92.73144605967866</c:v>
                </c:pt>
                <c:pt idx="387">
                  <c:v>92.682926829268297</c:v>
                </c:pt>
                <c:pt idx="388">
                  <c:v>93.092105263157904</c:v>
                </c:pt>
                <c:pt idx="389">
                  <c:v>94.247467438494937</c:v>
                </c:pt>
                <c:pt idx="390">
                  <c:v>93.474230626622173</c:v>
                </c:pt>
                <c:pt idx="391">
                  <c:v>93.49302824454773</c:v>
                </c:pt>
                <c:pt idx="392">
                  <c:v>94.365192582025685</c:v>
                </c:pt>
                <c:pt idx="393">
                  <c:v>91.714697406340065</c:v>
                </c:pt>
                <c:pt idx="394">
                  <c:v>93.230659025787972</c:v>
                </c:pt>
                <c:pt idx="395">
                  <c:v>91.04905119942714</c:v>
                </c:pt>
                <c:pt idx="396">
                  <c:v>93.338033133591821</c:v>
                </c:pt>
                <c:pt idx="397">
                  <c:v>92.874607055536146</c:v>
                </c:pt>
                <c:pt idx="398">
                  <c:v>94.498948843728101</c:v>
                </c:pt>
                <c:pt idx="399">
                  <c:v>96.984746363958848</c:v>
                </c:pt>
                <c:pt idx="400">
                  <c:v>96.777620396600554</c:v>
                </c:pt>
                <c:pt idx="401">
                  <c:v>96.515679442508713</c:v>
                </c:pt>
                <c:pt idx="402">
                  <c:v>96.763202725724014</c:v>
                </c:pt>
                <c:pt idx="403">
                  <c:v>96.697310180456256</c:v>
                </c:pt>
                <c:pt idx="404">
                  <c:v>96.128811236724914</c:v>
                </c:pt>
                <c:pt idx="405">
                  <c:v>96.257062146892665</c:v>
                </c:pt>
                <c:pt idx="406">
                  <c:v>95.481821390751847</c:v>
                </c:pt>
                <c:pt idx="407">
                  <c:v>95.890410958904098</c:v>
                </c:pt>
                <c:pt idx="408">
                  <c:v>96.044588277597981</c:v>
                </c:pt>
                <c:pt idx="409">
                  <c:v>96.053584359160027</c:v>
                </c:pt>
                <c:pt idx="410">
                  <c:v>95.77312138728324</c:v>
                </c:pt>
                <c:pt idx="411">
                  <c:v>95.14038876889849</c:v>
                </c:pt>
                <c:pt idx="412">
                  <c:v>94.692532942898978</c:v>
                </c:pt>
                <c:pt idx="413">
                  <c:v>94.532110091743121</c:v>
                </c:pt>
                <c:pt idx="414">
                  <c:v>94.184762605815237</c:v>
                </c:pt>
                <c:pt idx="415">
                  <c:v>93.478260869565219</c:v>
                </c:pt>
                <c:pt idx="416">
                  <c:v>92.712246431254698</c:v>
                </c:pt>
                <c:pt idx="417">
                  <c:v>92.846270928462701</c:v>
                </c:pt>
                <c:pt idx="418">
                  <c:v>93.224210125618583</c:v>
                </c:pt>
                <c:pt idx="419">
                  <c:v>92.710352849941842</c:v>
                </c:pt>
                <c:pt idx="420">
                  <c:v>92.042755344418055</c:v>
                </c:pt>
                <c:pt idx="421">
                  <c:v>91.80194805194806</c:v>
                </c:pt>
                <c:pt idx="422">
                  <c:v>91.361146228402873</c:v>
                </c:pt>
                <c:pt idx="423">
                  <c:v>91.045415595544128</c:v>
                </c:pt>
                <c:pt idx="424">
                  <c:v>90.260026443367124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D2FE-4E2E-89FA-2D947806BA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7593568"/>
        <c:axId val="447601471"/>
      </c:scatterChart>
      <c:valAx>
        <c:axId val="447593567"/>
        <c:scaling>
          <c:orientation val="minMax"/>
          <c:max val="44395"/>
          <c:min val="43962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O"/>
                  <a:t>Fecha</a:t>
                </a:r>
              </a:p>
            </c:rich>
          </c:tx>
          <c:layout>
            <c:manualLayout>
              <c:xMode val="edge"/>
              <c:yMode val="edge"/>
              <c:x val="0.45606276969616089"/>
              <c:y val="0.8868422410247681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CO"/>
          </a:p>
        </c:txPr>
        <c:crossAx val="447593983"/>
        <c:crosses val="autoZero"/>
        <c:crossBetween val="midCat"/>
        <c:majorUnit val="15"/>
      </c:valAx>
      <c:valAx>
        <c:axId val="447593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O"/>
                  <a:t>número</a:t>
                </a:r>
                <a:r>
                  <a:rPr lang="es-CO" baseline="0"/>
                  <a:t> de camas</a:t>
                </a:r>
                <a:endParaRPr lang="es-CO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CO"/>
          </a:p>
        </c:txPr>
        <c:crossAx val="447593567"/>
        <c:crosses val="autoZero"/>
        <c:crossBetween val="midCat"/>
        <c:majorUnit val="100"/>
      </c:valAx>
      <c:valAx>
        <c:axId val="447601471"/>
        <c:scaling>
          <c:orientation val="minMax"/>
          <c:max val="10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O"/>
                  <a:t>Porcentaje</a:t>
                </a:r>
                <a:r>
                  <a:rPr lang="es-CO" baseline="0"/>
                  <a:t> de ocupación</a:t>
                </a:r>
                <a:endParaRPr lang="es-CO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447593568"/>
        <c:crosses val="max"/>
        <c:crossBetween val="midCat"/>
        <c:majorUnit val="5"/>
      </c:valAx>
      <c:valAx>
        <c:axId val="447593568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44760147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8">
  <cs:axisTitle>
    <cs:lnRef idx="0"/>
    <cs:fillRef idx="0"/>
    <cs:effectRef idx="0"/>
    <cs:fontRef idx="minor">
      <a:schemeClr val="lt1">
        <a:lumMod val="7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0633B5-DB98-4E55-BD2E-A427F9ADC6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817830-5843-478F-8FC1-5529F169C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B5A3B5-1E3B-4404-85B9-5E87C5B8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BD5B-FC78-4C23-8E71-5C6ADB2E40B0}" type="datetimeFigureOut">
              <a:rPr lang="es-CO" smtClean="0"/>
              <a:t>14/07/2021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EA7828-96F1-4E46-ACD0-BC1B7FBC6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25058A-08E6-4D46-98A5-39A99263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DB0D-E83F-44BA-82BE-724B682BB7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01221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7E019B-AC97-499B-87CA-4E3334F09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70926F-23E6-4E45-B1A1-37D63F2C1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3A70AE-8AB3-478C-81C7-0D4C22987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BD5B-FC78-4C23-8E71-5C6ADB2E40B0}" type="datetimeFigureOut">
              <a:rPr lang="es-CO" smtClean="0"/>
              <a:t>14/07/2021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A74C39-4F9D-4665-A950-BC3E73DD6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906EAD-1256-427D-954C-89E64FBAC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DB0D-E83F-44BA-82BE-724B682BB7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525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2BCB66-6C70-4FAA-BBE5-A10D1FEFA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A7D507-ABD1-4160-9A56-B064D2D53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E4966B-BBAC-47B4-B439-89315FC1B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BD5B-FC78-4C23-8E71-5C6ADB2E40B0}" type="datetimeFigureOut">
              <a:rPr lang="es-CO" smtClean="0"/>
              <a:t>14/07/2021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803E2E-B458-412C-9EDC-09B907505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A97CE7-A0DD-48A2-9E99-99B99D3C5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DB0D-E83F-44BA-82BE-724B682BB7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3792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3E1599-F0B1-42C3-9538-3C82B761E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D3351-3A97-42F4-99FC-B56AFB699F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349BE11-9DB6-4665-92F3-A56585989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4CC18C-9AEE-4435-AB09-51ABFE578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BD5B-FC78-4C23-8E71-5C6ADB2E40B0}" type="datetimeFigureOut">
              <a:rPr lang="es-CO" smtClean="0"/>
              <a:t>14/07/2021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D2A497-CC56-4EE3-8C28-73D40399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4A92C9-DAF3-41B4-8231-B9900704A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DB0D-E83F-44BA-82BE-724B682BB7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3092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FD5B60-A5B8-4653-9174-086841B2B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8AAD0D-7F3C-4C44-86D2-563AD5064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5B60D0B-1A62-4FF4-8009-D4261EF82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EE90C09-F171-4028-8BE9-D464D7E22B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B439940-EBB8-442E-B491-915A2D8D79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A625580-8685-48DB-9685-83B382EFF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BD5B-FC78-4C23-8E71-5C6ADB2E40B0}" type="datetimeFigureOut">
              <a:rPr lang="es-CO" smtClean="0"/>
              <a:t>14/07/2021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31DF18F-F4FE-48F8-BB40-58A8DE205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3E8F2D8-C897-425C-A585-BEB734D57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DB0D-E83F-44BA-82BE-724B682BB7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1550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5E66C9-25C6-45D6-A727-5118E2819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F69DBB5-E28A-4C4C-9911-498E1C302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BD5B-FC78-4C23-8E71-5C6ADB2E40B0}" type="datetimeFigureOut">
              <a:rPr lang="es-CO" smtClean="0"/>
              <a:t>14/07/2021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4CAC82-78E6-412D-9A23-71A463A23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59D50F-F897-41A5-B9E4-FA7FF5092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DB0D-E83F-44BA-82BE-724B682BB7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3644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974FFB-5435-46FB-A1D3-0ECD2C2B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BD5B-FC78-4C23-8E71-5C6ADB2E40B0}" type="datetimeFigureOut">
              <a:rPr lang="es-CO" smtClean="0"/>
              <a:t>14/07/2021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F5DB86D-BAA1-41BC-AB3F-98BBC83E8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E829F0-6A6D-41FA-9C78-4F6BB9B02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DB0D-E83F-44BA-82BE-724B682BB7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2111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A1F2D-F299-4618-A8B8-65F3182B7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649687-31DB-4452-9721-C47D5C38F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BB97069-F5B4-4A76-A2D3-6C3FF800F9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D5D884-18E8-4C17-A285-98600EB67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BD5B-FC78-4C23-8E71-5C6ADB2E40B0}" type="datetimeFigureOut">
              <a:rPr lang="es-CO" smtClean="0"/>
              <a:t>14/07/2021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DE81DD0-98D6-4D68-A397-6D1FAC46A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F56E58-778F-448A-9332-DD99E61EB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DB0D-E83F-44BA-82BE-724B682BB7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5091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3BF82-BFE5-489C-A2FA-8F2E05169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25C6F3-2499-427F-A944-DEF74B42EE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0308027-8EBD-4F89-8E24-B4620747E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2D3079-E8FF-4630-AA04-9E3A4F7F1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BD5B-FC78-4C23-8E71-5C6ADB2E40B0}" type="datetimeFigureOut">
              <a:rPr lang="es-CO" smtClean="0"/>
              <a:t>14/07/2021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CE58B8-EE56-493F-AA27-782A1BF60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614BDB-84B8-4B64-B44D-69EB88FDB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DB0D-E83F-44BA-82BE-724B682BB7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60178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E672F-A80D-40AC-92B6-EDE3BC45F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28A0AD4-0897-4073-B5A3-7C690EFB2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3BC3F1-3000-47CB-BD23-4DD3B5B13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BD5B-FC78-4C23-8E71-5C6ADB2E40B0}" type="datetimeFigureOut">
              <a:rPr lang="es-CO" smtClean="0"/>
              <a:t>14/07/2021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A08B58-41A0-480C-9E25-A2CAE03AC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00F4EC-29A7-406E-9B64-10BD6B1ED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DB0D-E83F-44BA-82BE-724B682BB7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65617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CECA139-9500-4D13-B5D9-FD07BB0CAA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2915DC-BDB9-4E39-B62A-DD90CA4CB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87B0FF-FE9D-42CD-9623-508744B63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BD5B-FC78-4C23-8E71-5C6ADB2E40B0}" type="datetimeFigureOut">
              <a:rPr lang="es-CO" smtClean="0"/>
              <a:t>14/07/2021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0A18D5-C842-4363-B08A-8788A3356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0D5602-53E3-4CA4-A0F7-2E746DE7D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DB0D-E83F-44BA-82BE-724B682BB7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9812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E3069A-1445-471B-A4EC-AB851D7AB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EEC580-8809-41E8-8C85-EEB00DBCC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12219E-054F-4D81-BD02-5947226C94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DBD5B-FC78-4C23-8E71-5C6ADB2E40B0}" type="datetimeFigureOut">
              <a:rPr lang="es-CO" smtClean="0"/>
              <a:t>14/07/2021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A40D14-992F-4CFC-8E6F-7F4920CE6C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69FC30-D52F-4E5D-97B1-7DB1173DE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BDB0D-E83F-44BA-82BE-724B682BB7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1335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368A20-7BBF-4424-88B1-617D54A72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269" y="1871870"/>
            <a:ext cx="10429461" cy="3114260"/>
          </a:xfrm>
        </p:spPr>
        <p:txBody>
          <a:bodyPr>
            <a:normAutofit fontScale="90000"/>
          </a:bodyPr>
          <a:lstStyle/>
          <a:p>
            <a:r>
              <a:rPr lang="es-ES" b="1" i="0" dirty="0">
                <a:solidFill>
                  <a:srgbClr val="000000"/>
                </a:solidFill>
                <a:effectLst/>
                <a:latin typeface="Helvetica Neue"/>
              </a:rPr>
              <a:t>Estudio de recursos sanitarios de hospitalización general generados por la pandemia de SARS-CoV-2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45765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368A20-7BBF-4424-88B1-617D54A72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269" y="453887"/>
            <a:ext cx="10429461" cy="964095"/>
          </a:xfrm>
        </p:spPr>
        <p:txBody>
          <a:bodyPr>
            <a:normAutofit/>
          </a:bodyPr>
          <a:lstStyle/>
          <a:p>
            <a:r>
              <a:rPr lang="es-ES" b="1" i="0" dirty="0">
                <a:solidFill>
                  <a:srgbClr val="000000"/>
                </a:solidFill>
                <a:effectLst/>
                <a:latin typeface="Helvetica Neue"/>
              </a:rPr>
              <a:t>Introducción</a:t>
            </a: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D9EA1F3-2F1B-4219-B89F-9DA7968623EB}"/>
              </a:ext>
            </a:extLst>
          </p:cNvPr>
          <p:cNvSpPr txBox="1"/>
          <p:nvPr/>
        </p:nvSpPr>
        <p:spPr>
          <a:xfrm>
            <a:off x="682486" y="2199861"/>
            <a:ext cx="108270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b="1" dirty="0"/>
              <a:t>Entidad:</a:t>
            </a:r>
            <a:r>
              <a:rPr lang="es-ES" sz="2800" dirty="0"/>
              <a:t> Secretaría Distrital de Salud Pública.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b="1" dirty="0"/>
              <a:t>Necesidad:</a:t>
            </a:r>
            <a:r>
              <a:rPr lang="es-ES" sz="2800" dirty="0"/>
              <a:t> Proyección de la ocupación de hospitalización general a nivel distrital.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b="1" dirty="0"/>
              <a:t>Situación actual:</a:t>
            </a:r>
            <a:r>
              <a:rPr lang="es-ES" sz="2800" dirty="0"/>
              <a:t> 1 350 000 casos confirmados de SARS-CoV-2/Covid-19 en Bogotá.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b="1" dirty="0"/>
              <a:t>Estado del arte: </a:t>
            </a:r>
            <a:r>
              <a:rPr lang="es-ES" sz="2800" dirty="0"/>
              <a:t>Modelos matemáticos compartimentales.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b="1" dirty="0"/>
              <a:t>Modelo: </a:t>
            </a:r>
            <a:r>
              <a:rPr lang="es-ES" sz="2800" dirty="0"/>
              <a:t>Modelo </a:t>
            </a:r>
            <a:r>
              <a:rPr lang="es-ES" sz="2800" dirty="0" err="1"/>
              <a:t>Squire</a:t>
            </a:r>
            <a:r>
              <a:rPr lang="es-ES" sz="2800" dirty="0"/>
              <a:t>.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3119143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5A24219F-029C-42B1-A0C6-BA98687875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285402"/>
              </p:ext>
            </p:extLst>
          </p:nvPr>
        </p:nvGraphicFramePr>
        <p:xfrm>
          <a:off x="1743073" y="2125868"/>
          <a:ext cx="8705850" cy="4286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56368A20-7BBF-4424-88B1-617D54A72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269" y="453887"/>
            <a:ext cx="10429461" cy="964095"/>
          </a:xfrm>
        </p:spPr>
        <p:txBody>
          <a:bodyPr>
            <a:normAutofit/>
          </a:bodyPr>
          <a:lstStyle/>
          <a:p>
            <a:r>
              <a:rPr lang="es-ES" b="1" i="0" dirty="0">
                <a:solidFill>
                  <a:srgbClr val="000000"/>
                </a:solidFill>
                <a:effectLst/>
                <a:latin typeface="Helvetica Neue"/>
              </a:rPr>
              <a:t>Analítica de datos</a:t>
            </a: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D9EA1F3-2F1B-4219-B89F-9DA7968623EB}"/>
              </a:ext>
            </a:extLst>
          </p:cNvPr>
          <p:cNvSpPr txBox="1"/>
          <p:nvPr/>
        </p:nvSpPr>
        <p:spPr>
          <a:xfrm>
            <a:off x="682486" y="1417982"/>
            <a:ext cx="10827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/>
              <a:t>Problema: </a:t>
            </a:r>
            <a:r>
              <a:rPr lang="es-ES" sz="1600" dirty="0"/>
              <a:t>Implementar el modelo </a:t>
            </a:r>
            <a:r>
              <a:rPr lang="es-ES" sz="1600" dirty="0" err="1"/>
              <a:t>Squire</a:t>
            </a:r>
            <a:r>
              <a:rPr lang="es-ES" sz="1600" dirty="0"/>
              <a:t> adaptado a Bogotá para poder proyectar escenarios de ocupación de hospitalización general que sirva en las medidas de mitigación del </a:t>
            </a:r>
            <a:r>
              <a:rPr lang="es-ES" sz="1600" dirty="0" err="1"/>
              <a:t>Covid</a:t>
            </a:r>
            <a:r>
              <a:rPr lang="es-ES" sz="1600" dirty="0"/>
              <a:t> -19 a los tomadores de decisiones.</a:t>
            </a:r>
            <a:endParaRPr lang="es-CO" sz="1600" b="1" dirty="0"/>
          </a:p>
        </p:txBody>
      </p:sp>
    </p:spTree>
    <p:extLst>
      <p:ext uri="{BB962C8B-B14F-4D97-AF65-F5344CB8AC3E}">
        <p14:creationId xmlns:p14="http://schemas.microsoft.com/office/powerpoint/2010/main" val="1717736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368A20-7BBF-4424-88B1-617D54A72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269" y="453887"/>
            <a:ext cx="10429461" cy="964095"/>
          </a:xfrm>
        </p:spPr>
        <p:txBody>
          <a:bodyPr>
            <a:normAutofit/>
          </a:bodyPr>
          <a:lstStyle/>
          <a:p>
            <a:r>
              <a:rPr lang="es-ES" b="1" i="0" dirty="0">
                <a:solidFill>
                  <a:srgbClr val="000000"/>
                </a:solidFill>
                <a:effectLst/>
                <a:latin typeface="Helvetica Neue"/>
              </a:rPr>
              <a:t>Descripción de los datos</a:t>
            </a: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D9EA1F3-2F1B-4219-B89F-9DA7968623EB}"/>
              </a:ext>
            </a:extLst>
          </p:cNvPr>
          <p:cNvSpPr txBox="1"/>
          <p:nvPr/>
        </p:nvSpPr>
        <p:spPr>
          <a:xfrm>
            <a:off x="682484" y="1417982"/>
            <a:ext cx="108270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b="1" dirty="0"/>
              <a:t>Fuente: </a:t>
            </a:r>
            <a:r>
              <a:rPr lang="es-ES" sz="2000" dirty="0"/>
              <a:t>Recopilación de datos por parte del Observatorio de Salud Pública del aplicativo SIRC.</a:t>
            </a:r>
            <a:endParaRPr lang="es-E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b="1" dirty="0"/>
              <a:t>Datos: </a:t>
            </a:r>
            <a:r>
              <a:rPr lang="es-ES" sz="2000" dirty="0"/>
              <a:t>Datos públicos de camas disponibles y ocupadas para hospitalización general para Covid-19 en Bogotá.</a:t>
            </a:r>
            <a:endParaRPr lang="es-CO" sz="2000" dirty="0"/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37065ECB-713F-4823-9697-D8723E144C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61469"/>
              </p:ext>
            </p:extLst>
          </p:nvPr>
        </p:nvGraphicFramePr>
        <p:xfrm>
          <a:off x="1033460" y="2558084"/>
          <a:ext cx="10125075" cy="381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125247" imgH="3819444" progId="Excel.Sheet.12">
                  <p:embed/>
                </p:oleObj>
              </mc:Choice>
              <mc:Fallback>
                <p:oleObj name="Worksheet" r:id="rId2" imgW="10125247" imgH="381944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33460" y="2558084"/>
                        <a:ext cx="10125075" cy="3819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0398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368A20-7BBF-4424-88B1-617D54A72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269" y="453887"/>
            <a:ext cx="10429461" cy="964095"/>
          </a:xfrm>
        </p:spPr>
        <p:txBody>
          <a:bodyPr>
            <a:normAutofit/>
          </a:bodyPr>
          <a:lstStyle/>
          <a:p>
            <a:r>
              <a:rPr lang="es-ES" b="1" i="0" dirty="0">
                <a:solidFill>
                  <a:srgbClr val="000000"/>
                </a:solidFill>
                <a:effectLst/>
                <a:latin typeface="Helvetica Neue"/>
              </a:rPr>
              <a:t>Resultados</a:t>
            </a: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D9EA1F3-2F1B-4219-B89F-9DA7968623EB}"/>
              </a:ext>
            </a:extLst>
          </p:cNvPr>
          <p:cNvSpPr txBox="1"/>
          <p:nvPr/>
        </p:nvSpPr>
        <p:spPr>
          <a:xfrm>
            <a:off x="682484" y="1417982"/>
            <a:ext cx="108270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b="1" dirty="0"/>
              <a:t>Calibración del modelo: </a:t>
            </a:r>
            <a:r>
              <a:rPr lang="es-ES" sz="2000" dirty="0"/>
              <a:t>Se logra calibrar el modelo utilizando diferentes tiempos de estancia de hospitalización general donde se evidencia un menor tiempo en los picos de la pandemia.</a:t>
            </a:r>
            <a:endParaRPr lang="es-CO" sz="2000" dirty="0"/>
          </a:p>
        </p:txBody>
      </p:sp>
      <p:pic>
        <p:nvPicPr>
          <p:cNvPr id="6" name="Imagen 5" descr="Gráfico&#10;&#10;Descripción generada automáticamente">
            <a:extLst>
              <a:ext uri="{FF2B5EF4-FFF2-40B4-BE49-F238E27FC236}">
                <a16:creationId xmlns:a16="http://schemas.microsoft.com/office/drawing/2014/main" id="{3E77E672-CDD9-427D-8E39-51B97B1E5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604" y="2288964"/>
            <a:ext cx="7818783" cy="411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7252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177</Words>
  <Application>Microsoft Office PowerPoint</Application>
  <PresentationFormat>Panorámica</PresentationFormat>
  <Paragraphs>18</Paragraphs>
  <Slides>5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Helvetica Neue</vt:lpstr>
      <vt:lpstr>Tema de Office</vt:lpstr>
      <vt:lpstr>Hoja de cálculo de Microsoft Excel</vt:lpstr>
      <vt:lpstr>Estudio de recursos sanitarios de hospitalización general generados por la pandemia de SARS-CoV-2</vt:lpstr>
      <vt:lpstr>Introducción</vt:lpstr>
      <vt:lpstr>Analítica de datos</vt:lpstr>
      <vt:lpstr>Descripción de los datos</vt:lpstr>
      <vt:lpstr>Resultados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Estudio de recursos sanitarios de hospitalización general generados por la pandemia de SARS-CoV-2</dc:title>
  <dc:creator>Felipe Segundo Abril Bermúdez</dc:creator>
  <cp:lastModifiedBy>Felipe Segundo Abril Bermúdez</cp:lastModifiedBy>
  <cp:revision>2</cp:revision>
  <dcterms:created xsi:type="dcterms:W3CDTF">2021-07-14T17:26:07Z</dcterms:created>
  <dcterms:modified xsi:type="dcterms:W3CDTF">2021-07-14T17:58:49Z</dcterms:modified>
</cp:coreProperties>
</file>